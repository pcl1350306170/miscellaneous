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</p:sldIdLst>
  <p:sldSz cx="3600450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4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5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4042" y="-412909"/>
            <a:ext cx="3312367" cy="5341873"/>
            <a:chOff x="2483768" y="-393859"/>
            <a:chExt cx="3312367" cy="5341873"/>
          </a:xfrm>
        </p:grpSpPr>
        <p:sp>
          <p:nvSpPr>
            <p:cNvPr id="3" name="圆角矩形 1"/>
            <p:cNvSpPr/>
            <p:nvPr/>
          </p:nvSpPr>
          <p:spPr>
            <a:xfrm>
              <a:off x="2483768" y="123478"/>
              <a:ext cx="3312367" cy="4824536"/>
            </a:xfrm>
            <a:prstGeom prst="roundRect">
              <a:avLst/>
            </a:prstGeom>
            <a:solidFill>
              <a:srgbClr val="F1F7C1"/>
            </a:solidFill>
            <a:ln w="63500">
              <a:solidFill>
                <a:srgbClr val="FFE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699793" y="3765899"/>
              <a:ext cx="2952327" cy="1057142"/>
              <a:chOff x="2627784" y="3765899"/>
              <a:chExt cx="2952327" cy="1057142"/>
            </a:xfrm>
          </p:grpSpPr>
          <p:sp>
            <p:nvSpPr>
              <p:cNvPr id="508" name="文本框 507"/>
              <p:cNvSpPr txBox="1"/>
              <p:nvPr/>
            </p:nvSpPr>
            <p:spPr>
              <a:xfrm>
                <a:off x="2859674" y="3842781"/>
                <a:ext cx="704213" cy="231580"/>
              </a:xfrm>
              <a:prstGeom prst="roundRect">
                <a:avLst>
                  <a:gd name="adj" fmla="val 28355"/>
                </a:avLst>
              </a:prstGeom>
              <a:solidFill>
                <a:srgbClr val="FFE200"/>
              </a:solidFill>
            </p:spPr>
            <p:txBody>
              <a:bodyPr wrap="none" lIns="72000" tIns="36000" rIns="72000" bIns="36000" rtlCol="0" anchor="ctr" anchorCtr="1">
                <a:noAutofit/>
              </a:bodyPr>
              <a:lstStyle/>
              <a:p>
                <a:pPr algn="ctr"/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技能说明</a:t>
                </a:r>
              </a:p>
            </p:txBody>
          </p:sp>
          <p:sp>
            <p:nvSpPr>
              <p:cNvPr id="509" name="文本框 508"/>
              <p:cNvSpPr txBox="1"/>
              <p:nvPr/>
            </p:nvSpPr>
            <p:spPr>
              <a:xfrm>
                <a:off x="2771800" y="4084377"/>
                <a:ext cx="280831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获得“ 富人思维 ”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掌握财富累积的秘密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</a:t>
                </a:r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懂得目标制定与分解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独立搜索经济指标并能简要分析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0" name="圆角矩形 12"/>
              <p:cNvSpPr/>
              <p:nvPr/>
            </p:nvSpPr>
            <p:spPr>
              <a:xfrm>
                <a:off x="2627784" y="3765899"/>
                <a:ext cx="2880320" cy="1038097"/>
              </a:xfrm>
              <a:prstGeom prst="roundRect">
                <a:avLst/>
              </a:prstGeom>
              <a:noFill/>
              <a:ln w="38100">
                <a:solidFill>
                  <a:srgbClr val="FFE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00"/>
                  </a:solidFill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195" y="2581372"/>
              <a:ext cx="2279513" cy="1126745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580028" y="1563638"/>
              <a:ext cx="31198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亲爱的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___________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2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恭喜你获得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简七理财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技能认证卡之：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83283" y="-393859"/>
              <a:ext cx="2513337" cy="2605569"/>
              <a:chOff x="2883283" y="-380578"/>
              <a:chExt cx="2513337" cy="2605569"/>
            </a:xfrm>
          </p:grpSpPr>
          <p:pic>
            <p:nvPicPr>
              <p:cNvPr id="505" name="图片 50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3283" y="-380578"/>
                <a:ext cx="2513337" cy="2605569"/>
              </a:xfrm>
              <a:prstGeom prst="rect">
                <a:avLst/>
              </a:prstGeom>
            </p:spPr>
          </p:pic>
          <p:sp>
            <p:nvSpPr>
              <p:cNvPr id="506" name="文本框 505"/>
              <p:cNvSpPr txBox="1"/>
              <p:nvPr/>
            </p:nvSpPr>
            <p:spPr>
              <a:xfrm>
                <a:off x="3585953" y="938924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技能认证</a:t>
                </a:r>
              </a:p>
            </p:txBody>
          </p:sp>
          <p:pic>
            <p:nvPicPr>
              <p:cNvPr id="507" name="图片 506"/>
              <p:cNvPicPr>
                <a:picLocks noChangeAspect="1"/>
              </p:cNvPicPr>
              <p:nvPr/>
            </p:nvPicPr>
            <p:blipFill>
              <a:blip r:embed="rId4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8335" y="648046"/>
                <a:ext cx="823233" cy="330420"/>
              </a:xfrm>
              <a:prstGeom prst="rect">
                <a:avLst/>
              </a:prstGeom>
            </p:spPr>
          </p:pic>
        </p:grpSp>
        <p:grpSp>
          <p:nvGrpSpPr>
            <p:cNvPr id="8" name="组合 7"/>
            <p:cNvGrpSpPr/>
            <p:nvPr/>
          </p:nvGrpSpPr>
          <p:grpSpPr>
            <a:xfrm>
              <a:off x="4843663" y="4142553"/>
              <a:ext cx="872089" cy="733452"/>
              <a:chOff x="4929312" y="3371464"/>
              <a:chExt cx="872089" cy="733452"/>
            </a:xfrm>
          </p:grpSpPr>
          <p:grpSp>
            <p:nvGrpSpPr>
              <p:cNvPr id="10" name="组合 9"/>
              <p:cNvGrpSpPr/>
              <p:nvPr/>
            </p:nvGrpSpPr>
            <p:grpSpPr>
              <a:xfrm rot="19741095">
                <a:off x="4956265" y="3371464"/>
                <a:ext cx="800995" cy="733452"/>
                <a:chOff x="620713" y="198439"/>
                <a:chExt cx="1766888" cy="1770063"/>
              </a:xfrm>
            </p:grpSpPr>
            <p:sp>
              <p:nvSpPr>
                <p:cNvPr id="12" name="Freeform 12"/>
                <p:cNvSpPr>
                  <a:spLocks/>
                </p:cNvSpPr>
                <p:nvPr/>
              </p:nvSpPr>
              <p:spPr bwMode="auto">
                <a:xfrm>
                  <a:off x="1741488" y="1773239"/>
                  <a:ext cx="1588" cy="317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0 w 1"/>
                    <a:gd name="T5" fmla="*/ 2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Freeform 13"/>
                <p:cNvSpPr>
                  <a:spLocks/>
                </p:cNvSpPr>
                <p:nvPr/>
              </p:nvSpPr>
              <p:spPr bwMode="auto">
                <a:xfrm>
                  <a:off x="2014538" y="487364"/>
                  <a:ext cx="9525" cy="17463"/>
                </a:xfrm>
                <a:custGeom>
                  <a:avLst/>
                  <a:gdLst>
                    <a:gd name="T0" fmla="*/ 1 w 4"/>
                    <a:gd name="T1" fmla="*/ 6 h 8"/>
                    <a:gd name="T2" fmla="*/ 1 w 4"/>
                    <a:gd name="T3" fmla="*/ 2 h 8"/>
                    <a:gd name="T4" fmla="*/ 0 w 4"/>
                    <a:gd name="T5" fmla="*/ 5 h 8"/>
                    <a:gd name="T6" fmla="*/ 1 w 4"/>
                    <a:gd name="T7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8">
                      <a:moveTo>
                        <a:pt x="1" y="6"/>
                      </a:moveTo>
                      <a:cubicBezTo>
                        <a:pt x="4" y="8"/>
                        <a:pt x="4" y="0"/>
                        <a:pt x="1" y="2"/>
                      </a:cubicBezTo>
                      <a:cubicBezTo>
                        <a:pt x="1" y="4"/>
                        <a:pt x="0" y="5"/>
                        <a:pt x="0" y="5"/>
                      </a:cubicBez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Freeform 14"/>
                <p:cNvSpPr>
                  <a:spLocks/>
                </p:cNvSpPr>
                <p:nvPr/>
              </p:nvSpPr>
              <p:spPr bwMode="auto">
                <a:xfrm>
                  <a:off x="2200276" y="777877"/>
                  <a:ext cx="14288" cy="15875"/>
                </a:xfrm>
                <a:custGeom>
                  <a:avLst/>
                  <a:gdLst>
                    <a:gd name="T0" fmla="*/ 1 w 6"/>
                    <a:gd name="T1" fmla="*/ 6 h 7"/>
                    <a:gd name="T2" fmla="*/ 3 w 6"/>
                    <a:gd name="T3" fmla="*/ 7 h 7"/>
                    <a:gd name="T4" fmla="*/ 2 w 6"/>
                    <a:gd name="T5" fmla="*/ 6 h 7"/>
                    <a:gd name="T6" fmla="*/ 6 w 6"/>
                    <a:gd name="T7" fmla="*/ 4 h 7"/>
                    <a:gd name="T8" fmla="*/ 1 w 6"/>
                    <a:gd name="T9" fmla="*/ 2 h 7"/>
                    <a:gd name="T10" fmla="*/ 0 w 6"/>
                    <a:gd name="T11" fmla="*/ 1 h 7"/>
                    <a:gd name="T12" fmla="*/ 1 w 6"/>
                    <a:gd name="T13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" h="7">
                      <a:moveTo>
                        <a:pt x="1" y="6"/>
                      </a:moveTo>
                      <a:cubicBezTo>
                        <a:pt x="1" y="7"/>
                        <a:pt x="2" y="7"/>
                        <a:pt x="3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5" y="6"/>
                        <a:pt x="6" y="5"/>
                        <a:pt x="6" y="4"/>
                      </a:cubicBezTo>
                      <a:cubicBezTo>
                        <a:pt x="5" y="2"/>
                        <a:pt x="4" y="0"/>
                        <a:pt x="1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Freeform 15"/>
                <p:cNvSpPr>
                  <a:spLocks/>
                </p:cNvSpPr>
                <p:nvPr/>
              </p:nvSpPr>
              <p:spPr bwMode="auto">
                <a:xfrm>
                  <a:off x="1636713" y="298452"/>
                  <a:ext cx="3175" cy="317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0 h 2"/>
                    <a:gd name="T4" fmla="*/ 0 w 2"/>
                    <a:gd name="T5" fmla="*/ 2 h 2"/>
                    <a:gd name="T6" fmla="*/ 2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" name="Freeform 16"/>
                <p:cNvSpPr>
                  <a:spLocks/>
                </p:cNvSpPr>
                <p:nvPr/>
              </p:nvSpPr>
              <p:spPr bwMode="auto">
                <a:xfrm>
                  <a:off x="2203451" y="754064"/>
                  <a:ext cx="20638" cy="23813"/>
                </a:xfrm>
                <a:custGeom>
                  <a:avLst/>
                  <a:gdLst>
                    <a:gd name="T0" fmla="*/ 8 w 9"/>
                    <a:gd name="T1" fmla="*/ 3 h 10"/>
                    <a:gd name="T2" fmla="*/ 9 w 9"/>
                    <a:gd name="T3" fmla="*/ 3 h 10"/>
                    <a:gd name="T4" fmla="*/ 9 w 9"/>
                    <a:gd name="T5" fmla="*/ 3 h 10"/>
                    <a:gd name="T6" fmla="*/ 9 w 9"/>
                    <a:gd name="T7" fmla="*/ 0 h 10"/>
                    <a:gd name="T8" fmla="*/ 8 w 9"/>
                    <a:gd name="T9" fmla="*/ 1 h 10"/>
                    <a:gd name="T10" fmla="*/ 8 w 9"/>
                    <a:gd name="T11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0">
                      <a:moveTo>
                        <a:pt x="8" y="3"/>
                      </a:move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2"/>
                        <a:pt x="9" y="1"/>
                        <a:pt x="9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0"/>
                        <a:pt x="7" y="10"/>
                        <a:pt x="8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Freeform 17"/>
                <p:cNvSpPr>
                  <a:spLocks/>
                </p:cNvSpPr>
                <p:nvPr/>
              </p:nvSpPr>
              <p:spPr bwMode="auto">
                <a:xfrm>
                  <a:off x="1743076" y="1779589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2 w 2"/>
                    <a:gd name="T3" fmla="*/ 2 h 2"/>
                    <a:gd name="T4" fmla="*/ 2 w 2"/>
                    <a:gd name="T5" fmla="*/ 0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auto">
                <a:xfrm>
                  <a:off x="1635126" y="306389"/>
                  <a:ext cx="4763" cy="1588"/>
                </a:xfrm>
                <a:custGeom>
                  <a:avLst/>
                  <a:gdLst>
                    <a:gd name="T0" fmla="*/ 0 w 3"/>
                    <a:gd name="T1" fmla="*/ 0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auto">
                <a:xfrm>
                  <a:off x="1811338" y="1782764"/>
                  <a:ext cx="9525" cy="11113"/>
                </a:xfrm>
                <a:custGeom>
                  <a:avLst/>
                  <a:gdLst>
                    <a:gd name="T0" fmla="*/ 2 w 4"/>
                    <a:gd name="T1" fmla="*/ 5 h 5"/>
                    <a:gd name="T2" fmla="*/ 3 w 4"/>
                    <a:gd name="T3" fmla="*/ 5 h 5"/>
                    <a:gd name="T4" fmla="*/ 3 w 4"/>
                    <a:gd name="T5" fmla="*/ 2 h 5"/>
                    <a:gd name="T6" fmla="*/ 4 w 4"/>
                    <a:gd name="T7" fmla="*/ 1 h 5"/>
                    <a:gd name="T8" fmla="*/ 4 w 4"/>
                    <a:gd name="T9" fmla="*/ 0 h 5"/>
                    <a:gd name="T10" fmla="*/ 3 w 4"/>
                    <a:gd name="T11" fmla="*/ 0 h 5"/>
                    <a:gd name="T12" fmla="*/ 0 w 4"/>
                    <a:gd name="T13" fmla="*/ 0 h 5"/>
                    <a:gd name="T14" fmla="*/ 0 w 4"/>
                    <a:gd name="T15" fmla="*/ 3 h 5"/>
                    <a:gd name="T16" fmla="*/ 3 w 4"/>
                    <a:gd name="T17" fmla="*/ 3 h 5"/>
                    <a:gd name="T18" fmla="*/ 2 w 4"/>
                    <a:gd name="T1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5">
                      <a:moveTo>
                        <a:pt x="2" y="5"/>
                      </a:move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3"/>
                        <a:pt x="3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auto">
                <a:xfrm>
                  <a:off x="1808163" y="1789114"/>
                  <a:ext cx="3175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auto">
                <a:xfrm>
                  <a:off x="1776413" y="1801814"/>
                  <a:ext cx="11113" cy="6350"/>
                </a:xfrm>
                <a:custGeom>
                  <a:avLst/>
                  <a:gdLst>
                    <a:gd name="T0" fmla="*/ 4 w 5"/>
                    <a:gd name="T1" fmla="*/ 0 h 3"/>
                    <a:gd name="T2" fmla="*/ 0 w 5"/>
                    <a:gd name="T3" fmla="*/ 3 h 3"/>
                    <a:gd name="T4" fmla="*/ 5 w 5"/>
                    <a:gd name="T5" fmla="*/ 1 h 3"/>
                    <a:gd name="T6" fmla="*/ 4 w 5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4" y="0"/>
                      </a:moveTo>
                      <a:cubicBezTo>
                        <a:pt x="1" y="0"/>
                        <a:pt x="0" y="0"/>
                        <a:pt x="0" y="3"/>
                      </a:cubicBezTo>
                      <a:cubicBezTo>
                        <a:pt x="2" y="1"/>
                        <a:pt x="4" y="1"/>
                        <a:pt x="5" y="1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auto">
                <a:xfrm>
                  <a:off x="1803401" y="1789114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2 h 2"/>
                    <a:gd name="T4" fmla="*/ 2 w 2"/>
                    <a:gd name="T5" fmla="*/ 2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23"/>
                <p:cNvSpPr>
                  <a:spLocks/>
                </p:cNvSpPr>
                <p:nvPr/>
              </p:nvSpPr>
              <p:spPr bwMode="auto">
                <a:xfrm>
                  <a:off x="836613" y="622302"/>
                  <a:ext cx="11113" cy="12700"/>
                </a:xfrm>
                <a:custGeom>
                  <a:avLst/>
                  <a:gdLst>
                    <a:gd name="T0" fmla="*/ 3 w 5"/>
                    <a:gd name="T1" fmla="*/ 1 h 6"/>
                    <a:gd name="T2" fmla="*/ 2 w 5"/>
                    <a:gd name="T3" fmla="*/ 0 h 6"/>
                    <a:gd name="T4" fmla="*/ 2 w 5"/>
                    <a:gd name="T5" fmla="*/ 0 h 6"/>
                    <a:gd name="T6" fmla="*/ 0 w 5"/>
                    <a:gd name="T7" fmla="*/ 4 h 6"/>
                    <a:gd name="T8" fmla="*/ 1 w 5"/>
                    <a:gd name="T9" fmla="*/ 3 h 6"/>
                    <a:gd name="T10" fmla="*/ 1 w 5"/>
                    <a:gd name="T11" fmla="*/ 5 h 6"/>
                    <a:gd name="T12" fmla="*/ 0 w 5"/>
                    <a:gd name="T13" fmla="*/ 5 h 6"/>
                    <a:gd name="T14" fmla="*/ 1 w 5"/>
                    <a:gd name="T15" fmla="*/ 6 h 6"/>
                    <a:gd name="T16" fmla="*/ 2 w 5"/>
                    <a:gd name="T17" fmla="*/ 6 h 6"/>
                    <a:gd name="T18" fmla="*/ 4 w 5"/>
                    <a:gd name="T19" fmla="*/ 3 h 6"/>
                    <a:gd name="T20" fmla="*/ 5 w 5"/>
                    <a:gd name="T21" fmla="*/ 3 h 6"/>
                    <a:gd name="T22" fmla="*/ 3 w 5"/>
                    <a:gd name="T23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6">
                      <a:moveTo>
                        <a:pt x="3" y="1"/>
                      </a:move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4" y="5"/>
                        <a:pt x="4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4" y="2"/>
                        <a:pt x="4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24"/>
                <p:cNvSpPr>
                  <a:spLocks/>
                </p:cNvSpPr>
                <p:nvPr/>
              </p:nvSpPr>
              <p:spPr bwMode="auto">
                <a:xfrm>
                  <a:off x="2224088" y="1309689"/>
                  <a:ext cx="17463" cy="22225"/>
                </a:xfrm>
                <a:custGeom>
                  <a:avLst/>
                  <a:gdLst>
                    <a:gd name="T0" fmla="*/ 7 w 8"/>
                    <a:gd name="T1" fmla="*/ 9 h 10"/>
                    <a:gd name="T2" fmla="*/ 8 w 8"/>
                    <a:gd name="T3" fmla="*/ 6 h 10"/>
                    <a:gd name="T4" fmla="*/ 7 w 8"/>
                    <a:gd name="T5" fmla="*/ 5 h 10"/>
                    <a:gd name="T6" fmla="*/ 6 w 8"/>
                    <a:gd name="T7" fmla="*/ 3 h 10"/>
                    <a:gd name="T8" fmla="*/ 6 w 8"/>
                    <a:gd name="T9" fmla="*/ 3 h 10"/>
                    <a:gd name="T10" fmla="*/ 5 w 8"/>
                    <a:gd name="T11" fmla="*/ 1 h 10"/>
                    <a:gd name="T12" fmla="*/ 0 w 8"/>
                    <a:gd name="T13" fmla="*/ 0 h 10"/>
                    <a:gd name="T14" fmla="*/ 3 w 8"/>
                    <a:gd name="T15" fmla="*/ 9 h 10"/>
                    <a:gd name="T16" fmla="*/ 7 w 8"/>
                    <a:gd name="T17" fmla="*/ 8 h 10"/>
                    <a:gd name="T18" fmla="*/ 7 w 8"/>
                    <a:gd name="T1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0">
                      <a:moveTo>
                        <a:pt x="7" y="9"/>
                      </a:moveTo>
                      <a:cubicBezTo>
                        <a:pt x="8" y="8"/>
                        <a:pt x="8" y="7"/>
                        <a:pt x="8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6" y="2"/>
                        <a:pt x="5" y="1"/>
                      </a:cubicBezTo>
                      <a:cubicBezTo>
                        <a:pt x="3" y="1"/>
                        <a:pt x="3" y="0"/>
                        <a:pt x="0" y="0"/>
                      </a:cubicBezTo>
                      <a:cubicBezTo>
                        <a:pt x="0" y="4"/>
                        <a:pt x="4" y="5"/>
                        <a:pt x="3" y="9"/>
                      </a:cubicBezTo>
                      <a:cubicBezTo>
                        <a:pt x="5" y="10"/>
                        <a:pt x="5" y="8"/>
                        <a:pt x="7" y="8"/>
                      </a:cubicBezTo>
                      <a:lnTo>
                        <a:pt x="7" y="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5"/>
                <p:cNvSpPr>
                  <a:spLocks/>
                </p:cNvSpPr>
                <p:nvPr/>
              </p:nvSpPr>
              <p:spPr bwMode="auto">
                <a:xfrm>
                  <a:off x="846138" y="547689"/>
                  <a:ext cx="61913" cy="76200"/>
                </a:xfrm>
                <a:custGeom>
                  <a:avLst/>
                  <a:gdLst>
                    <a:gd name="T0" fmla="*/ 21 w 27"/>
                    <a:gd name="T1" fmla="*/ 1 h 33"/>
                    <a:gd name="T2" fmla="*/ 21 w 27"/>
                    <a:gd name="T3" fmla="*/ 0 h 33"/>
                    <a:gd name="T4" fmla="*/ 0 w 27"/>
                    <a:gd name="T5" fmla="*/ 30 h 33"/>
                    <a:gd name="T6" fmla="*/ 1 w 27"/>
                    <a:gd name="T7" fmla="*/ 32 h 33"/>
                    <a:gd name="T8" fmla="*/ 1 w 27"/>
                    <a:gd name="T9" fmla="*/ 33 h 33"/>
                    <a:gd name="T10" fmla="*/ 9 w 27"/>
                    <a:gd name="T11" fmla="*/ 21 h 33"/>
                    <a:gd name="T12" fmla="*/ 19 w 27"/>
                    <a:gd name="T13" fmla="*/ 11 h 33"/>
                    <a:gd name="T14" fmla="*/ 21 w 27"/>
                    <a:gd name="T15" fmla="*/ 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7" h="33">
                      <a:moveTo>
                        <a:pt x="21" y="1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3" y="9"/>
                        <a:pt x="6" y="20"/>
                        <a:pt x="0" y="30"/>
                      </a:cubicBezTo>
                      <a:cubicBezTo>
                        <a:pt x="0" y="31"/>
                        <a:pt x="1" y="31"/>
                        <a:pt x="1" y="32"/>
                      </a:cubicBezTo>
                      <a:cubicBezTo>
                        <a:pt x="1" y="32"/>
                        <a:pt x="1" y="32"/>
                        <a:pt x="1" y="33"/>
                      </a:cubicBezTo>
                      <a:cubicBezTo>
                        <a:pt x="5" y="30"/>
                        <a:pt x="8" y="26"/>
                        <a:pt x="9" y="21"/>
                      </a:cubicBezTo>
                      <a:cubicBezTo>
                        <a:pt x="12" y="19"/>
                        <a:pt x="16" y="15"/>
                        <a:pt x="19" y="11"/>
                      </a:cubicBezTo>
                      <a:cubicBezTo>
                        <a:pt x="20" y="9"/>
                        <a:pt x="27" y="2"/>
                        <a:pt x="2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26"/>
                <p:cNvSpPr>
                  <a:spLocks/>
                </p:cNvSpPr>
                <p:nvPr/>
              </p:nvSpPr>
              <p:spPr bwMode="auto">
                <a:xfrm>
                  <a:off x="746126" y="800102"/>
                  <a:ext cx="23813" cy="28575"/>
                </a:xfrm>
                <a:custGeom>
                  <a:avLst/>
                  <a:gdLst>
                    <a:gd name="T0" fmla="*/ 7 w 10"/>
                    <a:gd name="T1" fmla="*/ 2 h 12"/>
                    <a:gd name="T2" fmla="*/ 7 w 10"/>
                    <a:gd name="T3" fmla="*/ 0 h 12"/>
                    <a:gd name="T4" fmla="*/ 1 w 10"/>
                    <a:gd name="T5" fmla="*/ 8 h 12"/>
                    <a:gd name="T6" fmla="*/ 1 w 10"/>
                    <a:gd name="T7" fmla="*/ 7 h 12"/>
                    <a:gd name="T8" fmla="*/ 8 w 10"/>
                    <a:gd name="T9" fmla="*/ 11 h 12"/>
                    <a:gd name="T10" fmla="*/ 7 w 10"/>
                    <a:gd name="T11" fmla="*/ 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12">
                      <a:moveTo>
                        <a:pt x="7" y="2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3"/>
                        <a:pt x="0" y="5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4" y="7"/>
                        <a:pt x="4" y="12"/>
                        <a:pt x="8" y="11"/>
                      </a:cubicBezTo>
                      <a:cubicBezTo>
                        <a:pt x="7" y="8"/>
                        <a:pt x="10" y="2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7"/>
                <p:cNvSpPr>
                  <a:spLocks/>
                </p:cNvSpPr>
                <p:nvPr/>
              </p:nvSpPr>
              <p:spPr bwMode="auto">
                <a:xfrm>
                  <a:off x="771526" y="1362077"/>
                  <a:ext cx="3175" cy="3175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  <a:gd name="T4" fmla="*/ 0 w 2"/>
                    <a:gd name="T5" fmla="*/ 0 h 2"/>
                    <a:gd name="T6" fmla="*/ 0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8"/>
                <p:cNvSpPr>
                  <a:spLocks/>
                </p:cNvSpPr>
                <p:nvPr/>
              </p:nvSpPr>
              <p:spPr bwMode="auto">
                <a:xfrm>
                  <a:off x="817563" y="1385889"/>
                  <a:ext cx="20638" cy="19050"/>
                </a:xfrm>
                <a:custGeom>
                  <a:avLst/>
                  <a:gdLst>
                    <a:gd name="T0" fmla="*/ 1 w 9"/>
                    <a:gd name="T1" fmla="*/ 1 h 8"/>
                    <a:gd name="T2" fmla="*/ 0 w 9"/>
                    <a:gd name="T3" fmla="*/ 3 h 8"/>
                    <a:gd name="T4" fmla="*/ 0 w 9"/>
                    <a:gd name="T5" fmla="*/ 3 h 8"/>
                    <a:gd name="T6" fmla="*/ 0 w 9"/>
                    <a:gd name="T7" fmla="*/ 3 h 8"/>
                    <a:gd name="T8" fmla="*/ 9 w 9"/>
                    <a:gd name="T9" fmla="*/ 7 h 8"/>
                    <a:gd name="T10" fmla="*/ 7 w 9"/>
                    <a:gd name="T11" fmla="*/ 4 h 8"/>
                    <a:gd name="T12" fmla="*/ 6 w 9"/>
                    <a:gd name="T13" fmla="*/ 5 h 8"/>
                    <a:gd name="T14" fmla="*/ 1 w 9"/>
                    <a:gd name="T15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8">
                      <a:moveTo>
                        <a:pt x="1" y="1"/>
                      </a:move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4"/>
                        <a:pt x="4" y="8"/>
                        <a:pt x="9" y="7"/>
                      </a:cubicBezTo>
                      <a:cubicBezTo>
                        <a:pt x="9" y="6"/>
                        <a:pt x="8" y="5"/>
                        <a:pt x="7" y="4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4" y="4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29"/>
                <p:cNvSpPr>
                  <a:spLocks/>
                </p:cNvSpPr>
                <p:nvPr/>
              </p:nvSpPr>
              <p:spPr bwMode="auto">
                <a:xfrm>
                  <a:off x="881063" y="1490664"/>
                  <a:ext cx="17463" cy="55563"/>
                </a:xfrm>
                <a:custGeom>
                  <a:avLst/>
                  <a:gdLst>
                    <a:gd name="T0" fmla="*/ 5 w 8"/>
                    <a:gd name="T1" fmla="*/ 4 h 24"/>
                    <a:gd name="T2" fmla="*/ 6 w 8"/>
                    <a:gd name="T3" fmla="*/ 4 h 24"/>
                    <a:gd name="T4" fmla="*/ 4 w 8"/>
                    <a:gd name="T5" fmla="*/ 1 h 24"/>
                    <a:gd name="T6" fmla="*/ 3 w 8"/>
                    <a:gd name="T7" fmla="*/ 0 h 24"/>
                    <a:gd name="T8" fmla="*/ 2 w 8"/>
                    <a:gd name="T9" fmla="*/ 0 h 24"/>
                    <a:gd name="T10" fmla="*/ 1 w 8"/>
                    <a:gd name="T11" fmla="*/ 24 h 24"/>
                    <a:gd name="T12" fmla="*/ 5 w 8"/>
                    <a:gd name="T13" fmla="*/ 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24">
                      <a:moveTo>
                        <a:pt x="5" y="4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3"/>
                        <a:pt x="4" y="2"/>
                        <a:pt x="4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7"/>
                        <a:pt x="1" y="16"/>
                        <a:pt x="1" y="24"/>
                      </a:cubicBezTo>
                      <a:cubicBezTo>
                        <a:pt x="8" y="23"/>
                        <a:pt x="4" y="11"/>
                        <a:pt x="5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30"/>
                <p:cNvSpPr>
                  <a:spLocks/>
                </p:cNvSpPr>
                <p:nvPr/>
              </p:nvSpPr>
              <p:spPr bwMode="auto">
                <a:xfrm>
                  <a:off x="1279526" y="1793877"/>
                  <a:ext cx="30163" cy="34925"/>
                </a:xfrm>
                <a:custGeom>
                  <a:avLst/>
                  <a:gdLst>
                    <a:gd name="T0" fmla="*/ 3 w 13"/>
                    <a:gd name="T1" fmla="*/ 6 h 15"/>
                    <a:gd name="T2" fmla="*/ 2 w 13"/>
                    <a:gd name="T3" fmla="*/ 6 h 15"/>
                    <a:gd name="T4" fmla="*/ 0 w 13"/>
                    <a:gd name="T5" fmla="*/ 13 h 15"/>
                    <a:gd name="T6" fmla="*/ 1 w 13"/>
                    <a:gd name="T7" fmla="*/ 14 h 15"/>
                    <a:gd name="T8" fmla="*/ 1 w 13"/>
                    <a:gd name="T9" fmla="*/ 13 h 15"/>
                    <a:gd name="T10" fmla="*/ 9 w 13"/>
                    <a:gd name="T11" fmla="*/ 13 h 15"/>
                    <a:gd name="T12" fmla="*/ 13 w 13"/>
                    <a:gd name="T13" fmla="*/ 0 h 15"/>
                    <a:gd name="T14" fmla="*/ 3 w 13"/>
                    <a:gd name="T15" fmla="*/ 6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" h="15">
                      <a:moveTo>
                        <a:pt x="3" y="6"/>
                      </a:move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8"/>
                        <a:pt x="1" y="11"/>
                        <a:pt x="0" y="13"/>
                      </a:cubicBezTo>
                      <a:cubicBezTo>
                        <a:pt x="0" y="13"/>
                        <a:pt x="0" y="13"/>
                        <a:pt x="1" y="14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5" y="11"/>
                        <a:pt x="6" y="15"/>
                        <a:pt x="9" y="13"/>
                      </a:cubicBezTo>
                      <a:cubicBezTo>
                        <a:pt x="5" y="7"/>
                        <a:pt x="13" y="6"/>
                        <a:pt x="13" y="0"/>
                      </a:cubicBezTo>
                      <a:cubicBezTo>
                        <a:pt x="9" y="1"/>
                        <a:pt x="5" y="2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31"/>
                <p:cNvSpPr>
                  <a:spLocks/>
                </p:cNvSpPr>
                <p:nvPr/>
              </p:nvSpPr>
              <p:spPr bwMode="auto">
                <a:xfrm>
                  <a:off x="1255713" y="1792289"/>
                  <a:ext cx="26988" cy="26988"/>
                </a:xfrm>
                <a:custGeom>
                  <a:avLst/>
                  <a:gdLst>
                    <a:gd name="T0" fmla="*/ 10 w 11"/>
                    <a:gd name="T1" fmla="*/ 6 h 12"/>
                    <a:gd name="T2" fmla="*/ 10 w 11"/>
                    <a:gd name="T3" fmla="*/ 6 h 12"/>
                    <a:gd name="T4" fmla="*/ 9 w 11"/>
                    <a:gd name="T5" fmla="*/ 5 h 12"/>
                    <a:gd name="T6" fmla="*/ 1 w 11"/>
                    <a:gd name="T7" fmla="*/ 4 h 12"/>
                    <a:gd name="T8" fmla="*/ 0 w 11"/>
                    <a:gd name="T9" fmla="*/ 4 h 12"/>
                    <a:gd name="T10" fmla="*/ 0 w 11"/>
                    <a:gd name="T11" fmla="*/ 6 h 12"/>
                    <a:gd name="T12" fmla="*/ 2 w 11"/>
                    <a:gd name="T13" fmla="*/ 11 h 12"/>
                    <a:gd name="T14" fmla="*/ 6 w 11"/>
                    <a:gd name="T15" fmla="*/ 12 h 12"/>
                    <a:gd name="T16" fmla="*/ 8 w 11"/>
                    <a:gd name="T17" fmla="*/ 12 h 12"/>
                    <a:gd name="T18" fmla="*/ 10 w 11"/>
                    <a:gd name="T19" fmla="*/ 6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2">
                      <a:moveTo>
                        <a:pt x="10" y="6"/>
                      </a:move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7" y="5"/>
                        <a:pt x="3" y="0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5"/>
                        <a:pt x="0" y="6"/>
                      </a:cubicBezTo>
                      <a:cubicBezTo>
                        <a:pt x="1" y="7"/>
                        <a:pt x="1" y="9"/>
                        <a:pt x="2" y="11"/>
                      </a:cubicBezTo>
                      <a:cubicBezTo>
                        <a:pt x="3" y="11"/>
                        <a:pt x="5" y="12"/>
                        <a:pt x="6" y="12"/>
                      </a:cubicBezTo>
                      <a:cubicBezTo>
                        <a:pt x="7" y="12"/>
                        <a:pt x="7" y="12"/>
                        <a:pt x="8" y="12"/>
                      </a:cubicBezTo>
                      <a:cubicBezTo>
                        <a:pt x="10" y="11"/>
                        <a:pt x="11" y="9"/>
                        <a:pt x="1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32"/>
                <p:cNvSpPr>
                  <a:spLocks/>
                </p:cNvSpPr>
                <p:nvPr/>
              </p:nvSpPr>
              <p:spPr bwMode="auto">
                <a:xfrm>
                  <a:off x="1444626" y="1827214"/>
                  <a:ext cx="15875" cy="11113"/>
                </a:xfrm>
                <a:custGeom>
                  <a:avLst/>
                  <a:gdLst>
                    <a:gd name="T0" fmla="*/ 5 w 7"/>
                    <a:gd name="T1" fmla="*/ 0 h 5"/>
                    <a:gd name="T2" fmla="*/ 0 w 7"/>
                    <a:gd name="T3" fmla="*/ 2 h 5"/>
                    <a:gd name="T4" fmla="*/ 2 w 7"/>
                    <a:gd name="T5" fmla="*/ 3 h 5"/>
                    <a:gd name="T6" fmla="*/ 0 w 7"/>
                    <a:gd name="T7" fmla="*/ 3 h 5"/>
                    <a:gd name="T8" fmla="*/ 3 w 7"/>
                    <a:gd name="T9" fmla="*/ 4 h 5"/>
                    <a:gd name="T10" fmla="*/ 4 w 7"/>
                    <a:gd name="T11" fmla="*/ 5 h 5"/>
                    <a:gd name="T12" fmla="*/ 4 w 7"/>
                    <a:gd name="T13" fmla="*/ 4 h 5"/>
                    <a:gd name="T14" fmla="*/ 6 w 7"/>
                    <a:gd name="T15" fmla="*/ 1 h 5"/>
                    <a:gd name="T16" fmla="*/ 7 w 7"/>
                    <a:gd name="T17" fmla="*/ 1 h 5"/>
                    <a:gd name="T18" fmla="*/ 5 w 7"/>
                    <a:gd name="T1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5">
                      <a:moveTo>
                        <a:pt x="5" y="0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4"/>
                        <a:pt x="4" y="4"/>
                        <a:pt x="4" y="5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5" y="3"/>
                        <a:pt x="6" y="3"/>
                        <a:pt x="6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33"/>
                <p:cNvSpPr>
                  <a:spLocks/>
                </p:cNvSpPr>
                <p:nvPr/>
              </p:nvSpPr>
              <p:spPr bwMode="auto">
                <a:xfrm>
                  <a:off x="1222376" y="1779589"/>
                  <a:ext cx="31750" cy="14288"/>
                </a:xfrm>
                <a:custGeom>
                  <a:avLst/>
                  <a:gdLst>
                    <a:gd name="T0" fmla="*/ 10 w 14"/>
                    <a:gd name="T1" fmla="*/ 0 h 6"/>
                    <a:gd name="T2" fmla="*/ 2 w 14"/>
                    <a:gd name="T3" fmla="*/ 2 h 6"/>
                    <a:gd name="T4" fmla="*/ 0 w 14"/>
                    <a:gd name="T5" fmla="*/ 3 h 6"/>
                    <a:gd name="T6" fmla="*/ 5 w 14"/>
                    <a:gd name="T7" fmla="*/ 5 h 6"/>
                    <a:gd name="T8" fmla="*/ 9 w 14"/>
                    <a:gd name="T9" fmla="*/ 6 h 6"/>
                    <a:gd name="T10" fmla="*/ 8 w 14"/>
                    <a:gd name="T11" fmla="*/ 5 h 6"/>
                    <a:gd name="T12" fmla="*/ 14 w 14"/>
                    <a:gd name="T13" fmla="*/ 2 h 6"/>
                    <a:gd name="T14" fmla="*/ 10 w 14"/>
                    <a:gd name="T1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6">
                      <a:moveTo>
                        <a:pt x="10" y="0"/>
                      </a:moveTo>
                      <a:cubicBezTo>
                        <a:pt x="9" y="3"/>
                        <a:pt x="2" y="0"/>
                        <a:pt x="2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5"/>
                        <a:pt x="3" y="5"/>
                        <a:pt x="5" y="5"/>
                      </a:cubicBezTo>
                      <a:cubicBezTo>
                        <a:pt x="6" y="6"/>
                        <a:pt x="8" y="6"/>
                        <a:pt x="9" y="6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11" y="5"/>
                        <a:pt x="13" y="5"/>
                        <a:pt x="14" y="2"/>
                      </a:cubicBezTo>
                      <a:cubicBezTo>
                        <a:pt x="12" y="2"/>
                        <a:pt x="12" y="0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34"/>
                <p:cNvSpPr>
                  <a:spLocks/>
                </p:cNvSpPr>
                <p:nvPr/>
              </p:nvSpPr>
              <p:spPr bwMode="auto">
                <a:xfrm>
                  <a:off x="1174751" y="1758952"/>
                  <a:ext cx="12700" cy="20638"/>
                </a:xfrm>
                <a:custGeom>
                  <a:avLst/>
                  <a:gdLst>
                    <a:gd name="T0" fmla="*/ 0 w 5"/>
                    <a:gd name="T1" fmla="*/ 5 h 9"/>
                    <a:gd name="T2" fmla="*/ 0 w 5"/>
                    <a:gd name="T3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9">
                      <a:moveTo>
                        <a:pt x="0" y="5"/>
                      </a:moveTo>
                      <a:cubicBezTo>
                        <a:pt x="5" y="9"/>
                        <a:pt x="4" y="0"/>
                        <a:pt x="0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35"/>
                <p:cNvSpPr>
                  <a:spLocks/>
                </p:cNvSpPr>
                <p:nvPr/>
              </p:nvSpPr>
              <p:spPr bwMode="auto">
                <a:xfrm>
                  <a:off x="765176" y="1362077"/>
                  <a:ext cx="1588" cy="4763"/>
                </a:xfrm>
                <a:custGeom>
                  <a:avLst/>
                  <a:gdLst>
                    <a:gd name="T0" fmla="*/ 1 w 1"/>
                    <a:gd name="T1" fmla="*/ 0 h 3"/>
                    <a:gd name="T2" fmla="*/ 0 w 1"/>
                    <a:gd name="T3" fmla="*/ 2 h 3"/>
                    <a:gd name="T4" fmla="*/ 1 w 1"/>
                    <a:gd name="T5" fmla="*/ 3 h 3"/>
                    <a:gd name="T6" fmla="*/ 1 w 1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3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36"/>
                <p:cNvSpPr>
                  <a:spLocks/>
                </p:cNvSpPr>
                <p:nvPr/>
              </p:nvSpPr>
              <p:spPr bwMode="auto">
                <a:xfrm>
                  <a:off x="1787526" y="1792289"/>
                  <a:ext cx="15875" cy="9525"/>
                </a:xfrm>
                <a:custGeom>
                  <a:avLst/>
                  <a:gdLst>
                    <a:gd name="T0" fmla="*/ 1 w 7"/>
                    <a:gd name="T1" fmla="*/ 1 h 4"/>
                    <a:gd name="T2" fmla="*/ 0 w 7"/>
                    <a:gd name="T3" fmla="*/ 2 h 4"/>
                    <a:gd name="T4" fmla="*/ 2 w 7"/>
                    <a:gd name="T5" fmla="*/ 4 h 4"/>
                    <a:gd name="T6" fmla="*/ 2 w 7"/>
                    <a:gd name="T7" fmla="*/ 3 h 4"/>
                    <a:gd name="T8" fmla="*/ 7 w 7"/>
                    <a:gd name="T9" fmla="*/ 0 h 4"/>
                    <a:gd name="T10" fmla="*/ 1 w 7"/>
                    <a:gd name="T11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4">
                      <a:moveTo>
                        <a:pt x="1" y="1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5" y="3"/>
                        <a:pt x="7" y="2"/>
                        <a:pt x="7" y="0"/>
                      </a:cubicBezTo>
                      <a:cubicBezTo>
                        <a:pt x="4" y="0"/>
                        <a:pt x="2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37"/>
                <p:cNvSpPr>
                  <a:spLocks/>
                </p:cNvSpPr>
                <p:nvPr/>
              </p:nvSpPr>
              <p:spPr bwMode="auto">
                <a:xfrm>
                  <a:off x="1692276" y="1917702"/>
                  <a:ext cx="3175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0 w 2"/>
                    <a:gd name="T5" fmla="*/ 1 h 1"/>
                    <a:gd name="T6" fmla="*/ 2 w 2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38"/>
                <p:cNvSpPr>
                  <a:spLocks/>
                </p:cNvSpPr>
                <p:nvPr/>
              </p:nvSpPr>
              <p:spPr bwMode="auto">
                <a:xfrm>
                  <a:off x="2209801" y="1371602"/>
                  <a:ext cx="20638" cy="28575"/>
                </a:xfrm>
                <a:custGeom>
                  <a:avLst/>
                  <a:gdLst>
                    <a:gd name="T0" fmla="*/ 5 w 9"/>
                    <a:gd name="T1" fmla="*/ 0 h 12"/>
                    <a:gd name="T2" fmla="*/ 1 w 9"/>
                    <a:gd name="T3" fmla="*/ 11 h 12"/>
                    <a:gd name="T4" fmla="*/ 9 w 9"/>
                    <a:gd name="T5" fmla="*/ 0 h 12"/>
                    <a:gd name="T6" fmla="*/ 5 w 9"/>
                    <a:gd name="T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12">
                      <a:moveTo>
                        <a:pt x="5" y="0"/>
                      </a:moveTo>
                      <a:cubicBezTo>
                        <a:pt x="7" y="7"/>
                        <a:pt x="0" y="5"/>
                        <a:pt x="1" y="11"/>
                      </a:cubicBezTo>
                      <a:cubicBezTo>
                        <a:pt x="9" y="12"/>
                        <a:pt x="9" y="6"/>
                        <a:pt x="9" y="0"/>
                      </a:cubicBez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39"/>
                <p:cNvSpPr>
                  <a:spLocks/>
                </p:cNvSpPr>
                <p:nvPr/>
              </p:nvSpPr>
              <p:spPr bwMode="auto">
                <a:xfrm>
                  <a:off x="2249488" y="1520827"/>
                  <a:ext cx="9525" cy="11113"/>
                </a:xfrm>
                <a:custGeom>
                  <a:avLst/>
                  <a:gdLst>
                    <a:gd name="T0" fmla="*/ 1 w 4"/>
                    <a:gd name="T1" fmla="*/ 0 h 5"/>
                    <a:gd name="T2" fmla="*/ 0 w 4"/>
                    <a:gd name="T3" fmla="*/ 2 h 5"/>
                    <a:gd name="T4" fmla="*/ 2 w 4"/>
                    <a:gd name="T5" fmla="*/ 4 h 5"/>
                    <a:gd name="T6" fmla="*/ 1 w 4"/>
                    <a:gd name="T7" fmla="*/ 5 h 5"/>
                    <a:gd name="T8" fmla="*/ 4 w 4"/>
                    <a:gd name="T9" fmla="*/ 3 h 5"/>
                    <a:gd name="T10" fmla="*/ 1 w 4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5">
                      <a:moveTo>
                        <a:pt x="1" y="0"/>
                      </a:move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4"/>
                        <a:pt x="2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3" y="5"/>
                        <a:pt x="3" y="4"/>
                        <a:pt x="4" y="3"/>
                      </a:cubicBezTo>
                      <a:cubicBezTo>
                        <a:pt x="3" y="2"/>
                        <a:pt x="2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40"/>
                <p:cNvSpPr>
                  <a:spLocks/>
                </p:cNvSpPr>
                <p:nvPr/>
              </p:nvSpPr>
              <p:spPr bwMode="auto">
                <a:xfrm>
                  <a:off x="1692276" y="1924052"/>
                  <a:ext cx="4763" cy="3175"/>
                </a:xfrm>
                <a:custGeom>
                  <a:avLst/>
                  <a:gdLst>
                    <a:gd name="T0" fmla="*/ 0 w 3"/>
                    <a:gd name="T1" fmla="*/ 0 h 2"/>
                    <a:gd name="T2" fmla="*/ 2 w 3"/>
                    <a:gd name="T3" fmla="*/ 2 h 2"/>
                    <a:gd name="T4" fmla="*/ 3 w 3"/>
                    <a:gd name="T5" fmla="*/ 0 h 2"/>
                    <a:gd name="T6" fmla="*/ 0 w 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41"/>
                <p:cNvSpPr>
                  <a:spLocks/>
                </p:cNvSpPr>
                <p:nvPr/>
              </p:nvSpPr>
              <p:spPr bwMode="auto">
                <a:xfrm>
                  <a:off x="2265363" y="1149352"/>
                  <a:ext cx="15875" cy="12700"/>
                </a:xfrm>
                <a:custGeom>
                  <a:avLst/>
                  <a:gdLst>
                    <a:gd name="T0" fmla="*/ 7 w 7"/>
                    <a:gd name="T1" fmla="*/ 5 h 6"/>
                    <a:gd name="T2" fmla="*/ 7 w 7"/>
                    <a:gd name="T3" fmla="*/ 5 h 6"/>
                    <a:gd name="T4" fmla="*/ 7 w 7"/>
                    <a:gd name="T5" fmla="*/ 5 h 6"/>
                    <a:gd name="T6" fmla="*/ 6 w 7"/>
                    <a:gd name="T7" fmla="*/ 2 h 6"/>
                    <a:gd name="T8" fmla="*/ 6 w 7"/>
                    <a:gd name="T9" fmla="*/ 2 h 6"/>
                    <a:gd name="T10" fmla="*/ 5 w 7"/>
                    <a:gd name="T11" fmla="*/ 2 h 6"/>
                    <a:gd name="T12" fmla="*/ 0 w 7"/>
                    <a:gd name="T13" fmla="*/ 2 h 6"/>
                    <a:gd name="T14" fmla="*/ 1 w 7"/>
                    <a:gd name="T15" fmla="*/ 6 h 6"/>
                    <a:gd name="T16" fmla="*/ 7 w 7"/>
                    <a:gd name="T17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6">
                      <a:moveTo>
                        <a:pt x="7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3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0"/>
                        <a:pt x="2" y="0"/>
                        <a:pt x="0" y="2"/>
                      </a:cubicBezTo>
                      <a:cubicBezTo>
                        <a:pt x="0" y="4"/>
                        <a:pt x="1" y="4"/>
                        <a:pt x="1" y="6"/>
                      </a:cubicBezTo>
                      <a:cubicBezTo>
                        <a:pt x="4" y="6"/>
                        <a:pt x="4" y="4"/>
                        <a:pt x="7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42"/>
                <p:cNvSpPr>
                  <a:spLocks/>
                </p:cNvSpPr>
                <p:nvPr/>
              </p:nvSpPr>
              <p:spPr bwMode="auto">
                <a:xfrm>
                  <a:off x="1381126" y="206377"/>
                  <a:ext cx="22225" cy="14288"/>
                </a:xfrm>
                <a:custGeom>
                  <a:avLst/>
                  <a:gdLst>
                    <a:gd name="T0" fmla="*/ 8 w 9"/>
                    <a:gd name="T1" fmla="*/ 1 h 6"/>
                    <a:gd name="T2" fmla="*/ 0 w 9"/>
                    <a:gd name="T3" fmla="*/ 4 h 6"/>
                    <a:gd name="T4" fmla="*/ 8 w 9"/>
                    <a:gd name="T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1"/>
                      </a:moveTo>
                      <a:cubicBezTo>
                        <a:pt x="4" y="1"/>
                        <a:pt x="0" y="0"/>
                        <a:pt x="0" y="4"/>
                      </a:cubicBezTo>
                      <a:cubicBezTo>
                        <a:pt x="2" y="3"/>
                        <a:pt x="9" y="6"/>
                        <a:pt x="8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43"/>
                <p:cNvSpPr>
                  <a:spLocks/>
                </p:cNvSpPr>
                <p:nvPr/>
              </p:nvSpPr>
              <p:spPr bwMode="auto">
                <a:xfrm>
                  <a:off x="1089026" y="306389"/>
                  <a:ext cx="17463" cy="9525"/>
                </a:xfrm>
                <a:custGeom>
                  <a:avLst/>
                  <a:gdLst>
                    <a:gd name="T0" fmla="*/ 2 w 7"/>
                    <a:gd name="T1" fmla="*/ 4 h 4"/>
                    <a:gd name="T2" fmla="*/ 5 w 7"/>
                    <a:gd name="T3" fmla="*/ 4 h 4"/>
                    <a:gd name="T4" fmla="*/ 1 w 7"/>
                    <a:gd name="T5" fmla="*/ 3 h 4"/>
                    <a:gd name="T6" fmla="*/ 2 w 7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4">
                      <a:moveTo>
                        <a:pt x="2" y="4"/>
                      </a:move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7" y="1"/>
                        <a:pt x="0" y="0"/>
                        <a:pt x="1" y="3"/>
                      </a:cubicBezTo>
                      <a:cubicBezTo>
                        <a:pt x="2" y="3"/>
                        <a:pt x="2" y="3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44"/>
                <p:cNvSpPr>
                  <a:spLocks/>
                </p:cNvSpPr>
                <p:nvPr/>
              </p:nvSpPr>
              <p:spPr bwMode="auto">
                <a:xfrm>
                  <a:off x="639763" y="474664"/>
                  <a:ext cx="238125" cy="439738"/>
                </a:xfrm>
                <a:custGeom>
                  <a:avLst/>
                  <a:gdLst>
                    <a:gd name="T0" fmla="*/ 11 w 103"/>
                    <a:gd name="T1" fmla="*/ 189 h 189"/>
                    <a:gd name="T2" fmla="*/ 14 w 103"/>
                    <a:gd name="T3" fmla="*/ 164 h 189"/>
                    <a:gd name="T4" fmla="*/ 13 w 103"/>
                    <a:gd name="T5" fmla="*/ 163 h 189"/>
                    <a:gd name="T6" fmla="*/ 13 w 103"/>
                    <a:gd name="T7" fmla="*/ 163 h 189"/>
                    <a:gd name="T8" fmla="*/ 103 w 103"/>
                    <a:gd name="T9" fmla="*/ 2 h 189"/>
                    <a:gd name="T10" fmla="*/ 103 w 103"/>
                    <a:gd name="T11" fmla="*/ 1 h 189"/>
                    <a:gd name="T12" fmla="*/ 101 w 103"/>
                    <a:gd name="T13" fmla="*/ 1 h 189"/>
                    <a:gd name="T14" fmla="*/ 11 w 103"/>
                    <a:gd name="T15" fmla="*/ 161 h 189"/>
                    <a:gd name="T16" fmla="*/ 11 w 103"/>
                    <a:gd name="T17" fmla="*/ 160 h 189"/>
                    <a:gd name="T18" fmla="*/ 11 w 103"/>
                    <a:gd name="T19" fmla="*/ 189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3" h="189">
                      <a:moveTo>
                        <a:pt x="11" y="189"/>
                      </a:moveTo>
                      <a:cubicBezTo>
                        <a:pt x="13" y="182"/>
                        <a:pt x="14" y="173"/>
                        <a:pt x="14" y="164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32" y="100"/>
                        <a:pt x="63" y="45"/>
                        <a:pt x="103" y="2"/>
                      </a:cubicBezTo>
                      <a:cubicBezTo>
                        <a:pt x="103" y="2"/>
                        <a:pt x="103" y="1"/>
                        <a:pt x="103" y="1"/>
                      </a:cubicBezTo>
                      <a:cubicBezTo>
                        <a:pt x="102" y="0"/>
                        <a:pt x="102" y="0"/>
                        <a:pt x="101" y="1"/>
                      </a:cubicBezTo>
                      <a:cubicBezTo>
                        <a:pt x="62" y="43"/>
                        <a:pt x="31" y="99"/>
                        <a:pt x="11" y="161"/>
                      </a:cubicBezTo>
                      <a:cubicBezTo>
                        <a:pt x="11" y="160"/>
                        <a:pt x="11" y="160"/>
                        <a:pt x="11" y="160"/>
                      </a:cubicBezTo>
                      <a:cubicBezTo>
                        <a:pt x="8" y="169"/>
                        <a:pt x="0" y="184"/>
                        <a:pt x="11" y="18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Rectangle 45"/>
                <p:cNvSpPr>
                  <a:spLocks noChangeArrowheads="1"/>
                </p:cNvSpPr>
                <p:nvPr/>
              </p:nvSpPr>
              <p:spPr bwMode="auto">
                <a:xfrm>
                  <a:off x="1008063" y="496889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46"/>
                <p:cNvSpPr>
                  <a:spLocks/>
                </p:cNvSpPr>
                <p:nvPr/>
              </p:nvSpPr>
              <p:spPr bwMode="auto">
                <a:xfrm>
                  <a:off x="2265363" y="647702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4 w 4"/>
                    <a:gd name="T3" fmla="*/ 0 h 5"/>
                    <a:gd name="T4" fmla="*/ 0 w 4"/>
                    <a:gd name="T5" fmla="*/ 0 h 5"/>
                    <a:gd name="T6" fmla="*/ 4 w 4"/>
                    <a:gd name="T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1" y="5"/>
                        <a:pt x="4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Rectangle 47"/>
                <p:cNvSpPr>
                  <a:spLocks noChangeArrowheads="1"/>
                </p:cNvSpPr>
                <p:nvPr/>
              </p:nvSpPr>
              <p:spPr bwMode="auto">
                <a:xfrm>
                  <a:off x="2259013" y="855664"/>
                  <a:ext cx="635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48"/>
                <p:cNvSpPr>
                  <a:spLocks/>
                </p:cNvSpPr>
                <p:nvPr/>
              </p:nvSpPr>
              <p:spPr bwMode="auto">
                <a:xfrm>
                  <a:off x="635001" y="938214"/>
                  <a:ext cx="26988" cy="33338"/>
                </a:xfrm>
                <a:custGeom>
                  <a:avLst/>
                  <a:gdLst>
                    <a:gd name="T0" fmla="*/ 2 w 12"/>
                    <a:gd name="T1" fmla="*/ 14 h 15"/>
                    <a:gd name="T2" fmla="*/ 8 w 12"/>
                    <a:gd name="T3" fmla="*/ 4 h 15"/>
                    <a:gd name="T4" fmla="*/ 7 w 12"/>
                    <a:gd name="T5" fmla="*/ 3 h 15"/>
                    <a:gd name="T6" fmla="*/ 7 w 12"/>
                    <a:gd name="T7" fmla="*/ 3 h 15"/>
                    <a:gd name="T8" fmla="*/ 8 w 12"/>
                    <a:gd name="T9" fmla="*/ 2 h 15"/>
                    <a:gd name="T10" fmla="*/ 9 w 12"/>
                    <a:gd name="T11" fmla="*/ 0 h 15"/>
                    <a:gd name="T12" fmla="*/ 7 w 12"/>
                    <a:gd name="T13" fmla="*/ 0 h 15"/>
                    <a:gd name="T14" fmla="*/ 6 w 12"/>
                    <a:gd name="T15" fmla="*/ 1 h 15"/>
                    <a:gd name="T16" fmla="*/ 5 w 12"/>
                    <a:gd name="T17" fmla="*/ 2 h 15"/>
                    <a:gd name="T18" fmla="*/ 5 w 12"/>
                    <a:gd name="T19" fmla="*/ 0 h 15"/>
                    <a:gd name="T20" fmla="*/ 2 w 12"/>
                    <a:gd name="T21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15">
                      <a:moveTo>
                        <a:pt x="2" y="14"/>
                      </a:moveTo>
                      <a:cubicBezTo>
                        <a:pt x="10" y="15"/>
                        <a:pt x="12" y="8"/>
                        <a:pt x="8" y="4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1"/>
                        <a:pt x="9" y="1"/>
                        <a:pt x="9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7" y="0"/>
                        <a:pt x="6" y="1"/>
                        <a:pt x="6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0" y="1"/>
                        <a:pt x="3" y="9"/>
                        <a:pt x="2" y="1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49"/>
                <p:cNvSpPr>
                  <a:spLocks/>
                </p:cNvSpPr>
                <p:nvPr/>
              </p:nvSpPr>
              <p:spPr bwMode="auto">
                <a:xfrm>
                  <a:off x="2255838" y="941389"/>
                  <a:ext cx="19050" cy="17463"/>
                </a:xfrm>
                <a:custGeom>
                  <a:avLst/>
                  <a:gdLst>
                    <a:gd name="T0" fmla="*/ 0 w 8"/>
                    <a:gd name="T1" fmla="*/ 2 h 7"/>
                    <a:gd name="T2" fmla="*/ 7 w 8"/>
                    <a:gd name="T3" fmla="*/ 5 h 7"/>
                    <a:gd name="T4" fmla="*/ 0 w 8"/>
                    <a:gd name="T5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7">
                      <a:moveTo>
                        <a:pt x="0" y="2"/>
                      </a:moveTo>
                      <a:cubicBezTo>
                        <a:pt x="0" y="7"/>
                        <a:pt x="3" y="6"/>
                        <a:pt x="7" y="5"/>
                      </a:cubicBezTo>
                      <a:cubicBezTo>
                        <a:pt x="8" y="0"/>
                        <a:pt x="2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84413" y="963614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51"/>
                <p:cNvSpPr>
                  <a:spLocks/>
                </p:cNvSpPr>
                <p:nvPr/>
              </p:nvSpPr>
              <p:spPr bwMode="auto">
                <a:xfrm>
                  <a:off x="706438" y="965202"/>
                  <a:ext cx="14288" cy="15875"/>
                </a:xfrm>
                <a:custGeom>
                  <a:avLst/>
                  <a:gdLst>
                    <a:gd name="T0" fmla="*/ 6 w 6"/>
                    <a:gd name="T1" fmla="*/ 7 h 7"/>
                    <a:gd name="T2" fmla="*/ 3 w 6"/>
                    <a:gd name="T3" fmla="*/ 0 h 7"/>
                    <a:gd name="T4" fmla="*/ 2 w 6"/>
                    <a:gd name="T5" fmla="*/ 7 h 7"/>
                    <a:gd name="T6" fmla="*/ 6 w 6"/>
                    <a:gd name="T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6" y="7"/>
                      </a:moveTo>
                      <a:cubicBezTo>
                        <a:pt x="6" y="4"/>
                        <a:pt x="6" y="1"/>
                        <a:pt x="3" y="0"/>
                      </a:cubicBezTo>
                      <a:cubicBezTo>
                        <a:pt x="3" y="3"/>
                        <a:pt x="0" y="5"/>
                        <a:pt x="2" y="7"/>
                      </a:cubicBezTo>
                      <a:lnTo>
                        <a:pt x="6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52"/>
                <p:cNvSpPr>
                  <a:spLocks/>
                </p:cNvSpPr>
                <p:nvPr/>
              </p:nvSpPr>
              <p:spPr bwMode="auto">
                <a:xfrm>
                  <a:off x="631826" y="981077"/>
                  <a:ext cx="19050" cy="20638"/>
                </a:xfrm>
                <a:custGeom>
                  <a:avLst/>
                  <a:gdLst>
                    <a:gd name="T0" fmla="*/ 7 w 8"/>
                    <a:gd name="T1" fmla="*/ 7 h 9"/>
                    <a:gd name="T2" fmla="*/ 2 w 8"/>
                    <a:gd name="T3" fmla="*/ 0 h 9"/>
                    <a:gd name="T4" fmla="*/ 1 w 8"/>
                    <a:gd name="T5" fmla="*/ 8 h 9"/>
                    <a:gd name="T6" fmla="*/ 7 w 8"/>
                    <a:gd name="T7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9">
                      <a:moveTo>
                        <a:pt x="7" y="7"/>
                      </a:moveTo>
                      <a:cubicBezTo>
                        <a:pt x="8" y="2"/>
                        <a:pt x="6" y="0"/>
                        <a:pt x="2" y="0"/>
                      </a:cubicBezTo>
                      <a:cubicBezTo>
                        <a:pt x="0" y="2"/>
                        <a:pt x="0" y="5"/>
                        <a:pt x="1" y="8"/>
                      </a:cubicBezTo>
                      <a:cubicBezTo>
                        <a:pt x="4" y="9"/>
                        <a:pt x="6" y="8"/>
                        <a:pt x="7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53"/>
                <p:cNvSpPr>
                  <a:spLocks/>
                </p:cNvSpPr>
                <p:nvPr/>
              </p:nvSpPr>
              <p:spPr bwMode="auto">
                <a:xfrm>
                  <a:off x="2374901" y="998539"/>
                  <a:ext cx="12700" cy="20638"/>
                </a:xfrm>
                <a:custGeom>
                  <a:avLst/>
                  <a:gdLst>
                    <a:gd name="T0" fmla="*/ 0 w 6"/>
                    <a:gd name="T1" fmla="*/ 0 h 9"/>
                    <a:gd name="T2" fmla="*/ 0 w 6"/>
                    <a:gd name="T3" fmla="*/ 8 h 9"/>
                    <a:gd name="T4" fmla="*/ 0 w 6"/>
                    <a:gd name="T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9">
                      <a:moveTo>
                        <a:pt x="0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6" y="9"/>
                        <a:pt x="3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Rectangle 54"/>
                <p:cNvSpPr>
                  <a:spLocks noChangeArrowheads="1"/>
                </p:cNvSpPr>
                <p:nvPr/>
              </p:nvSpPr>
              <p:spPr bwMode="auto">
                <a:xfrm>
                  <a:off x="2259013" y="1000127"/>
                  <a:ext cx="6350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55"/>
                <p:cNvSpPr>
                  <a:spLocks/>
                </p:cNvSpPr>
                <p:nvPr/>
              </p:nvSpPr>
              <p:spPr bwMode="auto">
                <a:xfrm>
                  <a:off x="628651" y="1004889"/>
                  <a:ext cx="20638" cy="15875"/>
                </a:xfrm>
                <a:custGeom>
                  <a:avLst/>
                  <a:gdLst>
                    <a:gd name="T0" fmla="*/ 8 w 9"/>
                    <a:gd name="T1" fmla="*/ 5 h 7"/>
                    <a:gd name="T2" fmla="*/ 1 w 9"/>
                    <a:gd name="T3" fmla="*/ 2 h 7"/>
                    <a:gd name="T4" fmla="*/ 8 w 9"/>
                    <a:gd name="T5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7">
                      <a:moveTo>
                        <a:pt x="8" y="5"/>
                      </a:moveTo>
                      <a:cubicBezTo>
                        <a:pt x="9" y="0"/>
                        <a:pt x="3" y="0"/>
                        <a:pt x="1" y="2"/>
                      </a:cubicBezTo>
                      <a:cubicBezTo>
                        <a:pt x="0" y="7"/>
                        <a:pt x="6" y="7"/>
                        <a:pt x="8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56"/>
                <p:cNvSpPr>
                  <a:spLocks/>
                </p:cNvSpPr>
                <p:nvPr/>
              </p:nvSpPr>
              <p:spPr bwMode="auto">
                <a:xfrm>
                  <a:off x="2301876" y="1014414"/>
                  <a:ext cx="23813" cy="41275"/>
                </a:xfrm>
                <a:custGeom>
                  <a:avLst/>
                  <a:gdLst>
                    <a:gd name="T0" fmla="*/ 7 w 10"/>
                    <a:gd name="T1" fmla="*/ 17 h 18"/>
                    <a:gd name="T2" fmla="*/ 4 w 10"/>
                    <a:gd name="T3" fmla="*/ 1 h 18"/>
                    <a:gd name="T4" fmla="*/ 7 w 10"/>
                    <a:gd name="T5" fmla="*/ 17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8">
                      <a:moveTo>
                        <a:pt x="7" y="17"/>
                      </a:moveTo>
                      <a:cubicBezTo>
                        <a:pt x="9" y="14"/>
                        <a:pt x="10" y="0"/>
                        <a:pt x="4" y="1"/>
                      </a:cubicBezTo>
                      <a:cubicBezTo>
                        <a:pt x="3" y="4"/>
                        <a:pt x="0" y="18"/>
                        <a:pt x="7" y="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57"/>
                <p:cNvSpPr>
                  <a:spLocks/>
                </p:cNvSpPr>
                <p:nvPr/>
              </p:nvSpPr>
              <p:spPr bwMode="auto">
                <a:xfrm>
                  <a:off x="620713" y="1025527"/>
                  <a:ext cx="247650" cy="647700"/>
                </a:xfrm>
                <a:custGeom>
                  <a:avLst/>
                  <a:gdLst>
                    <a:gd name="T0" fmla="*/ 69 w 107"/>
                    <a:gd name="T1" fmla="*/ 217 h 279"/>
                    <a:gd name="T2" fmla="*/ 59 w 107"/>
                    <a:gd name="T3" fmla="*/ 216 h 279"/>
                    <a:gd name="T4" fmla="*/ 58 w 107"/>
                    <a:gd name="T5" fmla="*/ 214 h 279"/>
                    <a:gd name="T6" fmla="*/ 59 w 107"/>
                    <a:gd name="T7" fmla="*/ 215 h 279"/>
                    <a:gd name="T8" fmla="*/ 63 w 107"/>
                    <a:gd name="T9" fmla="*/ 207 h 279"/>
                    <a:gd name="T10" fmla="*/ 48 w 107"/>
                    <a:gd name="T11" fmla="*/ 188 h 279"/>
                    <a:gd name="T12" fmla="*/ 39 w 107"/>
                    <a:gd name="T13" fmla="*/ 165 h 279"/>
                    <a:gd name="T14" fmla="*/ 39 w 107"/>
                    <a:gd name="T15" fmla="*/ 158 h 279"/>
                    <a:gd name="T16" fmla="*/ 32 w 107"/>
                    <a:gd name="T17" fmla="*/ 146 h 279"/>
                    <a:gd name="T18" fmla="*/ 27 w 107"/>
                    <a:gd name="T19" fmla="*/ 131 h 279"/>
                    <a:gd name="T20" fmla="*/ 12 w 107"/>
                    <a:gd name="T21" fmla="*/ 13 h 279"/>
                    <a:gd name="T22" fmla="*/ 8 w 107"/>
                    <a:gd name="T23" fmla="*/ 11 h 279"/>
                    <a:gd name="T24" fmla="*/ 8 w 107"/>
                    <a:gd name="T25" fmla="*/ 9 h 279"/>
                    <a:gd name="T26" fmla="*/ 12 w 107"/>
                    <a:gd name="T27" fmla="*/ 0 h 279"/>
                    <a:gd name="T28" fmla="*/ 4 w 107"/>
                    <a:gd name="T29" fmla="*/ 1 h 279"/>
                    <a:gd name="T30" fmla="*/ 6 w 107"/>
                    <a:gd name="T31" fmla="*/ 8 h 279"/>
                    <a:gd name="T32" fmla="*/ 6 w 107"/>
                    <a:gd name="T33" fmla="*/ 8 h 279"/>
                    <a:gd name="T34" fmla="*/ 6 w 107"/>
                    <a:gd name="T35" fmla="*/ 12 h 279"/>
                    <a:gd name="T36" fmla="*/ 6 w 107"/>
                    <a:gd name="T37" fmla="*/ 12 h 279"/>
                    <a:gd name="T38" fmla="*/ 36 w 107"/>
                    <a:gd name="T39" fmla="*/ 180 h 279"/>
                    <a:gd name="T40" fmla="*/ 42 w 107"/>
                    <a:gd name="T41" fmla="*/ 182 h 279"/>
                    <a:gd name="T42" fmla="*/ 55 w 107"/>
                    <a:gd name="T43" fmla="*/ 216 h 279"/>
                    <a:gd name="T44" fmla="*/ 56 w 107"/>
                    <a:gd name="T45" fmla="*/ 215 h 279"/>
                    <a:gd name="T46" fmla="*/ 56 w 107"/>
                    <a:gd name="T47" fmla="*/ 215 h 279"/>
                    <a:gd name="T48" fmla="*/ 59 w 107"/>
                    <a:gd name="T49" fmla="*/ 218 h 279"/>
                    <a:gd name="T50" fmla="*/ 58 w 107"/>
                    <a:gd name="T51" fmla="*/ 219 h 279"/>
                    <a:gd name="T52" fmla="*/ 79 w 107"/>
                    <a:gd name="T53" fmla="*/ 251 h 279"/>
                    <a:gd name="T54" fmla="*/ 105 w 107"/>
                    <a:gd name="T55" fmla="*/ 279 h 279"/>
                    <a:gd name="T56" fmla="*/ 95 w 107"/>
                    <a:gd name="T57" fmla="*/ 255 h 279"/>
                    <a:gd name="T58" fmla="*/ 69 w 107"/>
                    <a:gd name="T59" fmla="*/ 217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" h="279">
                      <a:moveTo>
                        <a:pt x="69" y="217"/>
                      </a:moveTo>
                      <a:cubicBezTo>
                        <a:pt x="65" y="217"/>
                        <a:pt x="64" y="215"/>
                        <a:pt x="59" y="216"/>
                      </a:cubicBezTo>
                      <a:cubicBezTo>
                        <a:pt x="59" y="216"/>
                        <a:pt x="59" y="215"/>
                        <a:pt x="58" y="214"/>
                      </a:cubicBezTo>
                      <a:cubicBezTo>
                        <a:pt x="59" y="215"/>
                        <a:pt x="59" y="215"/>
                        <a:pt x="59" y="215"/>
                      </a:cubicBezTo>
                      <a:cubicBezTo>
                        <a:pt x="58" y="209"/>
                        <a:pt x="62" y="210"/>
                        <a:pt x="63" y="207"/>
                      </a:cubicBezTo>
                      <a:cubicBezTo>
                        <a:pt x="55" y="204"/>
                        <a:pt x="56" y="191"/>
                        <a:pt x="48" y="188"/>
                      </a:cubicBezTo>
                      <a:cubicBezTo>
                        <a:pt x="51" y="179"/>
                        <a:pt x="42" y="173"/>
                        <a:pt x="39" y="165"/>
                      </a:cubicBezTo>
                      <a:cubicBezTo>
                        <a:pt x="38" y="163"/>
                        <a:pt x="40" y="160"/>
                        <a:pt x="39" y="158"/>
                      </a:cubicBezTo>
                      <a:cubicBezTo>
                        <a:pt x="38" y="155"/>
                        <a:pt x="34" y="150"/>
                        <a:pt x="32" y="146"/>
                      </a:cubicBezTo>
                      <a:cubicBezTo>
                        <a:pt x="30" y="141"/>
                        <a:pt x="31" y="135"/>
                        <a:pt x="27" y="131"/>
                      </a:cubicBezTo>
                      <a:cubicBezTo>
                        <a:pt x="19" y="95"/>
                        <a:pt x="11" y="59"/>
                        <a:pt x="12" y="13"/>
                      </a:cubicBezTo>
                      <a:cubicBezTo>
                        <a:pt x="12" y="11"/>
                        <a:pt x="9" y="12"/>
                        <a:pt x="8" y="11"/>
                      </a:cubicBezTo>
                      <a:cubicBezTo>
                        <a:pt x="7" y="11"/>
                        <a:pt x="7" y="10"/>
                        <a:pt x="8" y="9"/>
                      </a:cubicBezTo>
                      <a:cubicBezTo>
                        <a:pt x="11" y="8"/>
                        <a:pt x="13" y="6"/>
                        <a:pt x="12" y="0"/>
                      </a:cubicBezTo>
                      <a:cubicBezTo>
                        <a:pt x="9" y="0"/>
                        <a:pt x="6" y="0"/>
                        <a:pt x="4" y="1"/>
                      </a:cubicBezTo>
                      <a:cubicBezTo>
                        <a:pt x="5" y="3"/>
                        <a:pt x="3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5" y="9"/>
                        <a:pt x="5" y="10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0" y="78"/>
                        <a:pt x="18" y="133"/>
                        <a:pt x="36" y="180"/>
                      </a:cubicBezTo>
                      <a:cubicBezTo>
                        <a:pt x="35" y="183"/>
                        <a:pt x="43" y="179"/>
                        <a:pt x="42" y="182"/>
                      </a:cubicBezTo>
                      <a:cubicBezTo>
                        <a:pt x="43" y="197"/>
                        <a:pt x="50" y="206"/>
                        <a:pt x="55" y="216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7" y="216"/>
                        <a:pt x="58" y="217"/>
                        <a:pt x="59" y="218"/>
                      </a:cubicBezTo>
                      <a:cubicBezTo>
                        <a:pt x="58" y="219"/>
                        <a:pt x="58" y="219"/>
                        <a:pt x="58" y="219"/>
                      </a:cubicBezTo>
                      <a:cubicBezTo>
                        <a:pt x="63" y="231"/>
                        <a:pt x="72" y="241"/>
                        <a:pt x="79" y="251"/>
                      </a:cubicBezTo>
                      <a:cubicBezTo>
                        <a:pt x="87" y="261"/>
                        <a:pt x="93" y="274"/>
                        <a:pt x="105" y="279"/>
                      </a:cubicBezTo>
                      <a:cubicBezTo>
                        <a:pt x="107" y="267"/>
                        <a:pt x="102" y="263"/>
                        <a:pt x="95" y="255"/>
                      </a:cubicBezTo>
                      <a:cubicBezTo>
                        <a:pt x="85" y="243"/>
                        <a:pt x="75" y="231"/>
                        <a:pt x="69" y="2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58"/>
                <p:cNvSpPr>
                  <a:spLocks/>
                </p:cNvSpPr>
                <p:nvPr/>
              </p:nvSpPr>
              <p:spPr bwMode="auto">
                <a:xfrm>
                  <a:off x="2284413" y="1023939"/>
                  <a:ext cx="15875" cy="15875"/>
                </a:xfrm>
                <a:custGeom>
                  <a:avLst/>
                  <a:gdLst>
                    <a:gd name="T0" fmla="*/ 7 w 7"/>
                    <a:gd name="T1" fmla="*/ 2 h 7"/>
                    <a:gd name="T2" fmla="*/ 0 w 7"/>
                    <a:gd name="T3" fmla="*/ 1 h 7"/>
                    <a:gd name="T4" fmla="*/ 1 w 7"/>
                    <a:gd name="T5" fmla="*/ 6 h 7"/>
                    <a:gd name="T6" fmla="*/ 7 w 7"/>
                    <a:gd name="T7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7" y="2"/>
                      </a:moveTo>
                      <a:cubicBezTo>
                        <a:pt x="5" y="1"/>
                        <a:pt x="3" y="0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  <a:cubicBezTo>
                        <a:pt x="5" y="7"/>
                        <a:pt x="5" y="4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59"/>
                <p:cNvSpPr>
                  <a:spLocks/>
                </p:cNvSpPr>
                <p:nvPr/>
              </p:nvSpPr>
              <p:spPr bwMode="auto">
                <a:xfrm>
                  <a:off x="2246313" y="1046164"/>
                  <a:ext cx="14288" cy="19050"/>
                </a:xfrm>
                <a:custGeom>
                  <a:avLst/>
                  <a:gdLst>
                    <a:gd name="T0" fmla="*/ 4 w 6"/>
                    <a:gd name="T1" fmla="*/ 8 h 8"/>
                    <a:gd name="T2" fmla="*/ 3 w 6"/>
                    <a:gd name="T3" fmla="*/ 0 h 8"/>
                    <a:gd name="T4" fmla="*/ 4 w 6"/>
                    <a:gd name="T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4" y="8"/>
                      </a:moveTo>
                      <a:cubicBezTo>
                        <a:pt x="6" y="7"/>
                        <a:pt x="6" y="0"/>
                        <a:pt x="3" y="0"/>
                      </a:cubicBezTo>
                      <a:cubicBezTo>
                        <a:pt x="1" y="2"/>
                        <a:pt x="0" y="8"/>
                        <a:pt x="4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60"/>
                <p:cNvSpPr>
                  <a:spLocks/>
                </p:cNvSpPr>
                <p:nvPr/>
              </p:nvSpPr>
              <p:spPr bwMode="auto">
                <a:xfrm>
                  <a:off x="2293938" y="1055689"/>
                  <a:ext cx="6350" cy="9525"/>
                </a:xfrm>
                <a:custGeom>
                  <a:avLst/>
                  <a:gdLst>
                    <a:gd name="T0" fmla="*/ 0 w 3"/>
                    <a:gd name="T1" fmla="*/ 0 h 4"/>
                    <a:gd name="T2" fmla="*/ 0 w 3"/>
                    <a:gd name="T3" fmla="*/ 3 h 4"/>
                    <a:gd name="T4" fmla="*/ 3 w 3"/>
                    <a:gd name="T5" fmla="*/ 4 h 4"/>
                    <a:gd name="T6" fmla="*/ 0 w 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4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2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61"/>
                <p:cNvSpPr>
                  <a:spLocks/>
                </p:cNvSpPr>
                <p:nvPr/>
              </p:nvSpPr>
              <p:spPr bwMode="auto">
                <a:xfrm>
                  <a:off x="2305051" y="1071564"/>
                  <a:ext cx="15875" cy="25400"/>
                </a:xfrm>
                <a:custGeom>
                  <a:avLst/>
                  <a:gdLst>
                    <a:gd name="T0" fmla="*/ 7 w 7"/>
                    <a:gd name="T1" fmla="*/ 0 h 11"/>
                    <a:gd name="T2" fmla="*/ 3 w 7"/>
                    <a:gd name="T3" fmla="*/ 0 h 11"/>
                    <a:gd name="T4" fmla="*/ 3 w 7"/>
                    <a:gd name="T5" fmla="*/ 9 h 11"/>
                    <a:gd name="T6" fmla="*/ 4 w 7"/>
                    <a:gd name="T7" fmla="*/ 8 h 11"/>
                    <a:gd name="T8" fmla="*/ 4 w 7"/>
                    <a:gd name="T9" fmla="*/ 10 h 11"/>
                    <a:gd name="T10" fmla="*/ 5 w 7"/>
                    <a:gd name="T11" fmla="*/ 11 h 11"/>
                    <a:gd name="T12" fmla="*/ 5 w 7"/>
                    <a:gd name="T13" fmla="*/ 11 h 11"/>
                    <a:gd name="T14" fmla="*/ 6 w 7"/>
                    <a:gd name="T15" fmla="*/ 10 h 11"/>
                    <a:gd name="T16" fmla="*/ 6 w 7"/>
                    <a:gd name="T17" fmla="*/ 8 h 11"/>
                    <a:gd name="T18" fmla="*/ 7 w 7"/>
                    <a:gd name="T19" fmla="*/ 8 h 11"/>
                    <a:gd name="T20" fmla="*/ 7 w 7"/>
                    <a:gd name="T2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11">
                      <a:moveTo>
                        <a:pt x="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1"/>
                        <a:pt x="0" y="9"/>
                        <a:pt x="3" y="9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9"/>
                        <a:pt x="4" y="10"/>
                        <a:pt x="4" y="10"/>
                      </a:cubicBezTo>
                      <a:cubicBezTo>
                        <a:pt x="4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6" y="11"/>
                        <a:pt x="6" y="11"/>
                        <a:pt x="6" y="10"/>
                      </a:cubicBezTo>
                      <a:cubicBezTo>
                        <a:pt x="6" y="9"/>
                        <a:pt x="6" y="9"/>
                        <a:pt x="6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62"/>
                <p:cNvSpPr>
                  <a:spLocks/>
                </p:cNvSpPr>
                <p:nvPr/>
              </p:nvSpPr>
              <p:spPr bwMode="auto">
                <a:xfrm>
                  <a:off x="2365376" y="1081089"/>
                  <a:ext cx="22225" cy="65088"/>
                </a:xfrm>
                <a:custGeom>
                  <a:avLst/>
                  <a:gdLst>
                    <a:gd name="T0" fmla="*/ 8 w 10"/>
                    <a:gd name="T1" fmla="*/ 15 h 28"/>
                    <a:gd name="T2" fmla="*/ 6 w 10"/>
                    <a:gd name="T3" fmla="*/ 15 h 28"/>
                    <a:gd name="T4" fmla="*/ 7 w 10"/>
                    <a:gd name="T5" fmla="*/ 6 h 28"/>
                    <a:gd name="T6" fmla="*/ 7 w 10"/>
                    <a:gd name="T7" fmla="*/ 1 h 28"/>
                    <a:gd name="T8" fmla="*/ 6 w 10"/>
                    <a:gd name="T9" fmla="*/ 0 h 28"/>
                    <a:gd name="T10" fmla="*/ 5 w 10"/>
                    <a:gd name="T11" fmla="*/ 1 h 28"/>
                    <a:gd name="T12" fmla="*/ 5 w 10"/>
                    <a:gd name="T13" fmla="*/ 6 h 28"/>
                    <a:gd name="T14" fmla="*/ 5 w 10"/>
                    <a:gd name="T15" fmla="*/ 14 h 28"/>
                    <a:gd name="T16" fmla="*/ 4 w 10"/>
                    <a:gd name="T17" fmla="*/ 13 h 28"/>
                    <a:gd name="T18" fmla="*/ 5 w 10"/>
                    <a:gd name="T19" fmla="*/ 27 h 28"/>
                    <a:gd name="T20" fmla="*/ 8 w 10"/>
                    <a:gd name="T21" fmla="*/ 1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28">
                      <a:moveTo>
                        <a:pt x="8" y="15"/>
                      </a:move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7" y="12"/>
                        <a:pt x="7" y="9"/>
                        <a:pt x="7" y="6"/>
                      </a:cubicBezTo>
                      <a:cubicBezTo>
                        <a:pt x="7" y="4"/>
                        <a:pt x="7" y="3"/>
                        <a:pt x="7" y="1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2"/>
                        <a:pt x="5" y="4"/>
                        <a:pt x="5" y="6"/>
                      </a:cubicBezTo>
                      <a:cubicBezTo>
                        <a:pt x="5" y="9"/>
                        <a:pt x="5" y="12"/>
                        <a:pt x="5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2" y="15"/>
                        <a:pt x="0" y="28"/>
                        <a:pt x="5" y="27"/>
                      </a:cubicBezTo>
                      <a:cubicBezTo>
                        <a:pt x="10" y="26"/>
                        <a:pt x="7" y="19"/>
                        <a:pt x="8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63"/>
                <p:cNvSpPr>
                  <a:spLocks/>
                </p:cNvSpPr>
                <p:nvPr/>
              </p:nvSpPr>
              <p:spPr bwMode="auto">
                <a:xfrm>
                  <a:off x="2249488" y="1081089"/>
                  <a:ext cx="22225" cy="20638"/>
                </a:xfrm>
                <a:custGeom>
                  <a:avLst/>
                  <a:gdLst>
                    <a:gd name="T0" fmla="*/ 0 w 10"/>
                    <a:gd name="T1" fmla="*/ 7 h 9"/>
                    <a:gd name="T2" fmla="*/ 10 w 10"/>
                    <a:gd name="T3" fmla="*/ 0 h 9"/>
                    <a:gd name="T4" fmla="*/ 0 w 10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9">
                      <a:moveTo>
                        <a:pt x="0" y="7"/>
                      </a:moveTo>
                      <a:cubicBezTo>
                        <a:pt x="3" y="9"/>
                        <a:pt x="8" y="4"/>
                        <a:pt x="10" y="0"/>
                      </a:cubicBezTo>
                      <a:cubicBezTo>
                        <a:pt x="4" y="0"/>
                        <a:pt x="1" y="2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64"/>
                <p:cNvSpPr>
                  <a:spLocks noEditPoints="1"/>
                </p:cNvSpPr>
                <p:nvPr/>
              </p:nvSpPr>
              <p:spPr bwMode="auto">
                <a:xfrm>
                  <a:off x="2224088" y="1093789"/>
                  <a:ext cx="82550" cy="166688"/>
                </a:xfrm>
                <a:custGeom>
                  <a:avLst/>
                  <a:gdLst>
                    <a:gd name="T0" fmla="*/ 0 w 36"/>
                    <a:gd name="T1" fmla="*/ 72 h 72"/>
                    <a:gd name="T2" fmla="*/ 19 w 36"/>
                    <a:gd name="T3" fmla="*/ 64 h 72"/>
                    <a:gd name="T4" fmla="*/ 13 w 36"/>
                    <a:gd name="T5" fmla="*/ 60 h 72"/>
                    <a:gd name="T6" fmla="*/ 11 w 36"/>
                    <a:gd name="T7" fmla="*/ 50 h 72"/>
                    <a:gd name="T8" fmla="*/ 17 w 36"/>
                    <a:gd name="T9" fmla="*/ 42 h 72"/>
                    <a:gd name="T10" fmla="*/ 19 w 36"/>
                    <a:gd name="T11" fmla="*/ 51 h 72"/>
                    <a:gd name="T12" fmla="*/ 29 w 36"/>
                    <a:gd name="T13" fmla="*/ 45 h 72"/>
                    <a:gd name="T14" fmla="*/ 27 w 36"/>
                    <a:gd name="T15" fmla="*/ 27 h 72"/>
                    <a:gd name="T16" fmla="*/ 27 w 36"/>
                    <a:gd name="T17" fmla="*/ 28 h 72"/>
                    <a:gd name="T18" fmla="*/ 26 w 36"/>
                    <a:gd name="T19" fmla="*/ 26 h 72"/>
                    <a:gd name="T20" fmla="*/ 27 w 36"/>
                    <a:gd name="T21" fmla="*/ 26 h 72"/>
                    <a:gd name="T22" fmla="*/ 30 w 36"/>
                    <a:gd name="T23" fmla="*/ 6 h 72"/>
                    <a:gd name="T24" fmla="*/ 29 w 36"/>
                    <a:gd name="T25" fmla="*/ 2 h 72"/>
                    <a:gd name="T26" fmla="*/ 29 w 36"/>
                    <a:gd name="T27" fmla="*/ 1 h 72"/>
                    <a:gd name="T28" fmla="*/ 28 w 36"/>
                    <a:gd name="T29" fmla="*/ 0 h 72"/>
                    <a:gd name="T30" fmla="*/ 27 w 36"/>
                    <a:gd name="T31" fmla="*/ 1 h 72"/>
                    <a:gd name="T32" fmla="*/ 27 w 36"/>
                    <a:gd name="T33" fmla="*/ 2 h 72"/>
                    <a:gd name="T34" fmla="*/ 28 w 36"/>
                    <a:gd name="T35" fmla="*/ 7 h 72"/>
                    <a:gd name="T36" fmla="*/ 27 w 36"/>
                    <a:gd name="T37" fmla="*/ 7 h 72"/>
                    <a:gd name="T38" fmla="*/ 11 w 36"/>
                    <a:gd name="T39" fmla="*/ 6 h 72"/>
                    <a:gd name="T40" fmla="*/ 0 w 36"/>
                    <a:gd name="T41" fmla="*/ 72 h 72"/>
                    <a:gd name="T42" fmla="*/ 18 w 36"/>
                    <a:gd name="T43" fmla="*/ 26 h 72"/>
                    <a:gd name="T44" fmla="*/ 23 w 36"/>
                    <a:gd name="T45" fmla="*/ 26 h 72"/>
                    <a:gd name="T46" fmla="*/ 24 w 36"/>
                    <a:gd name="T47" fmla="*/ 26 h 72"/>
                    <a:gd name="T48" fmla="*/ 24 w 36"/>
                    <a:gd name="T49" fmla="*/ 26 h 72"/>
                    <a:gd name="T50" fmla="*/ 25 w 36"/>
                    <a:gd name="T51" fmla="*/ 29 h 72"/>
                    <a:gd name="T52" fmla="*/ 25 w 36"/>
                    <a:gd name="T53" fmla="*/ 29 h 72"/>
                    <a:gd name="T54" fmla="*/ 25 w 36"/>
                    <a:gd name="T55" fmla="*/ 29 h 72"/>
                    <a:gd name="T56" fmla="*/ 19 w 36"/>
                    <a:gd name="T57" fmla="*/ 30 h 72"/>
                    <a:gd name="T58" fmla="*/ 18 w 36"/>
                    <a:gd name="T59" fmla="*/ 26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" h="72">
                      <a:moveTo>
                        <a:pt x="0" y="72"/>
                      </a:moveTo>
                      <a:cubicBezTo>
                        <a:pt x="6" y="71"/>
                        <a:pt x="17" y="70"/>
                        <a:pt x="19" y="64"/>
                      </a:cubicBezTo>
                      <a:cubicBezTo>
                        <a:pt x="19" y="60"/>
                        <a:pt x="13" y="62"/>
                        <a:pt x="13" y="60"/>
                      </a:cubicBezTo>
                      <a:cubicBezTo>
                        <a:pt x="15" y="55"/>
                        <a:pt x="13" y="54"/>
                        <a:pt x="11" y="50"/>
                      </a:cubicBezTo>
                      <a:cubicBezTo>
                        <a:pt x="15" y="49"/>
                        <a:pt x="15" y="45"/>
                        <a:pt x="17" y="42"/>
                      </a:cubicBezTo>
                      <a:cubicBezTo>
                        <a:pt x="19" y="44"/>
                        <a:pt x="17" y="50"/>
                        <a:pt x="19" y="51"/>
                      </a:cubicBezTo>
                      <a:cubicBezTo>
                        <a:pt x="25" y="52"/>
                        <a:pt x="25" y="47"/>
                        <a:pt x="29" y="45"/>
                      </a:cubicBezTo>
                      <a:cubicBezTo>
                        <a:pt x="23" y="40"/>
                        <a:pt x="30" y="32"/>
                        <a:pt x="27" y="27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27"/>
                        <a:pt x="27" y="26"/>
                        <a:pt x="26" y="26"/>
                      </a:cubicBezTo>
                      <a:cubicBezTo>
                        <a:pt x="27" y="26"/>
                        <a:pt x="27" y="26"/>
                        <a:pt x="27" y="26"/>
                      </a:cubicBezTo>
                      <a:cubicBezTo>
                        <a:pt x="27" y="20"/>
                        <a:pt x="36" y="9"/>
                        <a:pt x="30" y="6"/>
                      </a:cubicBezTo>
                      <a:cubicBezTo>
                        <a:pt x="29" y="5"/>
                        <a:pt x="29" y="4"/>
                        <a:pt x="29" y="2"/>
                      </a:cubicBezTo>
                      <a:cubicBezTo>
                        <a:pt x="29" y="2"/>
                        <a:pt x="29" y="1"/>
                        <a:pt x="29" y="1"/>
                      </a:cubicBezTo>
                      <a:cubicBezTo>
                        <a:pt x="29" y="0"/>
                        <a:pt x="28" y="0"/>
                        <a:pt x="28" y="0"/>
                      </a:cubicBezTo>
                      <a:cubicBezTo>
                        <a:pt x="27" y="0"/>
                        <a:pt x="27" y="1"/>
                        <a:pt x="27" y="1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7" y="4"/>
                        <a:pt x="27" y="6"/>
                        <a:pt x="28" y="7"/>
                      </a:cubicBezTo>
                      <a:cubicBezTo>
                        <a:pt x="27" y="7"/>
                        <a:pt x="27" y="7"/>
                        <a:pt x="27" y="7"/>
                      </a:cubicBezTo>
                      <a:cubicBezTo>
                        <a:pt x="22" y="14"/>
                        <a:pt x="18" y="6"/>
                        <a:pt x="11" y="6"/>
                      </a:cubicBezTo>
                      <a:cubicBezTo>
                        <a:pt x="8" y="29"/>
                        <a:pt x="5" y="51"/>
                        <a:pt x="0" y="72"/>
                      </a:cubicBezTo>
                      <a:moveTo>
                        <a:pt x="18" y="26"/>
                      </a:moveTo>
                      <a:cubicBezTo>
                        <a:pt x="20" y="24"/>
                        <a:pt x="21" y="24"/>
                        <a:pt x="23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5" y="27"/>
                        <a:pt x="25" y="28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2" y="28"/>
                        <a:pt x="22" y="30"/>
                        <a:pt x="19" y="30"/>
                      </a:cubicBezTo>
                      <a:cubicBezTo>
                        <a:pt x="19" y="28"/>
                        <a:pt x="18" y="28"/>
                        <a:pt x="18" y="2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65"/>
                <p:cNvSpPr>
                  <a:spLocks/>
                </p:cNvSpPr>
                <p:nvPr/>
              </p:nvSpPr>
              <p:spPr bwMode="auto">
                <a:xfrm>
                  <a:off x="2344738" y="1160464"/>
                  <a:ext cx="36513" cy="74613"/>
                </a:xfrm>
                <a:custGeom>
                  <a:avLst/>
                  <a:gdLst>
                    <a:gd name="T0" fmla="*/ 14 w 16"/>
                    <a:gd name="T1" fmla="*/ 0 h 32"/>
                    <a:gd name="T2" fmla="*/ 10 w 16"/>
                    <a:gd name="T3" fmla="*/ 0 h 32"/>
                    <a:gd name="T4" fmla="*/ 9 w 16"/>
                    <a:gd name="T5" fmla="*/ 6 h 32"/>
                    <a:gd name="T6" fmla="*/ 10 w 16"/>
                    <a:gd name="T7" fmla="*/ 6 h 32"/>
                    <a:gd name="T8" fmla="*/ 10 w 16"/>
                    <a:gd name="T9" fmla="*/ 12 h 32"/>
                    <a:gd name="T10" fmla="*/ 10 w 16"/>
                    <a:gd name="T11" fmla="*/ 18 h 32"/>
                    <a:gd name="T12" fmla="*/ 9 w 16"/>
                    <a:gd name="T13" fmla="*/ 17 h 32"/>
                    <a:gd name="T14" fmla="*/ 9 w 16"/>
                    <a:gd name="T15" fmla="*/ 32 h 32"/>
                    <a:gd name="T16" fmla="*/ 13 w 16"/>
                    <a:gd name="T17" fmla="*/ 18 h 32"/>
                    <a:gd name="T18" fmla="*/ 11 w 16"/>
                    <a:gd name="T19" fmla="*/ 19 h 32"/>
                    <a:gd name="T20" fmla="*/ 12 w 16"/>
                    <a:gd name="T21" fmla="*/ 12 h 32"/>
                    <a:gd name="T22" fmla="*/ 12 w 16"/>
                    <a:gd name="T23" fmla="*/ 7 h 32"/>
                    <a:gd name="T24" fmla="*/ 13 w 16"/>
                    <a:gd name="T25" fmla="*/ 8 h 32"/>
                    <a:gd name="T26" fmla="*/ 14 w 16"/>
                    <a:gd name="T27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32">
                      <a:moveTo>
                        <a:pt x="14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1"/>
                        <a:pt x="8" y="3"/>
                        <a:pt x="9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8"/>
                        <a:pt x="10" y="10"/>
                        <a:pt x="10" y="12"/>
                      </a:cubicBezTo>
                      <a:cubicBezTo>
                        <a:pt x="10" y="14"/>
                        <a:pt x="10" y="16"/>
                        <a:pt x="10" y="18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8" y="21"/>
                        <a:pt x="0" y="31"/>
                        <a:pt x="9" y="32"/>
                      </a:cubicBezTo>
                      <a:cubicBezTo>
                        <a:pt x="14" y="31"/>
                        <a:pt x="13" y="24"/>
                        <a:pt x="13" y="18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2" y="17"/>
                        <a:pt x="12" y="14"/>
                        <a:pt x="12" y="12"/>
                      </a:cubicBezTo>
                      <a:cubicBezTo>
                        <a:pt x="12" y="10"/>
                        <a:pt x="12" y="9"/>
                        <a:pt x="12" y="7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6" y="8"/>
                        <a:pt x="13" y="2"/>
                        <a:pt x="1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66"/>
                <p:cNvSpPr>
                  <a:spLocks/>
                </p:cNvSpPr>
                <p:nvPr/>
              </p:nvSpPr>
              <p:spPr bwMode="auto">
                <a:xfrm>
                  <a:off x="2244726" y="1274764"/>
                  <a:ext cx="25400" cy="22225"/>
                </a:xfrm>
                <a:custGeom>
                  <a:avLst/>
                  <a:gdLst>
                    <a:gd name="T0" fmla="*/ 2 w 11"/>
                    <a:gd name="T1" fmla="*/ 0 h 10"/>
                    <a:gd name="T2" fmla="*/ 1 w 11"/>
                    <a:gd name="T3" fmla="*/ 10 h 10"/>
                    <a:gd name="T4" fmla="*/ 9 w 11"/>
                    <a:gd name="T5" fmla="*/ 8 h 10"/>
                    <a:gd name="T6" fmla="*/ 2 w 11"/>
                    <a:gd name="T7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0">
                      <a:moveTo>
                        <a:pt x="2" y="0"/>
                      </a:moveTo>
                      <a:cubicBezTo>
                        <a:pt x="0" y="2"/>
                        <a:pt x="1" y="6"/>
                        <a:pt x="1" y="10"/>
                      </a:cubicBezTo>
                      <a:cubicBezTo>
                        <a:pt x="4" y="10"/>
                        <a:pt x="7" y="10"/>
                        <a:pt x="9" y="8"/>
                      </a:cubicBezTo>
                      <a:cubicBezTo>
                        <a:pt x="11" y="4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67"/>
                <p:cNvSpPr>
                  <a:spLocks noEditPoints="1"/>
                </p:cNvSpPr>
                <p:nvPr/>
              </p:nvSpPr>
              <p:spPr bwMode="auto">
                <a:xfrm>
                  <a:off x="801688" y="1420814"/>
                  <a:ext cx="200025" cy="252413"/>
                </a:xfrm>
                <a:custGeom>
                  <a:avLst/>
                  <a:gdLst>
                    <a:gd name="T0" fmla="*/ 72 w 86"/>
                    <a:gd name="T1" fmla="*/ 102 h 109"/>
                    <a:gd name="T2" fmla="*/ 73 w 86"/>
                    <a:gd name="T3" fmla="*/ 102 h 109"/>
                    <a:gd name="T4" fmla="*/ 78 w 86"/>
                    <a:gd name="T5" fmla="*/ 107 h 109"/>
                    <a:gd name="T6" fmla="*/ 81 w 86"/>
                    <a:gd name="T7" fmla="*/ 109 h 109"/>
                    <a:gd name="T8" fmla="*/ 81 w 86"/>
                    <a:gd name="T9" fmla="*/ 109 h 109"/>
                    <a:gd name="T10" fmla="*/ 82 w 86"/>
                    <a:gd name="T11" fmla="*/ 109 h 109"/>
                    <a:gd name="T12" fmla="*/ 82 w 86"/>
                    <a:gd name="T13" fmla="*/ 108 h 109"/>
                    <a:gd name="T14" fmla="*/ 80 w 86"/>
                    <a:gd name="T15" fmla="*/ 106 h 109"/>
                    <a:gd name="T16" fmla="*/ 75 w 86"/>
                    <a:gd name="T17" fmla="*/ 101 h 109"/>
                    <a:gd name="T18" fmla="*/ 75 w 86"/>
                    <a:gd name="T19" fmla="*/ 101 h 109"/>
                    <a:gd name="T20" fmla="*/ 78 w 86"/>
                    <a:gd name="T21" fmla="*/ 92 h 109"/>
                    <a:gd name="T22" fmla="*/ 72 w 86"/>
                    <a:gd name="T23" fmla="*/ 84 h 109"/>
                    <a:gd name="T24" fmla="*/ 78 w 86"/>
                    <a:gd name="T25" fmla="*/ 80 h 109"/>
                    <a:gd name="T26" fmla="*/ 85 w 86"/>
                    <a:gd name="T27" fmla="*/ 82 h 109"/>
                    <a:gd name="T28" fmla="*/ 79 w 86"/>
                    <a:gd name="T29" fmla="*/ 77 h 109"/>
                    <a:gd name="T30" fmla="*/ 43 w 86"/>
                    <a:gd name="T31" fmla="*/ 34 h 109"/>
                    <a:gd name="T32" fmla="*/ 42 w 86"/>
                    <a:gd name="T33" fmla="*/ 34 h 109"/>
                    <a:gd name="T34" fmla="*/ 39 w 86"/>
                    <a:gd name="T35" fmla="*/ 30 h 109"/>
                    <a:gd name="T36" fmla="*/ 38 w 86"/>
                    <a:gd name="T37" fmla="*/ 27 h 109"/>
                    <a:gd name="T38" fmla="*/ 37 w 86"/>
                    <a:gd name="T39" fmla="*/ 27 h 109"/>
                    <a:gd name="T40" fmla="*/ 38 w 86"/>
                    <a:gd name="T41" fmla="*/ 26 h 109"/>
                    <a:gd name="T42" fmla="*/ 23 w 86"/>
                    <a:gd name="T43" fmla="*/ 0 h 109"/>
                    <a:gd name="T44" fmla="*/ 13 w 86"/>
                    <a:gd name="T45" fmla="*/ 2 h 109"/>
                    <a:gd name="T46" fmla="*/ 13 w 86"/>
                    <a:gd name="T47" fmla="*/ 12 h 109"/>
                    <a:gd name="T48" fmla="*/ 8 w 86"/>
                    <a:gd name="T49" fmla="*/ 6 h 109"/>
                    <a:gd name="T50" fmla="*/ 0 w 86"/>
                    <a:gd name="T51" fmla="*/ 11 h 109"/>
                    <a:gd name="T52" fmla="*/ 35 w 86"/>
                    <a:gd name="T53" fmla="*/ 61 h 109"/>
                    <a:gd name="T54" fmla="*/ 72 w 86"/>
                    <a:gd name="T55" fmla="*/ 102 h 109"/>
                    <a:gd name="T56" fmla="*/ 36 w 86"/>
                    <a:gd name="T57" fmla="*/ 30 h 109"/>
                    <a:gd name="T58" fmla="*/ 37 w 86"/>
                    <a:gd name="T59" fmla="*/ 30 h 109"/>
                    <a:gd name="T60" fmla="*/ 38 w 86"/>
                    <a:gd name="T61" fmla="*/ 31 h 109"/>
                    <a:gd name="T62" fmla="*/ 40 w 86"/>
                    <a:gd name="T63" fmla="*/ 34 h 109"/>
                    <a:gd name="T64" fmla="*/ 39 w 86"/>
                    <a:gd name="T65" fmla="*/ 34 h 109"/>
                    <a:gd name="T66" fmla="*/ 35 w 86"/>
                    <a:gd name="T67" fmla="*/ 54 h 109"/>
                    <a:gd name="T68" fmla="*/ 36 w 86"/>
                    <a:gd name="T69" fmla="*/ 3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6" h="109">
                      <a:moveTo>
                        <a:pt x="72" y="102"/>
                      </a:moveTo>
                      <a:cubicBezTo>
                        <a:pt x="73" y="102"/>
                        <a:pt x="73" y="102"/>
                        <a:pt x="73" y="102"/>
                      </a:cubicBezTo>
                      <a:cubicBezTo>
                        <a:pt x="74" y="104"/>
                        <a:pt x="76" y="106"/>
                        <a:pt x="78" y="107"/>
                      </a:cubicBezTo>
                      <a:cubicBezTo>
                        <a:pt x="79" y="108"/>
                        <a:pt x="80" y="109"/>
                        <a:pt x="81" y="109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9"/>
                        <a:pt x="82" y="109"/>
                        <a:pt x="82" y="109"/>
                      </a:cubicBezTo>
                      <a:cubicBezTo>
                        <a:pt x="82" y="109"/>
                        <a:pt x="82" y="108"/>
                        <a:pt x="82" y="108"/>
                      </a:cubicBezTo>
                      <a:cubicBezTo>
                        <a:pt x="81" y="107"/>
                        <a:pt x="81" y="106"/>
                        <a:pt x="80" y="106"/>
                      </a:cubicBezTo>
                      <a:cubicBezTo>
                        <a:pt x="78" y="104"/>
                        <a:pt x="76" y="103"/>
                        <a:pt x="75" y="101"/>
                      </a:cubicBezTo>
                      <a:cubicBezTo>
                        <a:pt x="75" y="101"/>
                        <a:pt x="75" y="101"/>
                        <a:pt x="75" y="101"/>
                      </a:cubicBezTo>
                      <a:cubicBezTo>
                        <a:pt x="73" y="95"/>
                        <a:pt x="75" y="96"/>
                        <a:pt x="78" y="92"/>
                      </a:cubicBezTo>
                      <a:cubicBezTo>
                        <a:pt x="75" y="90"/>
                        <a:pt x="73" y="88"/>
                        <a:pt x="72" y="84"/>
                      </a:cubicBezTo>
                      <a:cubicBezTo>
                        <a:pt x="74" y="82"/>
                        <a:pt x="74" y="79"/>
                        <a:pt x="78" y="80"/>
                      </a:cubicBezTo>
                      <a:cubicBezTo>
                        <a:pt x="82" y="79"/>
                        <a:pt x="79" y="84"/>
                        <a:pt x="85" y="82"/>
                      </a:cubicBezTo>
                      <a:cubicBezTo>
                        <a:pt x="86" y="77"/>
                        <a:pt x="81" y="79"/>
                        <a:pt x="79" y="77"/>
                      </a:cubicBezTo>
                      <a:cubicBezTo>
                        <a:pt x="67" y="63"/>
                        <a:pt x="55" y="49"/>
                        <a:pt x="43" y="34"/>
                      </a:cubicBezTo>
                      <a:cubicBezTo>
                        <a:pt x="42" y="34"/>
                        <a:pt x="42" y="34"/>
                        <a:pt x="42" y="34"/>
                      </a:cubicBezTo>
                      <a:cubicBezTo>
                        <a:pt x="41" y="33"/>
                        <a:pt x="40" y="31"/>
                        <a:pt x="39" y="30"/>
                      </a:cubicBezTo>
                      <a:cubicBezTo>
                        <a:pt x="39" y="29"/>
                        <a:pt x="38" y="28"/>
                        <a:pt x="38" y="27"/>
                      </a:cubicBezTo>
                      <a:cubicBezTo>
                        <a:pt x="38" y="27"/>
                        <a:pt x="37" y="27"/>
                        <a:pt x="37" y="27"/>
                      </a:cubicBezTo>
                      <a:cubicBezTo>
                        <a:pt x="38" y="26"/>
                        <a:pt x="38" y="26"/>
                        <a:pt x="38" y="26"/>
                      </a:cubicBezTo>
                      <a:cubicBezTo>
                        <a:pt x="34" y="16"/>
                        <a:pt x="27" y="10"/>
                        <a:pt x="23" y="0"/>
                      </a:cubicBezTo>
                      <a:cubicBezTo>
                        <a:pt x="19" y="0"/>
                        <a:pt x="18" y="3"/>
                        <a:pt x="13" y="2"/>
                      </a:cubicBezTo>
                      <a:cubicBezTo>
                        <a:pt x="12" y="7"/>
                        <a:pt x="20" y="10"/>
                        <a:pt x="13" y="12"/>
                      </a:cubicBezTo>
                      <a:cubicBezTo>
                        <a:pt x="9" y="13"/>
                        <a:pt x="13" y="4"/>
                        <a:pt x="8" y="6"/>
                      </a:cubicBezTo>
                      <a:cubicBezTo>
                        <a:pt x="5" y="7"/>
                        <a:pt x="1" y="7"/>
                        <a:pt x="0" y="11"/>
                      </a:cubicBezTo>
                      <a:cubicBezTo>
                        <a:pt x="11" y="28"/>
                        <a:pt x="19" y="49"/>
                        <a:pt x="35" y="61"/>
                      </a:cubicBezTo>
                      <a:cubicBezTo>
                        <a:pt x="44" y="78"/>
                        <a:pt x="58" y="90"/>
                        <a:pt x="72" y="102"/>
                      </a:cubicBezTo>
                      <a:moveTo>
                        <a:pt x="36" y="30"/>
                      </a:moveTo>
                      <a:cubicBezTo>
                        <a:pt x="37" y="30"/>
                        <a:pt x="37" y="30"/>
                        <a:pt x="37" y="30"/>
                      </a:cubicBezTo>
                      <a:cubicBezTo>
                        <a:pt x="37" y="30"/>
                        <a:pt x="37" y="30"/>
                        <a:pt x="38" y="31"/>
                      </a:cubicBezTo>
                      <a:cubicBezTo>
                        <a:pt x="38" y="32"/>
                        <a:pt x="39" y="33"/>
                        <a:pt x="40" y="34"/>
                      </a:cubicBezTo>
                      <a:cubicBezTo>
                        <a:pt x="39" y="34"/>
                        <a:pt x="39" y="34"/>
                        <a:pt x="39" y="34"/>
                      </a:cubicBezTo>
                      <a:cubicBezTo>
                        <a:pt x="38" y="41"/>
                        <a:pt x="42" y="53"/>
                        <a:pt x="35" y="54"/>
                      </a:cubicBezTo>
                      <a:cubicBezTo>
                        <a:pt x="35" y="46"/>
                        <a:pt x="34" y="37"/>
                        <a:pt x="36" y="3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68"/>
                <p:cNvSpPr>
                  <a:spLocks/>
                </p:cNvSpPr>
                <p:nvPr/>
              </p:nvSpPr>
              <p:spPr bwMode="auto">
                <a:xfrm>
                  <a:off x="2047876" y="1555752"/>
                  <a:ext cx="34925" cy="41275"/>
                </a:xfrm>
                <a:custGeom>
                  <a:avLst/>
                  <a:gdLst>
                    <a:gd name="T0" fmla="*/ 7 w 15"/>
                    <a:gd name="T1" fmla="*/ 0 h 18"/>
                    <a:gd name="T2" fmla="*/ 1 w 15"/>
                    <a:gd name="T3" fmla="*/ 11 h 18"/>
                    <a:gd name="T4" fmla="*/ 15 w 15"/>
                    <a:gd name="T5" fmla="*/ 7 h 18"/>
                    <a:gd name="T6" fmla="*/ 12 w 15"/>
                    <a:gd name="T7" fmla="*/ 3 h 18"/>
                    <a:gd name="T8" fmla="*/ 7 w 15"/>
                    <a:gd name="T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8">
                      <a:moveTo>
                        <a:pt x="7" y="0"/>
                      </a:moveTo>
                      <a:cubicBezTo>
                        <a:pt x="5" y="4"/>
                        <a:pt x="0" y="4"/>
                        <a:pt x="1" y="11"/>
                      </a:cubicBezTo>
                      <a:cubicBezTo>
                        <a:pt x="7" y="7"/>
                        <a:pt x="14" y="18"/>
                        <a:pt x="15" y="7"/>
                      </a:cubicBezTo>
                      <a:cubicBezTo>
                        <a:pt x="9" y="7"/>
                        <a:pt x="12" y="6"/>
                        <a:pt x="12" y="3"/>
                      </a:cubicBezTo>
                      <a:cubicBezTo>
                        <a:pt x="10" y="2"/>
                        <a:pt x="9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69"/>
                <p:cNvSpPr>
                  <a:spLocks/>
                </p:cNvSpPr>
                <p:nvPr/>
              </p:nvSpPr>
              <p:spPr bwMode="auto">
                <a:xfrm>
                  <a:off x="2082801" y="1587502"/>
                  <a:ext cx="22225" cy="19050"/>
                </a:xfrm>
                <a:custGeom>
                  <a:avLst/>
                  <a:gdLst>
                    <a:gd name="T0" fmla="*/ 10 w 10"/>
                    <a:gd name="T1" fmla="*/ 4 h 8"/>
                    <a:gd name="T2" fmla="*/ 0 w 10"/>
                    <a:gd name="T3" fmla="*/ 6 h 8"/>
                    <a:gd name="T4" fmla="*/ 10 w 10"/>
                    <a:gd name="T5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10" y="4"/>
                      </a:moveTo>
                      <a:cubicBezTo>
                        <a:pt x="9" y="0"/>
                        <a:pt x="0" y="1"/>
                        <a:pt x="0" y="6"/>
                      </a:cubicBezTo>
                      <a:cubicBezTo>
                        <a:pt x="4" y="6"/>
                        <a:pt x="10" y="8"/>
                        <a:pt x="1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70"/>
                <p:cNvSpPr>
                  <a:spLocks/>
                </p:cNvSpPr>
                <p:nvPr/>
              </p:nvSpPr>
              <p:spPr bwMode="auto">
                <a:xfrm>
                  <a:off x="2024063" y="1603377"/>
                  <a:ext cx="25400" cy="20638"/>
                </a:xfrm>
                <a:custGeom>
                  <a:avLst/>
                  <a:gdLst>
                    <a:gd name="T0" fmla="*/ 10 w 11"/>
                    <a:gd name="T1" fmla="*/ 7 h 9"/>
                    <a:gd name="T2" fmla="*/ 1 w 11"/>
                    <a:gd name="T3" fmla="*/ 3 h 9"/>
                    <a:gd name="T4" fmla="*/ 10 w 11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9">
                      <a:moveTo>
                        <a:pt x="10" y="7"/>
                      </a:moveTo>
                      <a:cubicBezTo>
                        <a:pt x="11" y="0"/>
                        <a:pt x="4" y="2"/>
                        <a:pt x="1" y="3"/>
                      </a:cubicBezTo>
                      <a:cubicBezTo>
                        <a:pt x="0" y="9"/>
                        <a:pt x="6" y="7"/>
                        <a:pt x="1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71"/>
                <p:cNvSpPr>
                  <a:spLocks/>
                </p:cNvSpPr>
                <p:nvPr/>
              </p:nvSpPr>
              <p:spPr bwMode="auto">
                <a:xfrm>
                  <a:off x="1993901" y="1633539"/>
                  <a:ext cx="15875" cy="23813"/>
                </a:xfrm>
                <a:custGeom>
                  <a:avLst/>
                  <a:gdLst>
                    <a:gd name="T0" fmla="*/ 4 w 7"/>
                    <a:gd name="T1" fmla="*/ 9 h 10"/>
                    <a:gd name="T2" fmla="*/ 3 w 7"/>
                    <a:gd name="T3" fmla="*/ 1 h 10"/>
                    <a:gd name="T4" fmla="*/ 0 w 7"/>
                    <a:gd name="T5" fmla="*/ 2 h 10"/>
                    <a:gd name="T6" fmla="*/ 4 w 7"/>
                    <a:gd name="T7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10">
                      <a:moveTo>
                        <a:pt x="4" y="9"/>
                      </a:moveTo>
                      <a:cubicBezTo>
                        <a:pt x="7" y="8"/>
                        <a:pt x="6" y="0"/>
                        <a:pt x="3" y="1"/>
                      </a:cubicBezTo>
                      <a:cubicBezTo>
                        <a:pt x="2" y="2"/>
                        <a:pt x="2" y="3"/>
                        <a:pt x="0" y="2"/>
                      </a:cubicBezTo>
                      <a:cubicBezTo>
                        <a:pt x="0" y="6"/>
                        <a:pt x="0" y="10"/>
                        <a:pt x="4" y="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72"/>
                <p:cNvSpPr>
                  <a:spLocks/>
                </p:cNvSpPr>
                <p:nvPr/>
              </p:nvSpPr>
              <p:spPr bwMode="auto">
                <a:xfrm>
                  <a:off x="868363" y="1658939"/>
                  <a:ext cx="169863" cy="149225"/>
                </a:xfrm>
                <a:custGeom>
                  <a:avLst/>
                  <a:gdLst>
                    <a:gd name="T0" fmla="*/ 60 w 73"/>
                    <a:gd name="T1" fmla="*/ 49 h 64"/>
                    <a:gd name="T2" fmla="*/ 53 w 73"/>
                    <a:gd name="T3" fmla="*/ 49 h 64"/>
                    <a:gd name="T4" fmla="*/ 6 w 73"/>
                    <a:gd name="T5" fmla="*/ 3 h 64"/>
                    <a:gd name="T6" fmla="*/ 3 w 73"/>
                    <a:gd name="T7" fmla="*/ 1 h 64"/>
                    <a:gd name="T8" fmla="*/ 1 w 73"/>
                    <a:gd name="T9" fmla="*/ 11 h 64"/>
                    <a:gd name="T10" fmla="*/ 13 w 73"/>
                    <a:gd name="T11" fmla="*/ 24 h 64"/>
                    <a:gd name="T12" fmla="*/ 73 w 73"/>
                    <a:gd name="T13" fmla="*/ 64 h 64"/>
                    <a:gd name="T14" fmla="*/ 60 w 73"/>
                    <a:gd name="T15" fmla="*/ 4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3" h="64">
                      <a:moveTo>
                        <a:pt x="60" y="49"/>
                      </a:moveTo>
                      <a:cubicBezTo>
                        <a:pt x="53" y="49"/>
                        <a:pt x="53" y="49"/>
                        <a:pt x="53" y="49"/>
                      </a:cubicBezTo>
                      <a:cubicBezTo>
                        <a:pt x="41" y="30"/>
                        <a:pt x="19" y="21"/>
                        <a:pt x="6" y="3"/>
                      </a:cubicBezTo>
                      <a:cubicBezTo>
                        <a:pt x="6" y="2"/>
                        <a:pt x="6" y="0"/>
                        <a:pt x="3" y="1"/>
                      </a:cubicBezTo>
                      <a:cubicBezTo>
                        <a:pt x="3" y="5"/>
                        <a:pt x="0" y="7"/>
                        <a:pt x="1" y="11"/>
                      </a:cubicBezTo>
                      <a:cubicBezTo>
                        <a:pt x="3" y="16"/>
                        <a:pt x="8" y="19"/>
                        <a:pt x="13" y="24"/>
                      </a:cubicBezTo>
                      <a:cubicBezTo>
                        <a:pt x="29" y="40"/>
                        <a:pt x="48" y="62"/>
                        <a:pt x="73" y="64"/>
                      </a:cubicBezTo>
                      <a:cubicBezTo>
                        <a:pt x="72" y="56"/>
                        <a:pt x="61" y="57"/>
                        <a:pt x="60" y="4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73"/>
                <p:cNvSpPr>
                  <a:spLocks/>
                </p:cNvSpPr>
                <p:nvPr/>
              </p:nvSpPr>
              <p:spPr bwMode="auto">
                <a:xfrm>
                  <a:off x="1022351" y="1663702"/>
                  <a:ext cx="19050" cy="28575"/>
                </a:xfrm>
                <a:custGeom>
                  <a:avLst/>
                  <a:gdLst>
                    <a:gd name="T0" fmla="*/ 6 w 8"/>
                    <a:gd name="T1" fmla="*/ 11 h 12"/>
                    <a:gd name="T2" fmla="*/ 6 w 8"/>
                    <a:gd name="T3" fmla="*/ 0 h 12"/>
                    <a:gd name="T4" fmla="*/ 2 w 8"/>
                    <a:gd name="T5" fmla="*/ 0 h 12"/>
                    <a:gd name="T6" fmla="*/ 6 w 8"/>
                    <a:gd name="T7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2">
                      <a:moveTo>
                        <a:pt x="6" y="11"/>
                      </a:moveTo>
                      <a:cubicBezTo>
                        <a:pt x="8" y="9"/>
                        <a:pt x="4" y="5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5"/>
                        <a:pt x="0" y="12"/>
                        <a:pt x="6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74"/>
                <p:cNvSpPr>
                  <a:spLocks/>
                </p:cNvSpPr>
                <p:nvPr/>
              </p:nvSpPr>
              <p:spPr bwMode="auto">
                <a:xfrm>
                  <a:off x="927101" y="1692277"/>
                  <a:ext cx="9525" cy="11113"/>
                </a:xfrm>
                <a:custGeom>
                  <a:avLst/>
                  <a:gdLst>
                    <a:gd name="T0" fmla="*/ 0 w 4"/>
                    <a:gd name="T1" fmla="*/ 2 h 5"/>
                    <a:gd name="T2" fmla="*/ 4 w 4"/>
                    <a:gd name="T3" fmla="*/ 4 h 5"/>
                    <a:gd name="T4" fmla="*/ 4 w 4"/>
                    <a:gd name="T5" fmla="*/ 0 h 5"/>
                    <a:gd name="T6" fmla="*/ 0 w 4"/>
                    <a:gd name="T7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0" y="2"/>
                      </a:moveTo>
                      <a:cubicBezTo>
                        <a:pt x="2" y="2"/>
                        <a:pt x="1" y="5"/>
                        <a:pt x="4" y="4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Rectangle 75"/>
                <p:cNvSpPr>
                  <a:spLocks noChangeArrowheads="1"/>
                </p:cNvSpPr>
                <p:nvPr/>
              </p:nvSpPr>
              <p:spPr bwMode="auto">
                <a:xfrm>
                  <a:off x="938213" y="1701802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76"/>
                <p:cNvSpPr>
                  <a:spLocks/>
                </p:cNvSpPr>
                <p:nvPr/>
              </p:nvSpPr>
              <p:spPr bwMode="auto">
                <a:xfrm>
                  <a:off x="1677988" y="1778002"/>
                  <a:ext cx="33338" cy="25400"/>
                </a:xfrm>
                <a:custGeom>
                  <a:avLst/>
                  <a:gdLst>
                    <a:gd name="T0" fmla="*/ 14 w 14"/>
                    <a:gd name="T1" fmla="*/ 10 h 11"/>
                    <a:gd name="T2" fmla="*/ 1 w 14"/>
                    <a:gd name="T3" fmla="*/ 9 h 11"/>
                    <a:gd name="T4" fmla="*/ 14 w 14"/>
                    <a:gd name="T5" fmla="*/ 1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" h="11">
                      <a:moveTo>
                        <a:pt x="14" y="10"/>
                      </a:moveTo>
                      <a:cubicBezTo>
                        <a:pt x="14" y="4"/>
                        <a:pt x="0" y="0"/>
                        <a:pt x="1" y="9"/>
                      </a:cubicBezTo>
                      <a:cubicBezTo>
                        <a:pt x="3" y="11"/>
                        <a:pt x="9" y="10"/>
                        <a:pt x="14" y="1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77"/>
                <p:cNvSpPr>
                  <a:spLocks/>
                </p:cNvSpPr>
                <p:nvPr/>
              </p:nvSpPr>
              <p:spPr bwMode="auto">
                <a:xfrm>
                  <a:off x="1195388" y="1792289"/>
                  <a:ext cx="14288" cy="17463"/>
                </a:xfrm>
                <a:custGeom>
                  <a:avLst/>
                  <a:gdLst>
                    <a:gd name="T0" fmla="*/ 0 w 6"/>
                    <a:gd name="T1" fmla="*/ 0 h 8"/>
                    <a:gd name="T2" fmla="*/ 3 w 6"/>
                    <a:gd name="T3" fmla="*/ 8 h 8"/>
                    <a:gd name="T4" fmla="*/ 6 w 6"/>
                    <a:gd name="T5" fmla="*/ 7 h 8"/>
                    <a:gd name="T6" fmla="*/ 0 w 6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8">
                      <a:moveTo>
                        <a:pt x="0" y="0"/>
                      </a:moveTo>
                      <a:cubicBezTo>
                        <a:pt x="0" y="4"/>
                        <a:pt x="0" y="8"/>
                        <a:pt x="3" y="8"/>
                      </a:cubicBezTo>
                      <a:cubicBezTo>
                        <a:pt x="3" y="7"/>
                        <a:pt x="4" y="7"/>
                        <a:pt x="6" y="7"/>
                      </a:cubicBezTo>
                      <a:cubicBezTo>
                        <a:pt x="5" y="4"/>
                        <a:pt x="5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78"/>
                <p:cNvSpPr>
                  <a:spLocks/>
                </p:cNvSpPr>
                <p:nvPr/>
              </p:nvSpPr>
              <p:spPr bwMode="auto">
                <a:xfrm>
                  <a:off x="1968501" y="1792289"/>
                  <a:ext cx="14288" cy="17463"/>
                </a:xfrm>
                <a:custGeom>
                  <a:avLst/>
                  <a:gdLst>
                    <a:gd name="T0" fmla="*/ 2 w 6"/>
                    <a:gd name="T1" fmla="*/ 0 h 8"/>
                    <a:gd name="T2" fmla="*/ 0 w 6"/>
                    <a:gd name="T3" fmla="*/ 7 h 8"/>
                    <a:gd name="T4" fmla="*/ 2 w 6"/>
                    <a:gd name="T5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2" y="0"/>
                      </a:moveTo>
                      <a:cubicBezTo>
                        <a:pt x="1" y="2"/>
                        <a:pt x="0" y="4"/>
                        <a:pt x="0" y="7"/>
                      </a:cubicBezTo>
                      <a:cubicBezTo>
                        <a:pt x="5" y="8"/>
                        <a:pt x="6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79"/>
                <p:cNvSpPr>
                  <a:spLocks/>
                </p:cNvSpPr>
                <p:nvPr/>
              </p:nvSpPr>
              <p:spPr bwMode="auto">
                <a:xfrm>
                  <a:off x="1485901" y="1803402"/>
                  <a:ext cx="25400" cy="30163"/>
                </a:xfrm>
                <a:custGeom>
                  <a:avLst/>
                  <a:gdLst>
                    <a:gd name="T0" fmla="*/ 0 w 11"/>
                    <a:gd name="T1" fmla="*/ 3 h 13"/>
                    <a:gd name="T2" fmla="*/ 11 w 11"/>
                    <a:gd name="T3" fmla="*/ 10 h 13"/>
                    <a:gd name="T4" fmla="*/ 0 w 11"/>
                    <a:gd name="T5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13">
                      <a:moveTo>
                        <a:pt x="0" y="3"/>
                      </a:moveTo>
                      <a:cubicBezTo>
                        <a:pt x="1" y="8"/>
                        <a:pt x="7" y="13"/>
                        <a:pt x="11" y="10"/>
                      </a:cubicBezTo>
                      <a:cubicBezTo>
                        <a:pt x="10" y="5"/>
                        <a:pt x="6" y="0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80"/>
                <p:cNvSpPr>
                  <a:spLocks/>
                </p:cNvSpPr>
                <p:nvPr/>
              </p:nvSpPr>
              <p:spPr bwMode="auto">
                <a:xfrm>
                  <a:off x="1535113" y="1806577"/>
                  <a:ext cx="15875" cy="15875"/>
                </a:xfrm>
                <a:custGeom>
                  <a:avLst/>
                  <a:gdLst>
                    <a:gd name="T0" fmla="*/ 2 w 7"/>
                    <a:gd name="T1" fmla="*/ 1 h 7"/>
                    <a:gd name="T2" fmla="*/ 1 w 7"/>
                    <a:gd name="T3" fmla="*/ 2 h 7"/>
                    <a:gd name="T4" fmla="*/ 6 w 7"/>
                    <a:gd name="T5" fmla="*/ 6 h 7"/>
                    <a:gd name="T6" fmla="*/ 2 w 7"/>
                    <a:gd name="T7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2" y="1"/>
                      </a:move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0" y="6"/>
                        <a:pt x="3" y="7"/>
                        <a:pt x="6" y="6"/>
                      </a:cubicBezTo>
                      <a:cubicBezTo>
                        <a:pt x="7" y="3"/>
                        <a:pt x="6" y="0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81"/>
                <p:cNvSpPr>
                  <a:spLocks/>
                </p:cNvSpPr>
                <p:nvPr/>
              </p:nvSpPr>
              <p:spPr bwMode="auto">
                <a:xfrm>
                  <a:off x="1554163" y="1806577"/>
                  <a:ext cx="11113" cy="12700"/>
                </a:xfrm>
                <a:custGeom>
                  <a:avLst/>
                  <a:gdLst>
                    <a:gd name="T0" fmla="*/ 4 w 5"/>
                    <a:gd name="T1" fmla="*/ 6 h 6"/>
                    <a:gd name="T2" fmla="*/ 5 w 5"/>
                    <a:gd name="T3" fmla="*/ 1 h 6"/>
                    <a:gd name="T4" fmla="*/ 4 w 5"/>
                    <a:gd name="T5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4" y="6"/>
                      </a:moveTo>
                      <a:cubicBezTo>
                        <a:pt x="4" y="4"/>
                        <a:pt x="5" y="4"/>
                        <a:pt x="5" y="1"/>
                      </a:cubicBezTo>
                      <a:cubicBezTo>
                        <a:pt x="0" y="0"/>
                        <a:pt x="0" y="6"/>
                        <a:pt x="4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Rectangle 82"/>
                <p:cNvSpPr>
                  <a:spLocks noChangeArrowheads="1"/>
                </p:cNvSpPr>
                <p:nvPr/>
              </p:nvSpPr>
              <p:spPr bwMode="auto">
                <a:xfrm>
                  <a:off x="1660526" y="1809752"/>
                  <a:ext cx="1270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83"/>
                <p:cNvSpPr>
                  <a:spLocks/>
                </p:cNvSpPr>
                <p:nvPr/>
              </p:nvSpPr>
              <p:spPr bwMode="auto">
                <a:xfrm>
                  <a:off x="1716088" y="1809752"/>
                  <a:ext cx="14288" cy="14288"/>
                </a:xfrm>
                <a:custGeom>
                  <a:avLst/>
                  <a:gdLst>
                    <a:gd name="T0" fmla="*/ 6 w 6"/>
                    <a:gd name="T1" fmla="*/ 6 h 6"/>
                    <a:gd name="T2" fmla="*/ 6 w 6"/>
                    <a:gd name="T3" fmla="*/ 0 h 6"/>
                    <a:gd name="T4" fmla="*/ 2 w 6"/>
                    <a:gd name="T5" fmla="*/ 0 h 6"/>
                    <a:gd name="T6" fmla="*/ 1 w 6"/>
                    <a:gd name="T7" fmla="*/ 6 h 6"/>
                    <a:gd name="T8" fmla="*/ 6 w 6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6">
                      <a:moveTo>
                        <a:pt x="6" y="6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3"/>
                        <a:pt x="0" y="3"/>
                        <a:pt x="1" y="6"/>
                      </a:cubicBezTo>
                      <a:lnTo>
                        <a:pt x="6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Rectangle 84"/>
                <p:cNvSpPr>
                  <a:spLocks noChangeArrowheads="1"/>
                </p:cNvSpPr>
                <p:nvPr/>
              </p:nvSpPr>
              <p:spPr bwMode="auto">
                <a:xfrm>
                  <a:off x="1682751" y="1817689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5"/>
                <p:cNvSpPr>
                  <a:spLocks/>
                </p:cNvSpPr>
                <p:nvPr/>
              </p:nvSpPr>
              <p:spPr bwMode="auto">
                <a:xfrm>
                  <a:off x="1692276" y="1822452"/>
                  <a:ext cx="20638" cy="14288"/>
                </a:xfrm>
                <a:custGeom>
                  <a:avLst/>
                  <a:gdLst>
                    <a:gd name="T0" fmla="*/ 8 w 9"/>
                    <a:gd name="T1" fmla="*/ 2 h 6"/>
                    <a:gd name="T2" fmla="*/ 1 w 9"/>
                    <a:gd name="T3" fmla="*/ 6 h 6"/>
                    <a:gd name="T4" fmla="*/ 8 w 9"/>
                    <a:gd name="T5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2"/>
                      </a:moveTo>
                      <a:cubicBezTo>
                        <a:pt x="6" y="0"/>
                        <a:pt x="0" y="1"/>
                        <a:pt x="1" y="6"/>
                      </a:cubicBezTo>
                      <a:cubicBezTo>
                        <a:pt x="5" y="6"/>
                        <a:pt x="9" y="6"/>
                        <a:pt x="8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86"/>
                <p:cNvSpPr>
                  <a:spLocks/>
                </p:cNvSpPr>
                <p:nvPr/>
              </p:nvSpPr>
              <p:spPr bwMode="auto">
                <a:xfrm>
                  <a:off x="1052513" y="1817689"/>
                  <a:ext cx="120650" cy="76200"/>
                </a:xfrm>
                <a:custGeom>
                  <a:avLst/>
                  <a:gdLst>
                    <a:gd name="T0" fmla="*/ 42 w 52"/>
                    <a:gd name="T1" fmla="*/ 15 h 33"/>
                    <a:gd name="T2" fmla="*/ 26 w 52"/>
                    <a:gd name="T3" fmla="*/ 5 h 33"/>
                    <a:gd name="T4" fmla="*/ 1 w 52"/>
                    <a:gd name="T5" fmla="*/ 5 h 33"/>
                    <a:gd name="T6" fmla="*/ 14 w 52"/>
                    <a:gd name="T7" fmla="*/ 13 h 33"/>
                    <a:gd name="T8" fmla="*/ 38 w 52"/>
                    <a:gd name="T9" fmla="*/ 24 h 33"/>
                    <a:gd name="T10" fmla="*/ 50 w 52"/>
                    <a:gd name="T11" fmla="*/ 32 h 33"/>
                    <a:gd name="T12" fmla="*/ 42 w 52"/>
                    <a:gd name="T13" fmla="*/ 15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33">
                      <a:moveTo>
                        <a:pt x="42" y="15"/>
                      </a:moveTo>
                      <a:cubicBezTo>
                        <a:pt x="35" y="17"/>
                        <a:pt x="29" y="11"/>
                        <a:pt x="26" y="5"/>
                      </a:cubicBezTo>
                      <a:cubicBezTo>
                        <a:pt x="20" y="8"/>
                        <a:pt x="9" y="0"/>
                        <a:pt x="1" y="5"/>
                      </a:cubicBezTo>
                      <a:cubicBezTo>
                        <a:pt x="0" y="8"/>
                        <a:pt x="7" y="14"/>
                        <a:pt x="14" y="13"/>
                      </a:cubicBezTo>
                      <a:cubicBezTo>
                        <a:pt x="19" y="20"/>
                        <a:pt x="31" y="28"/>
                        <a:pt x="38" y="24"/>
                      </a:cubicBezTo>
                      <a:cubicBezTo>
                        <a:pt x="40" y="29"/>
                        <a:pt x="43" y="33"/>
                        <a:pt x="50" y="32"/>
                      </a:cubicBezTo>
                      <a:cubicBezTo>
                        <a:pt x="52" y="22"/>
                        <a:pt x="40" y="25"/>
                        <a:pt x="42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87"/>
                <p:cNvSpPr>
                  <a:spLocks/>
                </p:cNvSpPr>
                <p:nvPr/>
              </p:nvSpPr>
              <p:spPr bwMode="auto">
                <a:xfrm>
                  <a:off x="1643063" y="1824039"/>
                  <a:ext cx="17463" cy="12700"/>
                </a:xfrm>
                <a:custGeom>
                  <a:avLst/>
                  <a:gdLst>
                    <a:gd name="T0" fmla="*/ 1 w 7"/>
                    <a:gd name="T1" fmla="*/ 5 h 5"/>
                    <a:gd name="T2" fmla="*/ 6 w 7"/>
                    <a:gd name="T3" fmla="*/ 5 h 5"/>
                    <a:gd name="T4" fmla="*/ 1 w 7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1" y="5"/>
                      </a:move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7" y="0"/>
                        <a:pt x="0" y="0"/>
                        <a:pt x="1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88"/>
                <p:cNvSpPr>
                  <a:spLocks/>
                </p:cNvSpPr>
                <p:nvPr/>
              </p:nvSpPr>
              <p:spPr bwMode="auto">
                <a:xfrm>
                  <a:off x="1893888" y="1849439"/>
                  <a:ext cx="14288" cy="14288"/>
                </a:xfrm>
                <a:custGeom>
                  <a:avLst/>
                  <a:gdLst>
                    <a:gd name="T0" fmla="*/ 1 w 6"/>
                    <a:gd name="T1" fmla="*/ 1 h 6"/>
                    <a:gd name="T2" fmla="*/ 0 w 6"/>
                    <a:gd name="T3" fmla="*/ 6 h 6"/>
                    <a:gd name="T4" fmla="*/ 6 w 6"/>
                    <a:gd name="T5" fmla="*/ 6 h 6"/>
                    <a:gd name="T6" fmla="*/ 1 w 6"/>
                    <a:gd name="T7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6">
                      <a:moveTo>
                        <a:pt x="1" y="1"/>
                      </a:moveTo>
                      <a:cubicBezTo>
                        <a:pt x="1" y="2"/>
                        <a:pt x="0" y="3"/>
                        <a:pt x="0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2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89"/>
                <p:cNvSpPr>
                  <a:spLocks/>
                </p:cNvSpPr>
                <p:nvPr/>
              </p:nvSpPr>
              <p:spPr bwMode="auto">
                <a:xfrm>
                  <a:off x="1671638" y="1857377"/>
                  <a:ext cx="206375" cy="90488"/>
                </a:xfrm>
                <a:custGeom>
                  <a:avLst/>
                  <a:gdLst>
                    <a:gd name="T0" fmla="*/ 84 w 89"/>
                    <a:gd name="T1" fmla="*/ 0 h 39"/>
                    <a:gd name="T2" fmla="*/ 75 w 89"/>
                    <a:gd name="T3" fmla="*/ 3 h 39"/>
                    <a:gd name="T4" fmla="*/ 77 w 89"/>
                    <a:gd name="T5" fmla="*/ 10 h 39"/>
                    <a:gd name="T6" fmla="*/ 40 w 89"/>
                    <a:gd name="T7" fmla="*/ 18 h 39"/>
                    <a:gd name="T8" fmla="*/ 9 w 89"/>
                    <a:gd name="T9" fmla="*/ 26 h 39"/>
                    <a:gd name="T10" fmla="*/ 10 w 89"/>
                    <a:gd name="T11" fmla="*/ 27 h 39"/>
                    <a:gd name="T12" fmla="*/ 9 w 89"/>
                    <a:gd name="T13" fmla="*/ 27 h 39"/>
                    <a:gd name="T14" fmla="*/ 9 w 89"/>
                    <a:gd name="T15" fmla="*/ 26 h 39"/>
                    <a:gd name="T16" fmla="*/ 2 w 89"/>
                    <a:gd name="T17" fmla="*/ 26 h 39"/>
                    <a:gd name="T18" fmla="*/ 0 w 89"/>
                    <a:gd name="T19" fmla="*/ 37 h 39"/>
                    <a:gd name="T20" fmla="*/ 8 w 89"/>
                    <a:gd name="T21" fmla="*/ 38 h 39"/>
                    <a:gd name="T22" fmla="*/ 8 w 89"/>
                    <a:gd name="T23" fmla="*/ 31 h 39"/>
                    <a:gd name="T24" fmla="*/ 10 w 89"/>
                    <a:gd name="T25" fmla="*/ 30 h 39"/>
                    <a:gd name="T26" fmla="*/ 9 w 89"/>
                    <a:gd name="T27" fmla="*/ 29 h 39"/>
                    <a:gd name="T28" fmla="*/ 11 w 89"/>
                    <a:gd name="T29" fmla="*/ 29 h 39"/>
                    <a:gd name="T30" fmla="*/ 10 w 89"/>
                    <a:gd name="T31" fmla="*/ 30 h 39"/>
                    <a:gd name="T32" fmla="*/ 41 w 89"/>
                    <a:gd name="T33" fmla="*/ 24 h 39"/>
                    <a:gd name="T34" fmla="*/ 46 w 89"/>
                    <a:gd name="T35" fmla="*/ 26 h 39"/>
                    <a:gd name="T36" fmla="*/ 89 w 89"/>
                    <a:gd name="T37" fmla="*/ 4 h 39"/>
                    <a:gd name="T38" fmla="*/ 84 w 89"/>
                    <a:gd name="T39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9" h="39">
                      <a:moveTo>
                        <a:pt x="84" y="0"/>
                      </a:moveTo>
                      <a:cubicBezTo>
                        <a:pt x="83" y="6"/>
                        <a:pt x="79" y="4"/>
                        <a:pt x="75" y="3"/>
                      </a:cubicBezTo>
                      <a:cubicBezTo>
                        <a:pt x="71" y="7"/>
                        <a:pt x="78" y="5"/>
                        <a:pt x="77" y="10"/>
                      </a:cubicBezTo>
                      <a:cubicBezTo>
                        <a:pt x="60" y="10"/>
                        <a:pt x="50" y="10"/>
                        <a:pt x="40" y="18"/>
                      </a:cubicBezTo>
                      <a:cubicBezTo>
                        <a:pt x="28" y="19"/>
                        <a:pt x="18" y="22"/>
                        <a:pt x="9" y="26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2" y="26"/>
                        <a:pt x="2" y="26"/>
                        <a:pt x="2" y="26"/>
                      </a:cubicBezTo>
                      <a:cubicBezTo>
                        <a:pt x="0" y="28"/>
                        <a:pt x="1" y="33"/>
                        <a:pt x="0" y="37"/>
                      </a:cubicBezTo>
                      <a:cubicBezTo>
                        <a:pt x="4" y="36"/>
                        <a:pt x="3" y="39"/>
                        <a:pt x="8" y="38"/>
                      </a:cubicBezTo>
                      <a:cubicBezTo>
                        <a:pt x="12" y="35"/>
                        <a:pt x="4" y="32"/>
                        <a:pt x="8" y="31"/>
                      </a:cubicBezTo>
                      <a:cubicBezTo>
                        <a:pt x="9" y="31"/>
                        <a:pt x="10" y="31"/>
                        <a:pt x="10" y="30"/>
                      </a:cubicBezTo>
                      <a:cubicBezTo>
                        <a:pt x="9" y="29"/>
                        <a:pt x="9" y="29"/>
                        <a:pt x="9" y="29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10" y="30"/>
                        <a:pt x="10" y="30"/>
                        <a:pt x="10" y="30"/>
                      </a:cubicBezTo>
                      <a:cubicBezTo>
                        <a:pt x="24" y="33"/>
                        <a:pt x="33" y="35"/>
                        <a:pt x="41" y="24"/>
                      </a:cubicBezTo>
                      <a:cubicBezTo>
                        <a:pt x="43" y="25"/>
                        <a:pt x="44" y="26"/>
                        <a:pt x="46" y="26"/>
                      </a:cubicBezTo>
                      <a:cubicBezTo>
                        <a:pt x="60" y="18"/>
                        <a:pt x="83" y="19"/>
                        <a:pt x="89" y="4"/>
                      </a:cubicBezTo>
                      <a:cubicBezTo>
                        <a:pt x="88" y="2"/>
                        <a:pt x="87" y="0"/>
                        <a:pt x="8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Freeform 90"/>
                <p:cNvSpPr>
                  <a:spLocks/>
                </p:cNvSpPr>
                <p:nvPr/>
              </p:nvSpPr>
              <p:spPr bwMode="auto">
                <a:xfrm>
                  <a:off x="1174751" y="1884364"/>
                  <a:ext cx="14288" cy="17463"/>
                </a:xfrm>
                <a:custGeom>
                  <a:avLst/>
                  <a:gdLst>
                    <a:gd name="T0" fmla="*/ 0 w 6"/>
                    <a:gd name="T1" fmla="*/ 6 h 7"/>
                    <a:gd name="T2" fmla="*/ 4 w 6"/>
                    <a:gd name="T3" fmla="*/ 7 h 7"/>
                    <a:gd name="T4" fmla="*/ 5 w 6"/>
                    <a:gd name="T5" fmla="*/ 0 h 7"/>
                    <a:gd name="T6" fmla="*/ 0 w 6"/>
                    <a:gd name="T7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0" y="6"/>
                      </a:moveTo>
                      <a:cubicBezTo>
                        <a:pt x="2" y="6"/>
                        <a:pt x="3" y="6"/>
                        <a:pt x="4" y="7"/>
                      </a:cubicBezTo>
                      <a:cubicBezTo>
                        <a:pt x="5" y="6"/>
                        <a:pt x="6" y="4"/>
                        <a:pt x="5" y="0"/>
                      </a:cubicBezTo>
                      <a:cubicBezTo>
                        <a:pt x="2" y="1"/>
                        <a:pt x="0" y="2"/>
                        <a:pt x="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91"/>
                <p:cNvSpPr>
                  <a:spLocks/>
                </p:cNvSpPr>
                <p:nvPr/>
              </p:nvSpPr>
              <p:spPr bwMode="auto">
                <a:xfrm>
                  <a:off x="1290638" y="1908177"/>
                  <a:ext cx="23813" cy="19050"/>
                </a:xfrm>
                <a:custGeom>
                  <a:avLst/>
                  <a:gdLst>
                    <a:gd name="T0" fmla="*/ 2 w 10"/>
                    <a:gd name="T1" fmla="*/ 0 h 8"/>
                    <a:gd name="T2" fmla="*/ 1 w 10"/>
                    <a:gd name="T3" fmla="*/ 6 h 8"/>
                    <a:gd name="T4" fmla="*/ 10 w 10"/>
                    <a:gd name="T5" fmla="*/ 8 h 8"/>
                    <a:gd name="T6" fmla="*/ 2 w 10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8">
                      <a:moveTo>
                        <a:pt x="2" y="0"/>
                      </a:moveTo>
                      <a:cubicBezTo>
                        <a:pt x="3" y="3"/>
                        <a:pt x="0" y="3"/>
                        <a:pt x="1" y="6"/>
                      </a:cubicBezTo>
                      <a:cubicBezTo>
                        <a:pt x="3" y="8"/>
                        <a:pt x="7" y="8"/>
                        <a:pt x="10" y="8"/>
                      </a:cubicBezTo>
                      <a:cubicBezTo>
                        <a:pt x="10" y="3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92"/>
                <p:cNvSpPr>
                  <a:spLocks/>
                </p:cNvSpPr>
                <p:nvPr/>
              </p:nvSpPr>
              <p:spPr bwMode="auto">
                <a:xfrm>
                  <a:off x="1330326" y="1914527"/>
                  <a:ext cx="88900" cy="44450"/>
                </a:xfrm>
                <a:custGeom>
                  <a:avLst/>
                  <a:gdLst>
                    <a:gd name="T0" fmla="*/ 23 w 38"/>
                    <a:gd name="T1" fmla="*/ 5 h 19"/>
                    <a:gd name="T2" fmla="*/ 20 w 38"/>
                    <a:gd name="T3" fmla="*/ 12 h 19"/>
                    <a:gd name="T4" fmla="*/ 21 w 38"/>
                    <a:gd name="T5" fmla="*/ 12 h 19"/>
                    <a:gd name="T6" fmla="*/ 14 w 38"/>
                    <a:gd name="T7" fmla="*/ 7 h 19"/>
                    <a:gd name="T8" fmla="*/ 1 w 38"/>
                    <a:gd name="T9" fmla="*/ 2 h 19"/>
                    <a:gd name="T10" fmla="*/ 0 w 38"/>
                    <a:gd name="T11" fmla="*/ 3 h 19"/>
                    <a:gd name="T12" fmla="*/ 1 w 38"/>
                    <a:gd name="T13" fmla="*/ 4 h 19"/>
                    <a:gd name="T14" fmla="*/ 12 w 38"/>
                    <a:gd name="T15" fmla="*/ 8 h 19"/>
                    <a:gd name="T16" fmla="*/ 20 w 38"/>
                    <a:gd name="T17" fmla="*/ 14 h 19"/>
                    <a:gd name="T18" fmla="*/ 22 w 38"/>
                    <a:gd name="T19" fmla="*/ 13 h 19"/>
                    <a:gd name="T20" fmla="*/ 22 w 38"/>
                    <a:gd name="T21" fmla="*/ 14 h 19"/>
                    <a:gd name="T22" fmla="*/ 31 w 38"/>
                    <a:gd name="T23" fmla="*/ 13 h 19"/>
                    <a:gd name="T24" fmla="*/ 32 w 38"/>
                    <a:gd name="T25" fmla="*/ 18 h 19"/>
                    <a:gd name="T26" fmla="*/ 38 w 38"/>
                    <a:gd name="T27" fmla="*/ 9 h 19"/>
                    <a:gd name="T28" fmla="*/ 23 w 38"/>
                    <a:gd name="T29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8" h="19">
                      <a:moveTo>
                        <a:pt x="23" y="5"/>
                      </a:moveTo>
                      <a:cubicBezTo>
                        <a:pt x="22" y="7"/>
                        <a:pt x="19" y="7"/>
                        <a:pt x="20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18" y="12"/>
                        <a:pt x="16" y="10"/>
                        <a:pt x="14" y="7"/>
                      </a:cubicBezTo>
                      <a:cubicBezTo>
                        <a:pt x="11" y="4"/>
                        <a:pt x="7" y="0"/>
                        <a:pt x="1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6" y="2"/>
                        <a:pt x="9" y="5"/>
                        <a:pt x="12" y="8"/>
                      </a:cubicBezTo>
                      <a:cubicBezTo>
                        <a:pt x="14" y="11"/>
                        <a:pt x="16" y="14"/>
                        <a:pt x="20" y="14"/>
                      </a:cubicBezTo>
                      <a:cubicBezTo>
                        <a:pt x="21" y="14"/>
                        <a:pt x="21" y="14"/>
                        <a:pt x="22" y="13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5" y="19"/>
                        <a:pt x="28" y="16"/>
                        <a:pt x="31" y="13"/>
                      </a:cubicBezTo>
                      <a:cubicBezTo>
                        <a:pt x="31" y="15"/>
                        <a:pt x="33" y="15"/>
                        <a:pt x="32" y="18"/>
                      </a:cubicBezTo>
                      <a:cubicBezTo>
                        <a:pt x="36" y="17"/>
                        <a:pt x="38" y="14"/>
                        <a:pt x="38" y="9"/>
                      </a:cubicBezTo>
                      <a:cubicBezTo>
                        <a:pt x="33" y="8"/>
                        <a:pt x="31" y="3"/>
                        <a:pt x="2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93"/>
                <p:cNvSpPr>
                  <a:spLocks/>
                </p:cNvSpPr>
                <p:nvPr/>
              </p:nvSpPr>
              <p:spPr bwMode="auto">
                <a:xfrm>
                  <a:off x="1585913" y="1927227"/>
                  <a:ext cx="60325" cy="30163"/>
                </a:xfrm>
                <a:custGeom>
                  <a:avLst/>
                  <a:gdLst>
                    <a:gd name="T0" fmla="*/ 18 w 26"/>
                    <a:gd name="T1" fmla="*/ 0 h 13"/>
                    <a:gd name="T2" fmla="*/ 18 w 26"/>
                    <a:gd name="T3" fmla="*/ 7 h 13"/>
                    <a:gd name="T4" fmla="*/ 19 w 26"/>
                    <a:gd name="T5" fmla="*/ 6 h 13"/>
                    <a:gd name="T6" fmla="*/ 19 w 26"/>
                    <a:gd name="T7" fmla="*/ 7 h 13"/>
                    <a:gd name="T8" fmla="*/ 14 w 26"/>
                    <a:gd name="T9" fmla="*/ 8 h 13"/>
                    <a:gd name="T10" fmla="*/ 11 w 26"/>
                    <a:gd name="T11" fmla="*/ 8 h 13"/>
                    <a:gd name="T12" fmla="*/ 11 w 26"/>
                    <a:gd name="T13" fmla="*/ 7 h 13"/>
                    <a:gd name="T14" fmla="*/ 0 w 26"/>
                    <a:gd name="T15" fmla="*/ 11 h 13"/>
                    <a:gd name="T16" fmla="*/ 12 w 26"/>
                    <a:gd name="T17" fmla="*/ 11 h 13"/>
                    <a:gd name="T18" fmla="*/ 11 w 26"/>
                    <a:gd name="T19" fmla="*/ 10 h 13"/>
                    <a:gd name="T20" fmla="*/ 14 w 26"/>
                    <a:gd name="T21" fmla="*/ 10 h 13"/>
                    <a:gd name="T22" fmla="*/ 20 w 26"/>
                    <a:gd name="T23" fmla="*/ 8 h 13"/>
                    <a:gd name="T24" fmla="*/ 20 w 26"/>
                    <a:gd name="T25" fmla="*/ 8 h 13"/>
                    <a:gd name="T26" fmla="*/ 21 w 26"/>
                    <a:gd name="T27" fmla="*/ 7 h 13"/>
                    <a:gd name="T28" fmla="*/ 22 w 26"/>
                    <a:gd name="T29" fmla="*/ 8 h 13"/>
                    <a:gd name="T30" fmla="*/ 23 w 26"/>
                    <a:gd name="T31" fmla="*/ 0 h 13"/>
                    <a:gd name="T32" fmla="*/ 18 w 26"/>
                    <a:gd name="T3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6" h="13">
                      <a:moveTo>
                        <a:pt x="18" y="0"/>
                      </a:moveTo>
                      <a:cubicBezTo>
                        <a:pt x="18" y="7"/>
                        <a:pt x="18" y="7"/>
                        <a:pt x="18" y="7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7" y="8"/>
                        <a:pt x="16" y="8"/>
                        <a:pt x="14" y="8"/>
                      </a:cubicBezTo>
                      <a:cubicBezTo>
                        <a:pt x="13" y="8"/>
                        <a:pt x="12" y="8"/>
                        <a:pt x="11" y="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6" y="7"/>
                        <a:pt x="0" y="6"/>
                        <a:pt x="0" y="11"/>
                      </a:cubicBezTo>
                      <a:cubicBezTo>
                        <a:pt x="1" y="13"/>
                        <a:pt x="11" y="13"/>
                        <a:pt x="12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0"/>
                        <a:pt x="13" y="10"/>
                        <a:pt x="14" y="10"/>
                      </a:cubicBezTo>
                      <a:cubicBezTo>
                        <a:pt x="16" y="10"/>
                        <a:pt x="18" y="10"/>
                        <a:pt x="20" y="8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6" y="7"/>
                        <a:pt x="24" y="3"/>
                        <a:pt x="23" y="0"/>
                      </a:cubicBez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94"/>
                <p:cNvSpPr>
                  <a:spLocks/>
                </p:cNvSpPr>
                <p:nvPr/>
              </p:nvSpPr>
              <p:spPr bwMode="auto">
                <a:xfrm>
                  <a:off x="1435101" y="1931989"/>
                  <a:ext cx="30163" cy="36513"/>
                </a:xfrm>
                <a:custGeom>
                  <a:avLst/>
                  <a:gdLst>
                    <a:gd name="T0" fmla="*/ 4 w 13"/>
                    <a:gd name="T1" fmla="*/ 1 h 16"/>
                    <a:gd name="T2" fmla="*/ 1 w 13"/>
                    <a:gd name="T3" fmla="*/ 13 h 16"/>
                    <a:gd name="T4" fmla="*/ 13 w 13"/>
                    <a:gd name="T5" fmla="*/ 7 h 16"/>
                    <a:gd name="T6" fmla="*/ 4 w 13"/>
                    <a:gd name="T7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" h="16">
                      <a:moveTo>
                        <a:pt x="4" y="1"/>
                      </a:moveTo>
                      <a:cubicBezTo>
                        <a:pt x="0" y="4"/>
                        <a:pt x="3" y="7"/>
                        <a:pt x="1" y="13"/>
                      </a:cubicBezTo>
                      <a:cubicBezTo>
                        <a:pt x="7" y="16"/>
                        <a:pt x="12" y="13"/>
                        <a:pt x="13" y="7"/>
                      </a:cubicBezTo>
                      <a:cubicBezTo>
                        <a:pt x="9" y="5"/>
                        <a:pt x="9" y="0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95"/>
                <p:cNvSpPr>
                  <a:spLocks/>
                </p:cNvSpPr>
                <p:nvPr/>
              </p:nvSpPr>
              <p:spPr bwMode="auto">
                <a:xfrm>
                  <a:off x="1330326" y="1933577"/>
                  <a:ext cx="14288" cy="11113"/>
                </a:xfrm>
                <a:custGeom>
                  <a:avLst/>
                  <a:gdLst>
                    <a:gd name="T0" fmla="*/ 0 w 6"/>
                    <a:gd name="T1" fmla="*/ 4 h 5"/>
                    <a:gd name="T2" fmla="*/ 6 w 6"/>
                    <a:gd name="T3" fmla="*/ 2 h 5"/>
                    <a:gd name="T4" fmla="*/ 0 w 6"/>
                    <a:gd name="T5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0" y="4"/>
                      </a:moveTo>
                      <a:cubicBezTo>
                        <a:pt x="2" y="5"/>
                        <a:pt x="5" y="5"/>
                        <a:pt x="6" y="2"/>
                      </a:cubicBezTo>
                      <a:cubicBezTo>
                        <a:pt x="4" y="0"/>
                        <a:pt x="1" y="0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96"/>
                <p:cNvSpPr>
                  <a:spLocks noEditPoints="1"/>
                </p:cNvSpPr>
                <p:nvPr/>
              </p:nvSpPr>
              <p:spPr bwMode="auto">
                <a:xfrm>
                  <a:off x="1066801" y="276227"/>
                  <a:ext cx="1182688" cy="603250"/>
                </a:xfrm>
                <a:custGeom>
                  <a:avLst/>
                  <a:gdLst>
                    <a:gd name="T0" fmla="*/ 246 w 510"/>
                    <a:gd name="T1" fmla="*/ 24 h 260"/>
                    <a:gd name="T2" fmla="*/ 247 w 510"/>
                    <a:gd name="T3" fmla="*/ 24 h 260"/>
                    <a:gd name="T4" fmla="*/ 245 w 510"/>
                    <a:gd name="T5" fmla="*/ 22 h 260"/>
                    <a:gd name="T6" fmla="*/ 239 w 510"/>
                    <a:gd name="T7" fmla="*/ 14 h 260"/>
                    <a:gd name="T8" fmla="*/ 245 w 510"/>
                    <a:gd name="T9" fmla="*/ 13 h 260"/>
                    <a:gd name="T10" fmla="*/ 246 w 510"/>
                    <a:gd name="T11" fmla="*/ 14 h 260"/>
                    <a:gd name="T12" fmla="*/ 301 w 510"/>
                    <a:gd name="T13" fmla="*/ 38 h 260"/>
                    <a:gd name="T14" fmla="*/ 383 w 510"/>
                    <a:gd name="T15" fmla="*/ 80 h 260"/>
                    <a:gd name="T16" fmla="*/ 407 w 510"/>
                    <a:gd name="T17" fmla="*/ 99 h 260"/>
                    <a:gd name="T18" fmla="*/ 409 w 510"/>
                    <a:gd name="T19" fmla="*/ 100 h 260"/>
                    <a:gd name="T20" fmla="*/ 410 w 510"/>
                    <a:gd name="T21" fmla="*/ 101 h 260"/>
                    <a:gd name="T22" fmla="*/ 433 w 510"/>
                    <a:gd name="T23" fmla="*/ 130 h 260"/>
                    <a:gd name="T24" fmla="*/ 435 w 510"/>
                    <a:gd name="T25" fmla="*/ 135 h 260"/>
                    <a:gd name="T26" fmla="*/ 487 w 510"/>
                    <a:gd name="T27" fmla="*/ 217 h 260"/>
                    <a:gd name="T28" fmla="*/ 491 w 510"/>
                    <a:gd name="T29" fmla="*/ 225 h 260"/>
                    <a:gd name="T30" fmla="*/ 499 w 510"/>
                    <a:gd name="T31" fmla="*/ 251 h 260"/>
                    <a:gd name="T32" fmla="*/ 501 w 510"/>
                    <a:gd name="T33" fmla="*/ 260 h 260"/>
                    <a:gd name="T34" fmla="*/ 502 w 510"/>
                    <a:gd name="T35" fmla="*/ 260 h 260"/>
                    <a:gd name="T36" fmla="*/ 503 w 510"/>
                    <a:gd name="T37" fmla="*/ 258 h 260"/>
                    <a:gd name="T38" fmla="*/ 502 w 510"/>
                    <a:gd name="T39" fmla="*/ 250 h 260"/>
                    <a:gd name="T40" fmla="*/ 503 w 510"/>
                    <a:gd name="T41" fmla="*/ 249 h 260"/>
                    <a:gd name="T42" fmla="*/ 505 w 510"/>
                    <a:gd name="T43" fmla="*/ 249 h 260"/>
                    <a:gd name="T44" fmla="*/ 506 w 510"/>
                    <a:gd name="T45" fmla="*/ 247 h 260"/>
                    <a:gd name="T46" fmla="*/ 505 w 510"/>
                    <a:gd name="T47" fmla="*/ 246 h 260"/>
                    <a:gd name="T48" fmla="*/ 510 w 510"/>
                    <a:gd name="T49" fmla="*/ 230 h 260"/>
                    <a:gd name="T50" fmla="*/ 501 w 510"/>
                    <a:gd name="T51" fmla="*/ 208 h 260"/>
                    <a:gd name="T52" fmla="*/ 501 w 510"/>
                    <a:gd name="T53" fmla="*/ 206 h 260"/>
                    <a:gd name="T54" fmla="*/ 487 w 510"/>
                    <a:gd name="T55" fmla="*/ 194 h 260"/>
                    <a:gd name="T56" fmla="*/ 448 w 510"/>
                    <a:gd name="T57" fmla="*/ 123 h 260"/>
                    <a:gd name="T58" fmla="*/ 435 w 510"/>
                    <a:gd name="T59" fmla="*/ 128 h 260"/>
                    <a:gd name="T60" fmla="*/ 360 w 510"/>
                    <a:gd name="T61" fmla="*/ 44 h 260"/>
                    <a:gd name="T62" fmla="*/ 247 w 510"/>
                    <a:gd name="T63" fmla="*/ 10 h 260"/>
                    <a:gd name="T64" fmla="*/ 246 w 510"/>
                    <a:gd name="T65" fmla="*/ 11 h 260"/>
                    <a:gd name="T66" fmla="*/ 218 w 510"/>
                    <a:gd name="T67" fmla="*/ 6 h 260"/>
                    <a:gd name="T68" fmla="*/ 187 w 510"/>
                    <a:gd name="T69" fmla="*/ 1 h 260"/>
                    <a:gd name="T70" fmla="*/ 173 w 510"/>
                    <a:gd name="T71" fmla="*/ 2 h 260"/>
                    <a:gd name="T72" fmla="*/ 87 w 510"/>
                    <a:gd name="T73" fmla="*/ 17 h 260"/>
                    <a:gd name="T74" fmla="*/ 74 w 510"/>
                    <a:gd name="T75" fmla="*/ 21 h 260"/>
                    <a:gd name="T76" fmla="*/ 8 w 510"/>
                    <a:gd name="T77" fmla="*/ 50 h 260"/>
                    <a:gd name="T78" fmla="*/ 14 w 510"/>
                    <a:gd name="T79" fmla="*/ 64 h 260"/>
                    <a:gd name="T80" fmla="*/ 2 w 510"/>
                    <a:gd name="T81" fmla="*/ 77 h 260"/>
                    <a:gd name="T82" fmla="*/ 0 w 510"/>
                    <a:gd name="T83" fmla="*/ 80 h 260"/>
                    <a:gd name="T84" fmla="*/ 1 w 510"/>
                    <a:gd name="T85" fmla="*/ 80 h 260"/>
                    <a:gd name="T86" fmla="*/ 3 w 510"/>
                    <a:gd name="T87" fmla="*/ 80 h 260"/>
                    <a:gd name="T88" fmla="*/ 70 w 510"/>
                    <a:gd name="T89" fmla="*/ 45 h 260"/>
                    <a:gd name="T90" fmla="*/ 110 w 510"/>
                    <a:gd name="T91" fmla="*/ 30 h 260"/>
                    <a:gd name="T92" fmla="*/ 158 w 510"/>
                    <a:gd name="T93" fmla="*/ 21 h 260"/>
                    <a:gd name="T94" fmla="*/ 244 w 510"/>
                    <a:gd name="T95" fmla="*/ 24 h 260"/>
                    <a:gd name="T96" fmla="*/ 499 w 510"/>
                    <a:gd name="T97" fmla="*/ 206 h 260"/>
                    <a:gd name="T98" fmla="*/ 499 w 510"/>
                    <a:gd name="T99" fmla="*/ 209 h 260"/>
                    <a:gd name="T100" fmla="*/ 498 w 510"/>
                    <a:gd name="T101" fmla="*/ 207 h 260"/>
                    <a:gd name="T102" fmla="*/ 491 w 510"/>
                    <a:gd name="T103" fmla="*/ 222 h 260"/>
                    <a:gd name="T104" fmla="*/ 490 w 510"/>
                    <a:gd name="T105" fmla="*/ 222 h 260"/>
                    <a:gd name="T106" fmla="*/ 490 w 510"/>
                    <a:gd name="T107" fmla="*/ 218 h 260"/>
                    <a:gd name="T108" fmla="*/ 410 w 510"/>
                    <a:gd name="T109" fmla="*/ 93 h 260"/>
                    <a:gd name="T110" fmla="*/ 409 w 510"/>
                    <a:gd name="T111" fmla="*/ 96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510" h="260">
                      <a:moveTo>
                        <a:pt x="244" y="24"/>
                      </a:moveTo>
                      <a:cubicBezTo>
                        <a:pt x="245" y="24"/>
                        <a:pt x="245" y="24"/>
                        <a:pt x="246" y="24"/>
                      </a:cubicBezTo>
                      <a:cubicBezTo>
                        <a:pt x="246" y="25"/>
                        <a:pt x="246" y="25"/>
                        <a:pt x="246" y="25"/>
                      </a:cubicBezTo>
                      <a:cubicBezTo>
                        <a:pt x="247" y="25"/>
                        <a:pt x="247" y="24"/>
                        <a:pt x="247" y="24"/>
                      </a:cubicBezTo>
                      <a:cubicBezTo>
                        <a:pt x="248" y="24"/>
                        <a:pt x="247" y="23"/>
                        <a:pt x="247" y="23"/>
                      </a:cubicBezTo>
                      <a:cubicBezTo>
                        <a:pt x="246" y="22"/>
                        <a:pt x="245" y="22"/>
                        <a:pt x="245" y="22"/>
                      </a:cubicBezTo>
                      <a:cubicBezTo>
                        <a:pt x="246" y="21"/>
                        <a:pt x="246" y="21"/>
                        <a:pt x="246" y="21"/>
                      </a:cubicBezTo>
                      <a:cubicBezTo>
                        <a:pt x="246" y="16"/>
                        <a:pt x="239" y="19"/>
                        <a:pt x="239" y="14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5" y="13"/>
                        <a:pt x="245" y="13"/>
                        <a:pt x="245" y="13"/>
                      </a:cubicBezTo>
                      <a:cubicBezTo>
                        <a:pt x="247" y="13"/>
                        <a:pt x="247" y="13"/>
                        <a:pt x="247" y="13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9" y="18"/>
                        <a:pt x="254" y="19"/>
                        <a:pt x="254" y="25"/>
                      </a:cubicBezTo>
                      <a:cubicBezTo>
                        <a:pt x="272" y="28"/>
                        <a:pt x="286" y="35"/>
                        <a:pt x="301" y="38"/>
                      </a:cubicBezTo>
                      <a:cubicBezTo>
                        <a:pt x="332" y="46"/>
                        <a:pt x="352" y="62"/>
                        <a:pt x="373" y="77"/>
                      </a:cubicBezTo>
                      <a:cubicBezTo>
                        <a:pt x="377" y="77"/>
                        <a:pt x="379" y="80"/>
                        <a:pt x="383" y="80"/>
                      </a:cubicBezTo>
                      <a:cubicBezTo>
                        <a:pt x="387" y="88"/>
                        <a:pt x="395" y="94"/>
                        <a:pt x="401" y="100"/>
                      </a:cubicBezTo>
                      <a:cubicBezTo>
                        <a:pt x="404" y="100"/>
                        <a:pt x="404" y="99"/>
                        <a:pt x="407" y="99"/>
                      </a:cubicBezTo>
                      <a:cubicBezTo>
                        <a:pt x="407" y="98"/>
                        <a:pt x="407" y="98"/>
                        <a:pt x="407" y="98"/>
                      </a:cubicBezTo>
                      <a:cubicBezTo>
                        <a:pt x="409" y="100"/>
                        <a:pt x="409" y="100"/>
                        <a:pt x="409" y="100"/>
                      </a:cubicBezTo>
                      <a:cubicBezTo>
                        <a:pt x="410" y="100"/>
                        <a:pt x="410" y="100"/>
                        <a:pt x="410" y="100"/>
                      </a:cubicBezTo>
                      <a:cubicBezTo>
                        <a:pt x="410" y="101"/>
                        <a:pt x="410" y="101"/>
                        <a:pt x="410" y="101"/>
                      </a:cubicBezTo>
                      <a:cubicBezTo>
                        <a:pt x="410" y="106"/>
                        <a:pt x="414" y="101"/>
                        <a:pt x="416" y="104"/>
                      </a:cubicBezTo>
                      <a:cubicBezTo>
                        <a:pt x="413" y="116"/>
                        <a:pt x="424" y="125"/>
                        <a:pt x="433" y="130"/>
                      </a:cubicBezTo>
                      <a:cubicBezTo>
                        <a:pt x="435" y="131"/>
                        <a:pt x="435" y="131"/>
                        <a:pt x="435" y="131"/>
                      </a:cubicBezTo>
                      <a:cubicBezTo>
                        <a:pt x="435" y="135"/>
                        <a:pt x="435" y="135"/>
                        <a:pt x="435" y="135"/>
                      </a:cubicBezTo>
                      <a:cubicBezTo>
                        <a:pt x="457" y="158"/>
                        <a:pt x="471" y="188"/>
                        <a:pt x="486" y="217"/>
                      </a:cubicBezTo>
                      <a:cubicBezTo>
                        <a:pt x="487" y="217"/>
                        <a:pt x="487" y="217"/>
                        <a:pt x="487" y="217"/>
                      </a:cubicBezTo>
                      <a:cubicBezTo>
                        <a:pt x="487" y="219"/>
                        <a:pt x="487" y="221"/>
                        <a:pt x="488" y="223"/>
                      </a:cubicBezTo>
                      <a:cubicBezTo>
                        <a:pt x="489" y="224"/>
                        <a:pt x="490" y="225"/>
                        <a:pt x="491" y="225"/>
                      </a:cubicBezTo>
                      <a:cubicBezTo>
                        <a:pt x="490" y="226"/>
                        <a:pt x="490" y="226"/>
                        <a:pt x="490" y="226"/>
                      </a:cubicBezTo>
                      <a:cubicBezTo>
                        <a:pt x="493" y="235"/>
                        <a:pt x="493" y="246"/>
                        <a:pt x="499" y="251"/>
                      </a:cubicBezTo>
                      <a:cubicBezTo>
                        <a:pt x="499" y="254"/>
                        <a:pt x="500" y="256"/>
                        <a:pt x="501" y="259"/>
                      </a:cubicBezTo>
                      <a:cubicBezTo>
                        <a:pt x="501" y="260"/>
                        <a:pt x="501" y="260"/>
                        <a:pt x="501" y="260"/>
                      </a:cubicBezTo>
                      <a:cubicBezTo>
                        <a:pt x="501" y="260"/>
                        <a:pt x="502" y="260"/>
                        <a:pt x="502" y="260"/>
                      </a:cubicBezTo>
                      <a:cubicBezTo>
                        <a:pt x="502" y="260"/>
                        <a:pt x="502" y="260"/>
                        <a:pt x="502" y="260"/>
                      </a:cubicBezTo>
                      <a:cubicBezTo>
                        <a:pt x="503" y="260"/>
                        <a:pt x="503" y="259"/>
                        <a:pt x="503" y="259"/>
                      </a:cubicBezTo>
                      <a:cubicBezTo>
                        <a:pt x="503" y="258"/>
                        <a:pt x="503" y="258"/>
                        <a:pt x="503" y="258"/>
                      </a:cubicBezTo>
                      <a:cubicBezTo>
                        <a:pt x="502" y="255"/>
                        <a:pt x="501" y="253"/>
                        <a:pt x="501" y="250"/>
                      </a:cubicBezTo>
                      <a:cubicBezTo>
                        <a:pt x="502" y="250"/>
                        <a:pt x="502" y="250"/>
                        <a:pt x="502" y="250"/>
                      </a:cubicBezTo>
                      <a:cubicBezTo>
                        <a:pt x="503" y="250"/>
                        <a:pt x="503" y="250"/>
                        <a:pt x="503" y="250"/>
                      </a:cubicBezTo>
                      <a:cubicBezTo>
                        <a:pt x="503" y="249"/>
                        <a:pt x="503" y="249"/>
                        <a:pt x="503" y="249"/>
                      </a:cubicBezTo>
                      <a:cubicBezTo>
                        <a:pt x="504" y="249"/>
                        <a:pt x="505" y="249"/>
                        <a:pt x="505" y="249"/>
                      </a:cubicBezTo>
                      <a:cubicBezTo>
                        <a:pt x="505" y="249"/>
                        <a:pt x="505" y="249"/>
                        <a:pt x="505" y="249"/>
                      </a:cubicBezTo>
                      <a:cubicBezTo>
                        <a:pt x="506" y="249"/>
                        <a:pt x="506" y="249"/>
                        <a:pt x="506" y="248"/>
                      </a:cubicBezTo>
                      <a:cubicBezTo>
                        <a:pt x="507" y="248"/>
                        <a:pt x="506" y="247"/>
                        <a:pt x="506" y="247"/>
                      </a:cubicBezTo>
                      <a:cubicBezTo>
                        <a:pt x="505" y="247"/>
                        <a:pt x="504" y="247"/>
                        <a:pt x="504" y="247"/>
                      </a:cubicBezTo>
                      <a:cubicBezTo>
                        <a:pt x="505" y="246"/>
                        <a:pt x="505" y="246"/>
                        <a:pt x="505" y="246"/>
                      </a:cubicBezTo>
                      <a:cubicBezTo>
                        <a:pt x="502" y="245"/>
                        <a:pt x="502" y="241"/>
                        <a:pt x="502" y="237"/>
                      </a:cubicBezTo>
                      <a:cubicBezTo>
                        <a:pt x="504" y="234"/>
                        <a:pt x="509" y="234"/>
                        <a:pt x="510" y="230"/>
                      </a:cubicBezTo>
                      <a:cubicBezTo>
                        <a:pt x="510" y="220"/>
                        <a:pt x="507" y="213"/>
                        <a:pt x="502" y="207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7"/>
                        <a:pt x="501" y="207"/>
                        <a:pt x="501" y="206"/>
                      </a:cubicBezTo>
                      <a:cubicBezTo>
                        <a:pt x="502" y="206"/>
                        <a:pt x="502" y="206"/>
                        <a:pt x="502" y="206"/>
                      </a:cubicBezTo>
                      <a:cubicBezTo>
                        <a:pt x="503" y="197"/>
                        <a:pt x="492" y="198"/>
                        <a:pt x="487" y="194"/>
                      </a:cubicBezTo>
                      <a:cubicBezTo>
                        <a:pt x="487" y="189"/>
                        <a:pt x="495" y="194"/>
                        <a:pt x="494" y="189"/>
                      </a:cubicBezTo>
                      <a:cubicBezTo>
                        <a:pt x="481" y="164"/>
                        <a:pt x="469" y="140"/>
                        <a:pt x="448" y="123"/>
                      </a:cubicBezTo>
                      <a:cubicBezTo>
                        <a:pt x="445" y="125"/>
                        <a:pt x="443" y="130"/>
                        <a:pt x="436" y="130"/>
                      </a:cubicBezTo>
                      <a:cubicBezTo>
                        <a:pt x="435" y="128"/>
                        <a:pt x="435" y="128"/>
                        <a:pt x="435" y="128"/>
                      </a:cubicBezTo>
                      <a:cubicBezTo>
                        <a:pt x="439" y="125"/>
                        <a:pt x="443" y="123"/>
                        <a:pt x="448" y="122"/>
                      </a:cubicBezTo>
                      <a:cubicBezTo>
                        <a:pt x="426" y="88"/>
                        <a:pt x="390" y="69"/>
                        <a:pt x="360" y="44"/>
                      </a:cubicBezTo>
                      <a:cubicBezTo>
                        <a:pt x="333" y="35"/>
                        <a:pt x="312" y="20"/>
                        <a:pt x="278" y="18"/>
                      </a:cubicBezTo>
                      <a:cubicBezTo>
                        <a:pt x="272" y="12"/>
                        <a:pt x="260" y="6"/>
                        <a:pt x="247" y="10"/>
                      </a:cubicBezTo>
                      <a:cubicBezTo>
                        <a:pt x="247" y="11"/>
                        <a:pt x="247" y="11"/>
                        <a:pt x="247" y="11"/>
                      </a:cubicBezTo>
                      <a:cubicBezTo>
                        <a:pt x="246" y="11"/>
                        <a:pt x="246" y="11"/>
                        <a:pt x="246" y="11"/>
                      </a:cubicBezTo>
                      <a:cubicBezTo>
                        <a:pt x="247" y="10"/>
                        <a:pt x="247" y="10"/>
                        <a:pt x="247" y="10"/>
                      </a:cubicBezTo>
                      <a:cubicBezTo>
                        <a:pt x="237" y="6"/>
                        <a:pt x="227" y="9"/>
                        <a:pt x="218" y="6"/>
                      </a:cubicBezTo>
                      <a:cubicBezTo>
                        <a:pt x="215" y="5"/>
                        <a:pt x="215" y="3"/>
                        <a:pt x="212" y="2"/>
                      </a:cubicBezTo>
                      <a:cubicBezTo>
                        <a:pt x="205" y="1"/>
                        <a:pt x="196" y="2"/>
                        <a:pt x="187" y="1"/>
                      </a:cubicBezTo>
                      <a:cubicBezTo>
                        <a:pt x="183" y="1"/>
                        <a:pt x="185" y="7"/>
                        <a:pt x="180" y="5"/>
                      </a:cubicBezTo>
                      <a:cubicBezTo>
                        <a:pt x="175" y="7"/>
                        <a:pt x="177" y="1"/>
                        <a:pt x="173" y="2"/>
                      </a:cubicBezTo>
                      <a:cubicBezTo>
                        <a:pt x="148" y="0"/>
                        <a:pt x="131" y="7"/>
                        <a:pt x="109" y="9"/>
                      </a:cubicBezTo>
                      <a:cubicBezTo>
                        <a:pt x="103" y="12"/>
                        <a:pt x="92" y="15"/>
                        <a:pt x="87" y="17"/>
                      </a:cubicBezTo>
                      <a:cubicBezTo>
                        <a:pt x="85" y="18"/>
                        <a:pt x="83" y="16"/>
                        <a:pt x="81" y="17"/>
                      </a:cubicBezTo>
                      <a:cubicBezTo>
                        <a:pt x="78" y="18"/>
                        <a:pt x="77" y="20"/>
                        <a:pt x="74" y="21"/>
                      </a:cubicBezTo>
                      <a:cubicBezTo>
                        <a:pt x="62" y="23"/>
                        <a:pt x="56" y="27"/>
                        <a:pt x="47" y="30"/>
                      </a:cubicBezTo>
                      <a:cubicBezTo>
                        <a:pt x="35" y="36"/>
                        <a:pt x="16" y="44"/>
                        <a:pt x="8" y="50"/>
                      </a:cubicBezTo>
                      <a:cubicBezTo>
                        <a:pt x="7" y="52"/>
                        <a:pt x="4" y="53"/>
                        <a:pt x="5" y="56"/>
                      </a:cubicBezTo>
                      <a:cubicBezTo>
                        <a:pt x="8" y="58"/>
                        <a:pt x="14" y="58"/>
                        <a:pt x="14" y="64"/>
                      </a:cubicBezTo>
                      <a:cubicBezTo>
                        <a:pt x="7" y="63"/>
                        <a:pt x="2" y="68"/>
                        <a:pt x="1" y="76"/>
                      </a:cubicBezTo>
                      <a:cubicBezTo>
                        <a:pt x="2" y="77"/>
                        <a:pt x="2" y="77"/>
                        <a:pt x="2" y="77"/>
                      </a:cubicBezTo>
                      <a:cubicBezTo>
                        <a:pt x="2" y="77"/>
                        <a:pt x="1" y="78"/>
                        <a:pt x="0" y="78"/>
                      </a:cubicBezTo>
                      <a:cubicBezTo>
                        <a:pt x="0" y="79"/>
                        <a:pt x="0" y="79"/>
                        <a:pt x="0" y="80"/>
                      </a:cubicBezTo>
                      <a:cubicBezTo>
                        <a:pt x="0" y="80"/>
                        <a:pt x="0" y="80"/>
                        <a:pt x="1" y="80"/>
                      </a:cubicBezTo>
                      <a:cubicBezTo>
                        <a:pt x="1" y="80"/>
                        <a:pt x="1" y="80"/>
                        <a:pt x="1" y="80"/>
                      </a:cubicBezTo>
                      <a:cubicBezTo>
                        <a:pt x="2" y="80"/>
                        <a:pt x="2" y="79"/>
                        <a:pt x="3" y="79"/>
                      </a:cubicBezTo>
                      <a:cubicBezTo>
                        <a:pt x="3" y="80"/>
                        <a:pt x="3" y="80"/>
                        <a:pt x="3" y="80"/>
                      </a:cubicBezTo>
                      <a:cubicBezTo>
                        <a:pt x="14" y="75"/>
                        <a:pt x="22" y="68"/>
                        <a:pt x="34" y="61"/>
                      </a:cubicBezTo>
                      <a:cubicBezTo>
                        <a:pt x="46" y="54"/>
                        <a:pt x="55" y="46"/>
                        <a:pt x="70" y="45"/>
                      </a:cubicBezTo>
                      <a:cubicBezTo>
                        <a:pt x="74" y="43"/>
                        <a:pt x="75" y="39"/>
                        <a:pt x="78" y="37"/>
                      </a:cubicBezTo>
                      <a:cubicBezTo>
                        <a:pt x="86" y="42"/>
                        <a:pt x="100" y="32"/>
                        <a:pt x="110" y="30"/>
                      </a:cubicBezTo>
                      <a:cubicBezTo>
                        <a:pt x="114" y="27"/>
                        <a:pt x="107" y="22"/>
                        <a:pt x="113" y="21"/>
                      </a:cubicBezTo>
                      <a:cubicBezTo>
                        <a:pt x="123" y="32"/>
                        <a:pt x="146" y="22"/>
                        <a:pt x="158" y="21"/>
                      </a:cubicBezTo>
                      <a:cubicBezTo>
                        <a:pt x="186" y="18"/>
                        <a:pt x="228" y="21"/>
                        <a:pt x="244" y="25"/>
                      </a:cubicBezTo>
                      <a:lnTo>
                        <a:pt x="244" y="24"/>
                      </a:lnTo>
                      <a:close/>
                      <a:moveTo>
                        <a:pt x="498" y="207"/>
                      </a:moveTo>
                      <a:cubicBezTo>
                        <a:pt x="499" y="206"/>
                        <a:pt x="499" y="206"/>
                        <a:pt x="499" y="206"/>
                      </a:cubicBezTo>
                      <a:cubicBezTo>
                        <a:pt x="499" y="207"/>
                        <a:pt x="499" y="208"/>
                        <a:pt x="499" y="209"/>
                      </a:cubicBezTo>
                      <a:cubicBezTo>
                        <a:pt x="499" y="209"/>
                        <a:pt x="499" y="209"/>
                        <a:pt x="499" y="209"/>
                      </a:cubicBezTo>
                      <a:cubicBezTo>
                        <a:pt x="498" y="209"/>
                        <a:pt x="498" y="209"/>
                        <a:pt x="498" y="209"/>
                      </a:cubicBezTo>
                      <a:cubicBezTo>
                        <a:pt x="497" y="216"/>
                        <a:pt x="490" y="206"/>
                        <a:pt x="498" y="207"/>
                      </a:cubicBezTo>
                      <a:moveTo>
                        <a:pt x="495" y="220"/>
                      </a:moveTo>
                      <a:cubicBezTo>
                        <a:pt x="495" y="221"/>
                        <a:pt x="494" y="222"/>
                        <a:pt x="491" y="222"/>
                      </a:cubicBezTo>
                      <a:cubicBezTo>
                        <a:pt x="492" y="223"/>
                        <a:pt x="492" y="223"/>
                        <a:pt x="492" y="223"/>
                      </a:cubicBezTo>
                      <a:cubicBezTo>
                        <a:pt x="491" y="223"/>
                        <a:pt x="490" y="223"/>
                        <a:pt x="490" y="222"/>
                      </a:cubicBezTo>
                      <a:cubicBezTo>
                        <a:pt x="489" y="221"/>
                        <a:pt x="489" y="219"/>
                        <a:pt x="489" y="217"/>
                      </a:cubicBezTo>
                      <a:cubicBezTo>
                        <a:pt x="490" y="218"/>
                        <a:pt x="490" y="218"/>
                        <a:pt x="490" y="218"/>
                      </a:cubicBezTo>
                      <a:cubicBezTo>
                        <a:pt x="493" y="216"/>
                        <a:pt x="494" y="218"/>
                        <a:pt x="495" y="220"/>
                      </a:cubicBezTo>
                      <a:moveTo>
                        <a:pt x="410" y="93"/>
                      </a:moveTo>
                      <a:cubicBezTo>
                        <a:pt x="413" y="91"/>
                        <a:pt x="413" y="99"/>
                        <a:pt x="410" y="97"/>
                      </a:cubicBezTo>
                      <a:cubicBezTo>
                        <a:pt x="409" y="96"/>
                        <a:pt x="409" y="96"/>
                        <a:pt x="409" y="96"/>
                      </a:cubicBezTo>
                      <a:cubicBezTo>
                        <a:pt x="409" y="96"/>
                        <a:pt x="410" y="95"/>
                        <a:pt x="410" y="9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97"/>
                <p:cNvSpPr>
                  <a:spLocks noEditPoints="1"/>
                </p:cNvSpPr>
                <p:nvPr/>
              </p:nvSpPr>
              <p:spPr bwMode="auto">
                <a:xfrm>
                  <a:off x="1058863" y="1658939"/>
                  <a:ext cx="431800" cy="207963"/>
                </a:xfrm>
                <a:custGeom>
                  <a:avLst/>
                  <a:gdLst>
                    <a:gd name="T0" fmla="*/ 175 w 186"/>
                    <a:gd name="T1" fmla="*/ 73 h 89"/>
                    <a:gd name="T2" fmla="*/ 165 w 186"/>
                    <a:gd name="T3" fmla="*/ 73 h 89"/>
                    <a:gd name="T4" fmla="*/ 161 w 186"/>
                    <a:gd name="T5" fmla="*/ 71 h 89"/>
                    <a:gd name="T6" fmla="*/ 127 w 186"/>
                    <a:gd name="T7" fmla="*/ 58 h 89"/>
                    <a:gd name="T8" fmla="*/ 116 w 186"/>
                    <a:gd name="T9" fmla="*/ 57 h 89"/>
                    <a:gd name="T10" fmla="*/ 78 w 186"/>
                    <a:gd name="T11" fmla="*/ 46 h 89"/>
                    <a:gd name="T12" fmla="*/ 59 w 186"/>
                    <a:gd name="T13" fmla="*/ 36 h 89"/>
                    <a:gd name="T14" fmla="*/ 7 w 186"/>
                    <a:gd name="T15" fmla="*/ 5 h 89"/>
                    <a:gd name="T16" fmla="*/ 1 w 186"/>
                    <a:gd name="T17" fmla="*/ 1 h 89"/>
                    <a:gd name="T18" fmla="*/ 6 w 186"/>
                    <a:gd name="T19" fmla="*/ 7 h 89"/>
                    <a:gd name="T20" fmla="*/ 2 w 186"/>
                    <a:gd name="T21" fmla="*/ 17 h 89"/>
                    <a:gd name="T22" fmla="*/ 15 w 186"/>
                    <a:gd name="T23" fmla="*/ 28 h 89"/>
                    <a:gd name="T24" fmla="*/ 21 w 186"/>
                    <a:gd name="T25" fmla="*/ 45 h 89"/>
                    <a:gd name="T26" fmla="*/ 59 w 186"/>
                    <a:gd name="T27" fmla="*/ 53 h 89"/>
                    <a:gd name="T28" fmla="*/ 75 w 186"/>
                    <a:gd name="T29" fmla="*/ 59 h 89"/>
                    <a:gd name="T30" fmla="*/ 77 w 186"/>
                    <a:gd name="T31" fmla="*/ 60 h 89"/>
                    <a:gd name="T32" fmla="*/ 83 w 186"/>
                    <a:gd name="T33" fmla="*/ 62 h 89"/>
                    <a:gd name="T34" fmla="*/ 85 w 186"/>
                    <a:gd name="T35" fmla="*/ 68 h 89"/>
                    <a:gd name="T36" fmla="*/ 72 w 186"/>
                    <a:gd name="T37" fmla="*/ 65 h 89"/>
                    <a:gd name="T38" fmla="*/ 72 w 186"/>
                    <a:gd name="T39" fmla="*/ 67 h 89"/>
                    <a:gd name="T40" fmla="*/ 82 w 186"/>
                    <a:gd name="T41" fmla="*/ 71 h 89"/>
                    <a:gd name="T42" fmla="*/ 91 w 186"/>
                    <a:gd name="T43" fmla="*/ 71 h 89"/>
                    <a:gd name="T44" fmla="*/ 96 w 186"/>
                    <a:gd name="T45" fmla="*/ 74 h 89"/>
                    <a:gd name="T46" fmla="*/ 152 w 186"/>
                    <a:gd name="T47" fmla="*/ 87 h 89"/>
                    <a:gd name="T48" fmla="*/ 153 w 186"/>
                    <a:gd name="T49" fmla="*/ 87 h 89"/>
                    <a:gd name="T50" fmla="*/ 155 w 186"/>
                    <a:gd name="T51" fmla="*/ 87 h 89"/>
                    <a:gd name="T52" fmla="*/ 159 w 186"/>
                    <a:gd name="T53" fmla="*/ 83 h 89"/>
                    <a:gd name="T54" fmla="*/ 157 w 186"/>
                    <a:gd name="T55" fmla="*/ 81 h 89"/>
                    <a:gd name="T56" fmla="*/ 153 w 186"/>
                    <a:gd name="T57" fmla="*/ 84 h 89"/>
                    <a:gd name="T58" fmla="*/ 159 w 186"/>
                    <a:gd name="T59" fmla="*/ 72 h 89"/>
                    <a:gd name="T60" fmla="*/ 162 w 186"/>
                    <a:gd name="T61" fmla="*/ 73 h 89"/>
                    <a:gd name="T62" fmla="*/ 163 w 186"/>
                    <a:gd name="T63" fmla="*/ 77 h 89"/>
                    <a:gd name="T64" fmla="*/ 168 w 186"/>
                    <a:gd name="T65" fmla="*/ 78 h 89"/>
                    <a:gd name="T66" fmla="*/ 170 w 186"/>
                    <a:gd name="T67" fmla="*/ 79 h 89"/>
                    <a:gd name="T68" fmla="*/ 171 w 186"/>
                    <a:gd name="T69" fmla="*/ 80 h 89"/>
                    <a:gd name="T70" fmla="*/ 50 w 186"/>
                    <a:gd name="T71" fmla="*/ 48 h 89"/>
                    <a:gd name="T72" fmla="*/ 78 w 186"/>
                    <a:gd name="T73" fmla="*/ 57 h 89"/>
                    <a:gd name="T74" fmla="*/ 75 w 186"/>
                    <a:gd name="T75" fmla="*/ 57 h 89"/>
                    <a:gd name="T76" fmla="*/ 70 w 186"/>
                    <a:gd name="T77" fmla="*/ 55 h 89"/>
                    <a:gd name="T78" fmla="*/ 80 w 186"/>
                    <a:gd name="T79" fmla="*/ 52 h 89"/>
                    <a:gd name="T80" fmla="*/ 78 w 186"/>
                    <a:gd name="T81" fmla="*/ 57 h 89"/>
                    <a:gd name="T82" fmla="*/ 85 w 186"/>
                    <a:gd name="T83" fmla="*/ 63 h 89"/>
                    <a:gd name="T84" fmla="*/ 86 w 186"/>
                    <a:gd name="T85" fmla="*/ 61 h 89"/>
                    <a:gd name="T86" fmla="*/ 95 w 186"/>
                    <a:gd name="T87" fmla="*/ 63 h 89"/>
                    <a:gd name="T88" fmla="*/ 93 w 186"/>
                    <a:gd name="T89" fmla="*/ 69 h 89"/>
                    <a:gd name="T90" fmla="*/ 87 w 186"/>
                    <a:gd name="T91" fmla="*/ 68 h 89"/>
                    <a:gd name="T92" fmla="*/ 96 w 186"/>
                    <a:gd name="T93" fmla="*/ 71 h 89"/>
                    <a:gd name="T94" fmla="*/ 95 w 186"/>
                    <a:gd name="T95" fmla="*/ 71 h 89"/>
                    <a:gd name="T96" fmla="*/ 98 w 186"/>
                    <a:gd name="T97" fmla="*/ 64 h 89"/>
                    <a:gd name="T98" fmla="*/ 104 w 186"/>
                    <a:gd name="T99" fmla="*/ 71 h 89"/>
                    <a:gd name="T100" fmla="*/ 170 w 186"/>
                    <a:gd name="T101" fmla="*/ 77 h 89"/>
                    <a:gd name="T102" fmla="*/ 166 w 186"/>
                    <a:gd name="T103" fmla="*/ 75 h 89"/>
                    <a:gd name="T104" fmla="*/ 166 w 186"/>
                    <a:gd name="T105" fmla="*/ 74 h 89"/>
                    <a:gd name="T106" fmla="*/ 173 w 186"/>
                    <a:gd name="T107" fmla="*/ 73 h 89"/>
                    <a:gd name="T108" fmla="*/ 170 w 186"/>
                    <a:gd name="T109" fmla="*/ 76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86" h="89">
                      <a:moveTo>
                        <a:pt x="175" y="72"/>
                      </a:moveTo>
                      <a:cubicBezTo>
                        <a:pt x="175" y="73"/>
                        <a:pt x="175" y="73"/>
                        <a:pt x="175" y="73"/>
                      </a:cubicBezTo>
                      <a:cubicBezTo>
                        <a:pt x="174" y="71"/>
                        <a:pt x="173" y="70"/>
                        <a:pt x="171" y="70"/>
                      </a:cubicBezTo>
                      <a:cubicBezTo>
                        <a:pt x="169" y="70"/>
                        <a:pt x="166" y="71"/>
                        <a:pt x="165" y="73"/>
                      </a:cubicBezTo>
                      <a:cubicBezTo>
                        <a:pt x="164" y="72"/>
                        <a:pt x="163" y="71"/>
                        <a:pt x="162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54" y="62"/>
                        <a:pt x="142" y="58"/>
                        <a:pt x="127" y="58"/>
                      </a:cubicBezTo>
                      <a:cubicBezTo>
                        <a:pt x="122" y="60"/>
                        <a:pt x="123" y="65"/>
                        <a:pt x="116" y="64"/>
                      </a:cubicBezTo>
                      <a:cubicBezTo>
                        <a:pt x="115" y="60"/>
                        <a:pt x="118" y="60"/>
                        <a:pt x="116" y="57"/>
                      </a:cubicBezTo>
                      <a:cubicBezTo>
                        <a:pt x="110" y="51"/>
                        <a:pt x="98" y="54"/>
                        <a:pt x="90" y="50"/>
                      </a:cubicBezTo>
                      <a:cubicBezTo>
                        <a:pt x="86" y="49"/>
                        <a:pt x="84" y="41"/>
                        <a:pt x="78" y="46"/>
                      </a:cubicBezTo>
                      <a:cubicBezTo>
                        <a:pt x="75" y="34"/>
                        <a:pt x="63" y="48"/>
                        <a:pt x="57" y="44"/>
                      </a:cubicBezTo>
                      <a:cubicBezTo>
                        <a:pt x="58" y="41"/>
                        <a:pt x="61" y="40"/>
                        <a:pt x="59" y="36"/>
                      </a:cubicBezTo>
                      <a:cubicBezTo>
                        <a:pt x="41" y="27"/>
                        <a:pt x="25" y="16"/>
                        <a:pt x="7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5" y="5"/>
                        <a:pt x="3" y="3"/>
                        <a:pt x="2" y="1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2" y="4"/>
                        <a:pt x="3" y="6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5" y="11"/>
                        <a:pt x="0" y="11"/>
                        <a:pt x="2" y="17"/>
                      </a:cubicBezTo>
                      <a:cubicBezTo>
                        <a:pt x="5" y="19"/>
                        <a:pt x="7" y="22"/>
                        <a:pt x="11" y="20"/>
                      </a:cubicBezTo>
                      <a:cubicBezTo>
                        <a:pt x="5" y="25"/>
                        <a:pt x="15" y="24"/>
                        <a:pt x="15" y="28"/>
                      </a:cubicBezTo>
                      <a:cubicBezTo>
                        <a:pt x="14" y="30"/>
                        <a:pt x="8" y="28"/>
                        <a:pt x="10" y="33"/>
                      </a:cubicBezTo>
                      <a:cubicBezTo>
                        <a:pt x="14" y="37"/>
                        <a:pt x="23" y="35"/>
                        <a:pt x="21" y="45"/>
                      </a:cubicBezTo>
                      <a:cubicBezTo>
                        <a:pt x="33" y="49"/>
                        <a:pt x="42" y="57"/>
                        <a:pt x="55" y="61"/>
                      </a:cubicBezTo>
                      <a:cubicBezTo>
                        <a:pt x="58" y="59"/>
                        <a:pt x="55" y="53"/>
                        <a:pt x="59" y="53"/>
                      </a:cubicBezTo>
                      <a:cubicBezTo>
                        <a:pt x="65" y="52"/>
                        <a:pt x="65" y="56"/>
                        <a:pt x="69" y="57"/>
                      </a:cubicBezTo>
                      <a:cubicBezTo>
                        <a:pt x="71" y="59"/>
                        <a:pt x="73" y="59"/>
                        <a:pt x="75" y="59"/>
                      </a:cubicBezTo>
                      <a:cubicBezTo>
                        <a:pt x="76" y="59"/>
                        <a:pt x="77" y="60"/>
                        <a:pt x="77" y="60"/>
                      </a:cubicBezTo>
                      <a:cubicBezTo>
                        <a:pt x="77" y="60"/>
                        <a:pt x="77" y="60"/>
                        <a:pt x="77" y="60"/>
                      </a:cubicBezTo>
                      <a:cubicBezTo>
                        <a:pt x="77" y="62"/>
                        <a:pt x="81" y="61"/>
                        <a:pt x="82" y="62"/>
                      </a:cubicBezTo>
                      <a:cubicBezTo>
                        <a:pt x="83" y="62"/>
                        <a:pt x="83" y="62"/>
                        <a:pt x="83" y="62"/>
                      </a:cubicBezTo>
                      <a:cubicBezTo>
                        <a:pt x="83" y="62"/>
                        <a:pt x="83" y="63"/>
                        <a:pt x="83" y="63"/>
                      </a:cubicBezTo>
                      <a:cubicBezTo>
                        <a:pt x="84" y="65"/>
                        <a:pt x="84" y="66"/>
                        <a:pt x="85" y="68"/>
                      </a:cubicBezTo>
                      <a:cubicBezTo>
                        <a:pt x="82" y="70"/>
                        <a:pt x="80" y="68"/>
                        <a:pt x="77" y="67"/>
                      </a:cubicBezTo>
                      <a:cubicBezTo>
                        <a:pt x="75" y="66"/>
                        <a:pt x="74" y="65"/>
                        <a:pt x="72" y="65"/>
                      </a:cubicBezTo>
                      <a:cubicBezTo>
                        <a:pt x="72" y="65"/>
                        <a:pt x="71" y="65"/>
                        <a:pt x="71" y="66"/>
                      </a:cubicBezTo>
                      <a:cubicBezTo>
                        <a:pt x="71" y="66"/>
                        <a:pt x="71" y="67"/>
                        <a:pt x="72" y="67"/>
                      </a:cubicBezTo>
                      <a:cubicBezTo>
                        <a:pt x="73" y="67"/>
                        <a:pt x="74" y="68"/>
                        <a:pt x="76" y="68"/>
                      </a:cubicBezTo>
                      <a:cubicBezTo>
                        <a:pt x="78" y="70"/>
                        <a:pt x="80" y="71"/>
                        <a:pt x="82" y="71"/>
                      </a:cubicBezTo>
                      <a:cubicBezTo>
                        <a:pt x="83" y="71"/>
                        <a:pt x="85" y="70"/>
                        <a:pt x="86" y="69"/>
                      </a:cubicBezTo>
                      <a:cubicBezTo>
                        <a:pt x="87" y="70"/>
                        <a:pt x="89" y="71"/>
                        <a:pt x="91" y="71"/>
                      </a:cubicBezTo>
                      <a:cubicBezTo>
                        <a:pt x="91" y="71"/>
                        <a:pt x="92" y="71"/>
                        <a:pt x="93" y="71"/>
                      </a:cubicBezTo>
                      <a:cubicBezTo>
                        <a:pt x="93" y="72"/>
                        <a:pt x="94" y="73"/>
                        <a:pt x="96" y="74"/>
                      </a:cubicBezTo>
                      <a:cubicBezTo>
                        <a:pt x="94" y="75"/>
                        <a:pt x="94" y="75"/>
                        <a:pt x="94" y="75"/>
                      </a:cubicBezTo>
                      <a:cubicBezTo>
                        <a:pt x="110" y="81"/>
                        <a:pt x="133" y="86"/>
                        <a:pt x="152" y="87"/>
                      </a:cubicBezTo>
                      <a:cubicBezTo>
                        <a:pt x="152" y="87"/>
                        <a:pt x="152" y="87"/>
                        <a:pt x="153" y="87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53" y="87"/>
                        <a:pt x="154" y="87"/>
                        <a:pt x="154" y="87"/>
                      </a:cubicBezTo>
                      <a:cubicBezTo>
                        <a:pt x="154" y="87"/>
                        <a:pt x="154" y="87"/>
                        <a:pt x="155" y="87"/>
                      </a:cubicBezTo>
                      <a:cubicBezTo>
                        <a:pt x="154" y="86"/>
                        <a:pt x="154" y="86"/>
                        <a:pt x="154" y="86"/>
                      </a:cubicBezTo>
                      <a:cubicBezTo>
                        <a:pt x="156" y="85"/>
                        <a:pt x="158" y="84"/>
                        <a:pt x="159" y="83"/>
                      </a:cubicBezTo>
                      <a:cubicBezTo>
                        <a:pt x="159" y="82"/>
                        <a:pt x="159" y="82"/>
                        <a:pt x="159" y="81"/>
                      </a:cubicBezTo>
                      <a:cubicBezTo>
                        <a:pt x="158" y="81"/>
                        <a:pt x="158" y="81"/>
                        <a:pt x="157" y="81"/>
                      </a:cubicBezTo>
                      <a:cubicBezTo>
                        <a:pt x="156" y="83"/>
                        <a:pt x="155" y="84"/>
                        <a:pt x="153" y="85"/>
                      </a:cubicBezTo>
                      <a:cubicBezTo>
                        <a:pt x="153" y="84"/>
                        <a:pt x="153" y="84"/>
                        <a:pt x="153" y="84"/>
                      </a:cubicBezTo>
                      <a:cubicBezTo>
                        <a:pt x="154" y="79"/>
                        <a:pt x="156" y="76"/>
                        <a:pt x="159" y="73"/>
                      </a:cubicBezTo>
                      <a:cubicBezTo>
                        <a:pt x="159" y="72"/>
                        <a:pt x="159" y="72"/>
                        <a:pt x="159" y="72"/>
                      </a:cubicBezTo>
                      <a:cubicBezTo>
                        <a:pt x="159" y="72"/>
                        <a:pt x="160" y="72"/>
                        <a:pt x="161" y="73"/>
                      </a:cubicBezTo>
                      <a:cubicBezTo>
                        <a:pt x="161" y="73"/>
                        <a:pt x="162" y="73"/>
                        <a:pt x="162" y="73"/>
                      </a:cubicBezTo>
                      <a:cubicBezTo>
                        <a:pt x="161" y="73"/>
                        <a:pt x="161" y="73"/>
                        <a:pt x="161" y="73"/>
                      </a:cubicBezTo>
                      <a:cubicBezTo>
                        <a:pt x="162" y="75"/>
                        <a:pt x="161" y="77"/>
                        <a:pt x="163" y="77"/>
                      </a:cubicBezTo>
                      <a:cubicBezTo>
                        <a:pt x="164" y="75"/>
                        <a:pt x="164" y="75"/>
                        <a:pt x="164" y="75"/>
                      </a:cubicBezTo>
                      <a:cubicBezTo>
                        <a:pt x="165" y="77"/>
                        <a:pt x="167" y="77"/>
                        <a:pt x="168" y="78"/>
                      </a:cubicBezTo>
                      <a:cubicBezTo>
                        <a:pt x="169" y="78"/>
                        <a:pt x="169" y="79"/>
                        <a:pt x="170" y="79"/>
                      </a:cubicBezTo>
                      <a:cubicBezTo>
                        <a:pt x="170" y="79"/>
                        <a:pt x="170" y="79"/>
                        <a:pt x="170" y="79"/>
                      </a:cubicBezTo>
                      <a:cubicBezTo>
                        <a:pt x="170" y="79"/>
                        <a:pt x="170" y="79"/>
                        <a:pt x="171" y="79"/>
                      </a:cubicBezTo>
                      <a:cubicBezTo>
                        <a:pt x="171" y="80"/>
                        <a:pt x="171" y="80"/>
                        <a:pt x="171" y="80"/>
                      </a:cubicBezTo>
                      <a:cubicBezTo>
                        <a:pt x="176" y="89"/>
                        <a:pt x="186" y="73"/>
                        <a:pt x="175" y="72"/>
                      </a:cubicBezTo>
                      <a:moveTo>
                        <a:pt x="50" y="48"/>
                      </a:moveTo>
                      <a:cubicBezTo>
                        <a:pt x="54" y="43"/>
                        <a:pt x="55" y="52"/>
                        <a:pt x="50" y="48"/>
                      </a:cubicBezTo>
                      <a:moveTo>
                        <a:pt x="78" y="57"/>
                      </a:moveTo>
                      <a:cubicBezTo>
                        <a:pt x="79" y="58"/>
                        <a:pt x="79" y="58"/>
                        <a:pt x="79" y="58"/>
                      </a:cubicBezTo>
                      <a:cubicBezTo>
                        <a:pt x="78" y="58"/>
                        <a:pt x="76" y="58"/>
                        <a:pt x="75" y="57"/>
                      </a:cubicBezTo>
                      <a:cubicBezTo>
                        <a:pt x="73" y="57"/>
                        <a:pt x="71" y="57"/>
                        <a:pt x="70" y="55"/>
                      </a:cubicBezTo>
                      <a:cubicBezTo>
                        <a:pt x="70" y="55"/>
                        <a:pt x="70" y="55"/>
                        <a:pt x="70" y="55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2" y="52"/>
                        <a:pt x="79" y="55"/>
                        <a:pt x="80" y="52"/>
                      </a:cubicBezTo>
                      <a:cubicBezTo>
                        <a:pt x="82" y="52"/>
                        <a:pt x="82" y="54"/>
                        <a:pt x="84" y="54"/>
                      </a:cubicBezTo>
                      <a:cubicBezTo>
                        <a:pt x="83" y="57"/>
                        <a:pt x="81" y="57"/>
                        <a:pt x="78" y="57"/>
                      </a:cubicBezTo>
                      <a:moveTo>
                        <a:pt x="87" y="68"/>
                      </a:moveTo>
                      <a:cubicBezTo>
                        <a:pt x="86" y="66"/>
                        <a:pt x="86" y="64"/>
                        <a:pt x="85" y="63"/>
                      </a:cubicBezTo>
                      <a:cubicBezTo>
                        <a:pt x="85" y="62"/>
                        <a:pt x="85" y="61"/>
                        <a:pt x="85" y="61"/>
                      </a:cubicBezTo>
                      <a:cubicBezTo>
                        <a:pt x="86" y="61"/>
                        <a:pt x="86" y="61"/>
                        <a:pt x="86" y="61"/>
                      </a:cubicBezTo>
                      <a:cubicBezTo>
                        <a:pt x="88" y="57"/>
                        <a:pt x="92" y="62"/>
                        <a:pt x="94" y="62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6" y="66"/>
                        <a:pt x="95" y="68"/>
                        <a:pt x="93" y="69"/>
                      </a:cubicBezTo>
                      <a:cubicBezTo>
                        <a:pt x="92" y="69"/>
                        <a:pt x="92" y="69"/>
                        <a:pt x="91" y="69"/>
                      </a:cubicBezTo>
                      <a:cubicBezTo>
                        <a:pt x="90" y="69"/>
                        <a:pt x="88" y="68"/>
                        <a:pt x="87" y="68"/>
                      </a:cubicBezTo>
                      <a:moveTo>
                        <a:pt x="104" y="71"/>
                      </a:moveTo>
                      <a:cubicBezTo>
                        <a:pt x="101" y="73"/>
                        <a:pt x="100" y="69"/>
                        <a:pt x="96" y="71"/>
                      </a:cubicBezTo>
                      <a:cubicBezTo>
                        <a:pt x="96" y="72"/>
                        <a:pt x="96" y="72"/>
                        <a:pt x="96" y="72"/>
                      </a:cubicBezTo>
                      <a:cubicBezTo>
                        <a:pt x="95" y="71"/>
                        <a:pt x="95" y="71"/>
                        <a:pt x="95" y="71"/>
                      </a:cubicBezTo>
                      <a:cubicBezTo>
                        <a:pt x="96" y="69"/>
                        <a:pt x="98" y="66"/>
                        <a:pt x="97" y="63"/>
                      </a:cubicBezTo>
                      <a:cubicBezTo>
                        <a:pt x="98" y="64"/>
                        <a:pt x="98" y="64"/>
                        <a:pt x="98" y="64"/>
                      </a:cubicBezTo>
                      <a:cubicBezTo>
                        <a:pt x="100" y="60"/>
                        <a:pt x="104" y="59"/>
                        <a:pt x="108" y="58"/>
                      </a:cubicBezTo>
                      <a:cubicBezTo>
                        <a:pt x="108" y="64"/>
                        <a:pt x="100" y="65"/>
                        <a:pt x="104" y="71"/>
                      </a:cubicBezTo>
                      <a:moveTo>
                        <a:pt x="170" y="76"/>
                      </a:moveTo>
                      <a:cubicBezTo>
                        <a:pt x="170" y="77"/>
                        <a:pt x="170" y="77"/>
                        <a:pt x="170" y="77"/>
                      </a:cubicBezTo>
                      <a:cubicBezTo>
                        <a:pt x="170" y="76"/>
                        <a:pt x="169" y="76"/>
                        <a:pt x="169" y="76"/>
                      </a:cubicBezTo>
                      <a:cubicBezTo>
                        <a:pt x="168" y="76"/>
                        <a:pt x="167" y="75"/>
                        <a:pt x="166" y="75"/>
                      </a:cubicBezTo>
                      <a:cubicBezTo>
                        <a:pt x="168" y="75"/>
                        <a:pt x="168" y="75"/>
                        <a:pt x="168" y="75"/>
                      </a:cubicBezTo>
                      <a:cubicBezTo>
                        <a:pt x="166" y="74"/>
                        <a:pt x="166" y="74"/>
                        <a:pt x="166" y="74"/>
                      </a:cubicBezTo>
                      <a:cubicBezTo>
                        <a:pt x="167" y="73"/>
                        <a:pt x="169" y="72"/>
                        <a:pt x="171" y="72"/>
                      </a:cubicBezTo>
                      <a:cubicBezTo>
                        <a:pt x="172" y="72"/>
                        <a:pt x="172" y="73"/>
                        <a:pt x="173" y="73"/>
                      </a:cubicBezTo>
                      <a:cubicBezTo>
                        <a:pt x="172" y="73"/>
                        <a:pt x="172" y="73"/>
                        <a:pt x="172" y="73"/>
                      </a:cubicBezTo>
                      <a:cubicBezTo>
                        <a:pt x="172" y="75"/>
                        <a:pt x="171" y="75"/>
                        <a:pt x="170" y="7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98"/>
                <p:cNvSpPr>
                  <a:spLocks noEditPoints="1"/>
                </p:cNvSpPr>
                <p:nvPr/>
              </p:nvSpPr>
              <p:spPr bwMode="auto">
                <a:xfrm>
                  <a:off x="2074863" y="1266827"/>
                  <a:ext cx="185738" cy="301625"/>
                </a:xfrm>
                <a:custGeom>
                  <a:avLst/>
                  <a:gdLst>
                    <a:gd name="T0" fmla="*/ 74 w 80"/>
                    <a:gd name="T1" fmla="*/ 29 h 130"/>
                    <a:gd name="T2" fmla="*/ 73 w 80"/>
                    <a:gd name="T3" fmla="*/ 28 h 130"/>
                    <a:gd name="T4" fmla="*/ 73 w 80"/>
                    <a:gd name="T5" fmla="*/ 28 h 130"/>
                    <a:gd name="T6" fmla="*/ 73 w 80"/>
                    <a:gd name="T7" fmla="*/ 27 h 130"/>
                    <a:gd name="T8" fmla="*/ 74 w 80"/>
                    <a:gd name="T9" fmla="*/ 26 h 130"/>
                    <a:gd name="T10" fmla="*/ 74 w 80"/>
                    <a:gd name="T11" fmla="*/ 26 h 130"/>
                    <a:gd name="T12" fmla="*/ 72 w 80"/>
                    <a:gd name="T13" fmla="*/ 19 h 130"/>
                    <a:gd name="T14" fmla="*/ 71 w 80"/>
                    <a:gd name="T15" fmla="*/ 18 h 130"/>
                    <a:gd name="T16" fmla="*/ 71 w 80"/>
                    <a:gd name="T17" fmla="*/ 18 h 130"/>
                    <a:gd name="T18" fmla="*/ 71 w 80"/>
                    <a:gd name="T19" fmla="*/ 2 h 130"/>
                    <a:gd name="T20" fmla="*/ 66 w 80"/>
                    <a:gd name="T21" fmla="*/ 1 h 130"/>
                    <a:gd name="T22" fmla="*/ 66 w 80"/>
                    <a:gd name="T23" fmla="*/ 9 h 130"/>
                    <a:gd name="T24" fmla="*/ 59 w 80"/>
                    <a:gd name="T25" fmla="*/ 10 h 130"/>
                    <a:gd name="T26" fmla="*/ 51 w 80"/>
                    <a:gd name="T27" fmla="*/ 38 h 130"/>
                    <a:gd name="T28" fmla="*/ 47 w 80"/>
                    <a:gd name="T29" fmla="*/ 46 h 130"/>
                    <a:gd name="T30" fmla="*/ 43 w 80"/>
                    <a:gd name="T31" fmla="*/ 50 h 130"/>
                    <a:gd name="T32" fmla="*/ 30 w 80"/>
                    <a:gd name="T33" fmla="*/ 80 h 130"/>
                    <a:gd name="T34" fmla="*/ 17 w 80"/>
                    <a:gd name="T35" fmla="*/ 95 h 130"/>
                    <a:gd name="T36" fmla="*/ 19 w 80"/>
                    <a:gd name="T37" fmla="*/ 100 h 130"/>
                    <a:gd name="T38" fmla="*/ 0 w 80"/>
                    <a:gd name="T39" fmla="*/ 117 h 130"/>
                    <a:gd name="T40" fmla="*/ 16 w 80"/>
                    <a:gd name="T41" fmla="*/ 124 h 130"/>
                    <a:gd name="T42" fmla="*/ 12 w 80"/>
                    <a:gd name="T43" fmla="*/ 117 h 130"/>
                    <a:gd name="T44" fmla="*/ 27 w 80"/>
                    <a:gd name="T45" fmla="*/ 120 h 130"/>
                    <a:gd name="T46" fmla="*/ 39 w 80"/>
                    <a:gd name="T47" fmla="*/ 116 h 130"/>
                    <a:gd name="T48" fmla="*/ 72 w 80"/>
                    <a:gd name="T49" fmla="*/ 52 h 130"/>
                    <a:gd name="T50" fmla="*/ 79 w 80"/>
                    <a:gd name="T51" fmla="*/ 45 h 130"/>
                    <a:gd name="T52" fmla="*/ 79 w 80"/>
                    <a:gd name="T53" fmla="*/ 37 h 130"/>
                    <a:gd name="T54" fmla="*/ 74 w 80"/>
                    <a:gd name="T55" fmla="*/ 29 h 130"/>
                    <a:gd name="T56" fmla="*/ 59 w 80"/>
                    <a:gd name="T57" fmla="*/ 56 h 130"/>
                    <a:gd name="T58" fmla="*/ 63 w 80"/>
                    <a:gd name="T59" fmla="*/ 45 h 130"/>
                    <a:gd name="T60" fmla="*/ 67 w 80"/>
                    <a:gd name="T61" fmla="*/ 45 h 130"/>
                    <a:gd name="T62" fmla="*/ 59 w 80"/>
                    <a:gd name="T63" fmla="*/ 56 h 130"/>
                    <a:gd name="T64" fmla="*/ 67 w 80"/>
                    <a:gd name="T65" fmla="*/ 27 h 130"/>
                    <a:gd name="T66" fmla="*/ 64 w 80"/>
                    <a:gd name="T67" fmla="*/ 18 h 130"/>
                    <a:gd name="T68" fmla="*/ 69 w 80"/>
                    <a:gd name="T69" fmla="*/ 19 h 130"/>
                    <a:gd name="T70" fmla="*/ 70 w 80"/>
                    <a:gd name="T71" fmla="*/ 21 h 130"/>
                    <a:gd name="T72" fmla="*/ 70 w 80"/>
                    <a:gd name="T73" fmla="*/ 21 h 130"/>
                    <a:gd name="T74" fmla="*/ 71 w 80"/>
                    <a:gd name="T75" fmla="*/ 23 h 130"/>
                    <a:gd name="T76" fmla="*/ 72 w 80"/>
                    <a:gd name="T77" fmla="*/ 24 h 130"/>
                    <a:gd name="T78" fmla="*/ 71 w 80"/>
                    <a:gd name="T79" fmla="*/ 27 h 130"/>
                    <a:gd name="T80" fmla="*/ 71 w 80"/>
                    <a:gd name="T81" fmla="*/ 26 h 130"/>
                    <a:gd name="T82" fmla="*/ 67 w 80"/>
                    <a:gd name="T83" fmla="*/ 27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0" h="130">
                      <a:moveTo>
                        <a:pt x="74" y="29"/>
                      </a:move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7"/>
                        <a:pt x="73" y="27"/>
                        <a:pt x="73" y="27"/>
                      </a:cubicBezTo>
                      <a:cubicBezTo>
                        <a:pt x="73" y="27"/>
                        <a:pt x="73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7" y="25"/>
                        <a:pt x="75" y="18"/>
                        <a:pt x="72" y="19"/>
                      </a:cubicBezTo>
                      <a:cubicBezTo>
                        <a:pt x="71" y="19"/>
                        <a:pt x="71" y="18"/>
                        <a:pt x="71" y="18"/>
                      </a:cubicBezTo>
                      <a:cubicBezTo>
                        <a:pt x="71" y="18"/>
                        <a:pt x="71" y="18"/>
                        <a:pt x="71" y="18"/>
                      </a:cubicBezTo>
                      <a:cubicBezTo>
                        <a:pt x="77" y="14"/>
                        <a:pt x="69" y="11"/>
                        <a:pt x="71" y="2"/>
                      </a:cubicBezTo>
                      <a:cubicBezTo>
                        <a:pt x="69" y="2"/>
                        <a:pt x="68" y="0"/>
                        <a:pt x="66" y="1"/>
                      </a:cubicBezTo>
                      <a:cubicBezTo>
                        <a:pt x="63" y="3"/>
                        <a:pt x="67" y="4"/>
                        <a:pt x="66" y="9"/>
                      </a:cubicBezTo>
                      <a:cubicBezTo>
                        <a:pt x="63" y="8"/>
                        <a:pt x="61" y="9"/>
                        <a:pt x="59" y="10"/>
                      </a:cubicBezTo>
                      <a:cubicBezTo>
                        <a:pt x="59" y="22"/>
                        <a:pt x="51" y="26"/>
                        <a:pt x="51" y="38"/>
                      </a:cubicBezTo>
                      <a:cubicBezTo>
                        <a:pt x="46" y="39"/>
                        <a:pt x="48" y="43"/>
                        <a:pt x="47" y="46"/>
                      </a:cubicBezTo>
                      <a:cubicBezTo>
                        <a:pt x="46" y="48"/>
                        <a:pt x="44" y="49"/>
                        <a:pt x="43" y="50"/>
                      </a:cubicBezTo>
                      <a:cubicBezTo>
                        <a:pt x="38" y="63"/>
                        <a:pt x="35" y="71"/>
                        <a:pt x="30" y="80"/>
                      </a:cubicBezTo>
                      <a:cubicBezTo>
                        <a:pt x="25" y="86"/>
                        <a:pt x="22" y="90"/>
                        <a:pt x="17" y="95"/>
                      </a:cubicBezTo>
                      <a:cubicBezTo>
                        <a:pt x="17" y="97"/>
                        <a:pt x="18" y="99"/>
                        <a:pt x="19" y="100"/>
                      </a:cubicBezTo>
                      <a:cubicBezTo>
                        <a:pt x="11" y="104"/>
                        <a:pt x="7" y="113"/>
                        <a:pt x="0" y="117"/>
                      </a:cubicBezTo>
                      <a:cubicBezTo>
                        <a:pt x="2" y="123"/>
                        <a:pt x="9" y="130"/>
                        <a:pt x="16" y="124"/>
                      </a:cubicBezTo>
                      <a:cubicBezTo>
                        <a:pt x="17" y="120"/>
                        <a:pt x="11" y="122"/>
                        <a:pt x="12" y="117"/>
                      </a:cubicBezTo>
                      <a:cubicBezTo>
                        <a:pt x="18" y="117"/>
                        <a:pt x="25" y="117"/>
                        <a:pt x="27" y="120"/>
                      </a:cubicBezTo>
                      <a:cubicBezTo>
                        <a:pt x="30" y="117"/>
                        <a:pt x="34" y="111"/>
                        <a:pt x="39" y="116"/>
                      </a:cubicBezTo>
                      <a:cubicBezTo>
                        <a:pt x="50" y="94"/>
                        <a:pt x="68" y="77"/>
                        <a:pt x="72" y="52"/>
                      </a:cubicBezTo>
                      <a:cubicBezTo>
                        <a:pt x="76" y="51"/>
                        <a:pt x="78" y="48"/>
                        <a:pt x="79" y="45"/>
                      </a:cubicBezTo>
                      <a:cubicBezTo>
                        <a:pt x="71" y="43"/>
                        <a:pt x="80" y="39"/>
                        <a:pt x="79" y="37"/>
                      </a:cubicBezTo>
                      <a:cubicBezTo>
                        <a:pt x="79" y="34"/>
                        <a:pt x="74" y="33"/>
                        <a:pt x="74" y="29"/>
                      </a:cubicBezTo>
                      <a:moveTo>
                        <a:pt x="59" y="56"/>
                      </a:moveTo>
                      <a:cubicBezTo>
                        <a:pt x="58" y="50"/>
                        <a:pt x="65" y="52"/>
                        <a:pt x="63" y="45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67" y="51"/>
                        <a:pt x="67" y="57"/>
                        <a:pt x="59" y="56"/>
                      </a:cubicBezTo>
                      <a:moveTo>
                        <a:pt x="67" y="27"/>
                      </a:moveTo>
                      <a:cubicBezTo>
                        <a:pt x="68" y="23"/>
                        <a:pt x="64" y="22"/>
                        <a:pt x="64" y="18"/>
                      </a:cubicBezTo>
                      <a:cubicBezTo>
                        <a:pt x="67" y="18"/>
                        <a:pt x="67" y="19"/>
                        <a:pt x="69" y="19"/>
                      </a:cubicBezTo>
                      <a:cubicBezTo>
                        <a:pt x="70" y="20"/>
                        <a:pt x="70" y="20"/>
                        <a:pt x="70" y="21"/>
                      </a:cubicBezTo>
                      <a:cubicBezTo>
                        <a:pt x="70" y="21"/>
                        <a:pt x="70" y="21"/>
                        <a:pt x="70" y="21"/>
                      </a:cubicBezTo>
                      <a:cubicBezTo>
                        <a:pt x="70" y="22"/>
                        <a:pt x="70" y="23"/>
                        <a:pt x="71" y="23"/>
                      </a:cubicBezTo>
                      <a:cubicBezTo>
                        <a:pt x="72" y="24"/>
                        <a:pt x="72" y="24"/>
                        <a:pt x="72" y="24"/>
                      </a:cubicBezTo>
                      <a:cubicBezTo>
                        <a:pt x="72" y="25"/>
                        <a:pt x="72" y="26"/>
                        <a:pt x="71" y="27"/>
                      </a:cubicBezTo>
                      <a:cubicBezTo>
                        <a:pt x="71" y="26"/>
                        <a:pt x="71" y="26"/>
                        <a:pt x="71" y="26"/>
                      </a:cubicBezTo>
                      <a:cubicBezTo>
                        <a:pt x="69" y="26"/>
                        <a:pt x="69" y="28"/>
                        <a:pt x="67" y="2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99"/>
                <p:cNvSpPr>
                  <a:spLocks/>
                </p:cNvSpPr>
                <p:nvPr/>
              </p:nvSpPr>
              <p:spPr bwMode="auto">
                <a:xfrm>
                  <a:off x="1474788" y="198439"/>
                  <a:ext cx="463550" cy="123825"/>
                </a:xfrm>
                <a:custGeom>
                  <a:avLst/>
                  <a:gdLst>
                    <a:gd name="T0" fmla="*/ 1 w 200"/>
                    <a:gd name="T1" fmla="*/ 3 h 53"/>
                    <a:gd name="T2" fmla="*/ 81 w 200"/>
                    <a:gd name="T3" fmla="*/ 10 h 53"/>
                    <a:gd name="T4" fmla="*/ 80 w 200"/>
                    <a:gd name="T5" fmla="*/ 11 h 53"/>
                    <a:gd name="T6" fmla="*/ 118 w 200"/>
                    <a:gd name="T7" fmla="*/ 20 h 53"/>
                    <a:gd name="T8" fmla="*/ 137 w 200"/>
                    <a:gd name="T9" fmla="*/ 27 h 53"/>
                    <a:gd name="T10" fmla="*/ 137 w 200"/>
                    <a:gd name="T11" fmla="*/ 26 h 53"/>
                    <a:gd name="T12" fmla="*/ 164 w 200"/>
                    <a:gd name="T13" fmla="*/ 37 h 53"/>
                    <a:gd name="T14" fmla="*/ 199 w 200"/>
                    <a:gd name="T15" fmla="*/ 53 h 53"/>
                    <a:gd name="T16" fmla="*/ 199 w 200"/>
                    <a:gd name="T17" fmla="*/ 53 h 53"/>
                    <a:gd name="T18" fmla="*/ 200 w 200"/>
                    <a:gd name="T19" fmla="*/ 53 h 53"/>
                    <a:gd name="T20" fmla="*/ 200 w 200"/>
                    <a:gd name="T21" fmla="*/ 51 h 53"/>
                    <a:gd name="T22" fmla="*/ 165 w 200"/>
                    <a:gd name="T23" fmla="*/ 35 h 53"/>
                    <a:gd name="T24" fmla="*/ 137 w 200"/>
                    <a:gd name="T25" fmla="*/ 24 h 53"/>
                    <a:gd name="T26" fmla="*/ 138 w 200"/>
                    <a:gd name="T27" fmla="*/ 23 h 53"/>
                    <a:gd name="T28" fmla="*/ 82 w 200"/>
                    <a:gd name="T29" fmla="*/ 7 h 53"/>
                    <a:gd name="T30" fmla="*/ 82 w 200"/>
                    <a:gd name="T31" fmla="*/ 8 h 53"/>
                    <a:gd name="T32" fmla="*/ 1 w 200"/>
                    <a:gd name="T33" fmla="*/ 1 h 53"/>
                    <a:gd name="T34" fmla="*/ 0 w 200"/>
                    <a:gd name="T35" fmla="*/ 2 h 53"/>
                    <a:gd name="T36" fmla="*/ 1 w 200"/>
                    <a:gd name="T37" fmla="*/ 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00" h="53">
                      <a:moveTo>
                        <a:pt x="1" y="3"/>
                      </a:moveTo>
                      <a:cubicBezTo>
                        <a:pt x="24" y="3"/>
                        <a:pt x="49" y="5"/>
                        <a:pt x="81" y="10"/>
                      </a:cubicBezTo>
                      <a:cubicBezTo>
                        <a:pt x="80" y="11"/>
                        <a:pt x="80" y="11"/>
                        <a:pt x="80" y="11"/>
                      </a:cubicBezTo>
                      <a:cubicBezTo>
                        <a:pt x="88" y="19"/>
                        <a:pt x="103" y="20"/>
                        <a:pt x="118" y="20"/>
                      </a:cubicBezTo>
                      <a:cubicBezTo>
                        <a:pt x="124" y="23"/>
                        <a:pt x="128" y="28"/>
                        <a:pt x="137" y="27"/>
                      </a:cubicBezTo>
                      <a:cubicBezTo>
                        <a:pt x="137" y="26"/>
                        <a:pt x="137" y="26"/>
                        <a:pt x="137" y="26"/>
                      </a:cubicBezTo>
                      <a:cubicBezTo>
                        <a:pt x="145" y="31"/>
                        <a:pt x="155" y="34"/>
                        <a:pt x="164" y="37"/>
                      </a:cubicBezTo>
                      <a:cubicBezTo>
                        <a:pt x="177" y="41"/>
                        <a:pt x="188" y="44"/>
                        <a:pt x="199" y="53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200" y="53"/>
                        <a:pt x="200" y="53"/>
                        <a:pt x="200" y="53"/>
                      </a:cubicBezTo>
                      <a:cubicBezTo>
                        <a:pt x="200" y="52"/>
                        <a:pt x="200" y="51"/>
                        <a:pt x="200" y="51"/>
                      </a:cubicBezTo>
                      <a:cubicBezTo>
                        <a:pt x="189" y="43"/>
                        <a:pt x="177" y="39"/>
                        <a:pt x="165" y="35"/>
                      </a:cubicBezTo>
                      <a:cubicBezTo>
                        <a:pt x="155" y="32"/>
                        <a:pt x="146" y="29"/>
                        <a:pt x="137" y="24"/>
                      </a:cubicBezTo>
                      <a:cubicBezTo>
                        <a:pt x="138" y="23"/>
                        <a:pt x="138" y="23"/>
                        <a:pt x="138" y="23"/>
                      </a:cubicBezTo>
                      <a:cubicBezTo>
                        <a:pt x="123" y="14"/>
                        <a:pt x="102" y="11"/>
                        <a:pt x="82" y="7"/>
                      </a:cubicBezTo>
                      <a:cubicBezTo>
                        <a:pt x="82" y="8"/>
                        <a:pt x="82" y="8"/>
                        <a:pt x="82" y="8"/>
                      </a:cubicBezTo>
                      <a:cubicBezTo>
                        <a:pt x="50" y="3"/>
                        <a:pt x="25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1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Freeform 100"/>
                <p:cNvSpPr>
                  <a:spLocks/>
                </p:cNvSpPr>
                <p:nvPr/>
              </p:nvSpPr>
              <p:spPr bwMode="auto">
                <a:xfrm>
                  <a:off x="1433513" y="211139"/>
                  <a:ext cx="11113" cy="4763"/>
                </a:xfrm>
                <a:custGeom>
                  <a:avLst/>
                  <a:gdLst>
                    <a:gd name="T0" fmla="*/ 1 w 5"/>
                    <a:gd name="T1" fmla="*/ 2 h 2"/>
                    <a:gd name="T2" fmla="*/ 4 w 5"/>
                    <a:gd name="T3" fmla="*/ 2 h 2"/>
                    <a:gd name="T4" fmla="*/ 5 w 5"/>
                    <a:gd name="T5" fmla="*/ 1 h 2"/>
                    <a:gd name="T6" fmla="*/ 4 w 5"/>
                    <a:gd name="T7" fmla="*/ 0 h 2"/>
                    <a:gd name="T8" fmla="*/ 1 w 5"/>
                    <a:gd name="T9" fmla="*/ 0 h 2"/>
                    <a:gd name="T10" fmla="*/ 0 w 5"/>
                    <a:gd name="T11" fmla="*/ 1 h 2"/>
                    <a:gd name="T12" fmla="*/ 1 w 5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" h="2">
                      <a:moveTo>
                        <a:pt x="1" y="2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01"/>
                <p:cNvSpPr>
                  <a:spLocks/>
                </p:cNvSpPr>
                <p:nvPr/>
              </p:nvSpPr>
              <p:spPr bwMode="auto">
                <a:xfrm>
                  <a:off x="1343026" y="220664"/>
                  <a:ext cx="20638" cy="3175"/>
                </a:xfrm>
                <a:custGeom>
                  <a:avLst/>
                  <a:gdLst>
                    <a:gd name="T0" fmla="*/ 1 w 9"/>
                    <a:gd name="T1" fmla="*/ 2 h 2"/>
                    <a:gd name="T2" fmla="*/ 8 w 9"/>
                    <a:gd name="T3" fmla="*/ 2 h 2"/>
                    <a:gd name="T4" fmla="*/ 9 w 9"/>
                    <a:gd name="T5" fmla="*/ 1 h 2"/>
                    <a:gd name="T6" fmla="*/ 8 w 9"/>
                    <a:gd name="T7" fmla="*/ 0 h 2"/>
                    <a:gd name="T8" fmla="*/ 1 w 9"/>
                    <a:gd name="T9" fmla="*/ 0 h 2"/>
                    <a:gd name="T10" fmla="*/ 0 w 9"/>
                    <a:gd name="T11" fmla="*/ 1 h 2"/>
                    <a:gd name="T12" fmla="*/ 1 w 9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2">
                      <a:moveTo>
                        <a:pt x="1" y="2"/>
                      </a:move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2"/>
                        <a:pt x="9" y="1"/>
                        <a:pt x="9" y="1"/>
                      </a:cubicBezTo>
                      <a:cubicBezTo>
                        <a:pt x="9" y="0"/>
                        <a:pt x="9" y="0"/>
                        <a:pt x="8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102"/>
                <p:cNvSpPr>
                  <a:spLocks/>
                </p:cNvSpPr>
                <p:nvPr/>
              </p:nvSpPr>
              <p:spPr bwMode="auto">
                <a:xfrm>
                  <a:off x="1957388" y="327027"/>
                  <a:ext cx="61913" cy="44450"/>
                </a:xfrm>
                <a:custGeom>
                  <a:avLst/>
                  <a:gdLst>
                    <a:gd name="T0" fmla="*/ 13 w 27"/>
                    <a:gd name="T1" fmla="*/ 11 h 19"/>
                    <a:gd name="T2" fmla="*/ 26 w 27"/>
                    <a:gd name="T3" fmla="*/ 19 h 19"/>
                    <a:gd name="T4" fmla="*/ 26 w 27"/>
                    <a:gd name="T5" fmla="*/ 19 h 19"/>
                    <a:gd name="T6" fmla="*/ 27 w 27"/>
                    <a:gd name="T7" fmla="*/ 19 h 19"/>
                    <a:gd name="T8" fmla="*/ 27 w 27"/>
                    <a:gd name="T9" fmla="*/ 18 h 19"/>
                    <a:gd name="T10" fmla="*/ 14 w 27"/>
                    <a:gd name="T11" fmla="*/ 9 h 19"/>
                    <a:gd name="T12" fmla="*/ 1 w 27"/>
                    <a:gd name="T13" fmla="*/ 0 h 19"/>
                    <a:gd name="T14" fmla="*/ 0 w 27"/>
                    <a:gd name="T15" fmla="*/ 0 h 19"/>
                    <a:gd name="T16" fmla="*/ 0 w 27"/>
                    <a:gd name="T17" fmla="*/ 2 h 19"/>
                    <a:gd name="T18" fmla="*/ 13 w 27"/>
                    <a:gd name="T19" fmla="*/ 1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7" h="19">
                      <a:moveTo>
                        <a:pt x="13" y="11"/>
                      </a:moveTo>
                      <a:cubicBezTo>
                        <a:pt x="17" y="13"/>
                        <a:pt x="22" y="16"/>
                        <a:pt x="26" y="19"/>
                      </a:cubicBezTo>
                      <a:cubicBezTo>
                        <a:pt x="26" y="19"/>
                        <a:pt x="26" y="19"/>
                        <a:pt x="26" y="19"/>
                      </a:cubicBezTo>
                      <a:cubicBezTo>
                        <a:pt x="26" y="19"/>
                        <a:pt x="27" y="19"/>
                        <a:pt x="27" y="19"/>
                      </a:cubicBezTo>
                      <a:cubicBezTo>
                        <a:pt x="27" y="19"/>
                        <a:pt x="27" y="18"/>
                        <a:pt x="27" y="18"/>
                      </a:cubicBezTo>
                      <a:cubicBezTo>
                        <a:pt x="23" y="14"/>
                        <a:pt x="18" y="12"/>
                        <a:pt x="14" y="9"/>
                      </a:cubicBezTo>
                      <a:cubicBezTo>
                        <a:pt x="10" y="6"/>
                        <a:pt x="5" y="3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4" y="5"/>
                        <a:pt x="9" y="8"/>
                        <a:pt x="13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3"/>
                <p:cNvSpPr>
                  <a:spLocks/>
                </p:cNvSpPr>
                <p:nvPr/>
              </p:nvSpPr>
              <p:spPr bwMode="auto">
                <a:xfrm>
                  <a:off x="2039938" y="384177"/>
                  <a:ext cx="225425" cy="254000"/>
                </a:xfrm>
                <a:custGeom>
                  <a:avLst/>
                  <a:gdLst>
                    <a:gd name="T0" fmla="*/ 95 w 97"/>
                    <a:gd name="T1" fmla="*/ 109 h 109"/>
                    <a:gd name="T2" fmla="*/ 96 w 97"/>
                    <a:gd name="T3" fmla="*/ 109 h 109"/>
                    <a:gd name="T4" fmla="*/ 96 w 97"/>
                    <a:gd name="T5" fmla="*/ 109 h 109"/>
                    <a:gd name="T6" fmla="*/ 96 w 97"/>
                    <a:gd name="T7" fmla="*/ 108 h 109"/>
                    <a:gd name="T8" fmla="*/ 2 w 97"/>
                    <a:gd name="T9" fmla="*/ 1 h 109"/>
                    <a:gd name="T10" fmla="*/ 0 w 97"/>
                    <a:gd name="T11" fmla="*/ 1 h 109"/>
                    <a:gd name="T12" fmla="*/ 0 w 97"/>
                    <a:gd name="T13" fmla="*/ 2 h 109"/>
                    <a:gd name="T14" fmla="*/ 95 w 97"/>
                    <a:gd name="T15" fmla="*/ 109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7" h="109">
                      <a:moveTo>
                        <a:pt x="95" y="109"/>
                      </a:moveTo>
                      <a:cubicBezTo>
                        <a:pt x="95" y="109"/>
                        <a:pt x="95" y="109"/>
                        <a:pt x="96" y="109"/>
                      </a:cubicBezTo>
                      <a:cubicBezTo>
                        <a:pt x="96" y="109"/>
                        <a:pt x="96" y="109"/>
                        <a:pt x="96" y="109"/>
                      </a:cubicBezTo>
                      <a:cubicBezTo>
                        <a:pt x="97" y="109"/>
                        <a:pt x="97" y="108"/>
                        <a:pt x="96" y="108"/>
                      </a:cubicBezTo>
                      <a:cubicBezTo>
                        <a:pt x="66" y="61"/>
                        <a:pt x="35" y="26"/>
                        <a:pt x="2" y="1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34" y="27"/>
                        <a:pt x="65" y="62"/>
                        <a:pt x="95" y="10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104"/>
                <p:cNvSpPr>
                  <a:spLocks/>
                </p:cNvSpPr>
                <p:nvPr/>
              </p:nvSpPr>
              <p:spPr bwMode="auto">
                <a:xfrm>
                  <a:off x="2301876" y="908052"/>
                  <a:ext cx="4763" cy="17463"/>
                </a:xfrm>
                <a:custGeom>
                  <a:avLst/>
                  <a:gdLst>
                    <a:gd name="T0" fmla="*/ 1 w 2"/>
                    <a:gd name="T1" fmla="*/ 8 h 8"/>
                    <a:gd name="T2" fmla="*/ 2 w 2"/>
                    <a:gd name="T3" fmla="*/ 7 h 8"/>
                    <a:gd name="T4" fmla="*/ 2 w 2"/>
                    <a:gd name="T5" fmla="*/ 1 h 8"/>
                    <a:gd name="T6" fmla="*/ 1 w 2"/>
                    <a:gd name="T7" fmla="*/ 0 h 8"/>
                    <a:gd name="T8" fmla="*/ 0 w 2"/>
                    <a:gd name="T9" fmla="*/ 1 h 8"/>
                    <a:gd name="T10" fmla="*/ 0 w 2"/>
                    <a:gd name="T11" fmla="*/ 7 h 8"/>
                    <a:gd name="T12" fmla="*/ 1 w 2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8">
                      <a:moveTo>
                        <a:pt x="1" y="8"/>
                      </a:moveTo>
                      <a:cubicBezTo>
                        <a:pt x="2" y="8"/>
                        <a:pt x="2" y="8"/>
                        <a:pt x="2" y="7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8"/>
                        <a:pt x="1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05"/>
                <p:cNvSpPr>
                  <a:spLocks/>
                </p:cNvSpPr>
                <p:nvPr/>
              </p:nvSpPr>
              <p:spPr bwMode="auto">
                <a:xfrm>
                  <a:off x="2311401" y="958852"/>
                  <a:ext cx="7938" cy="39688"/>
                </a:xfrm>
                <a:custGeom>
                  <a:avLst/>
                  <a:gdLst>
                    <a:gd name="T0" fmla="*/ 1 w 3"/>
                    <a:gd name="T1" fmla="*/ 16 h 17"/>
                    <a:gd name="T2" fmla="*/ 2 w 3"/>
                    <a:gd name="T3" fmla="*/ 17 h 17"/>
                    <a:gd name="T4" fmla="*/ 2 w 3"/>
                    <a:gd name="T5" fmla="*/ 17 h 17"/>
                    <a:gd name="T6" fmla="*/ 3 w 3"/>
                    <a:gd name="T7" fmla="*/ 16 h 17"/>
                    <a:gd name="T8" fmla="*/ 3 w 3"/>
                    <a:gd name="T9" fmla="*/ 10 h 17"/>
                    <a:gd name="T10" fmla="*/ 2 w 3"/>
                    <a:gd name="T11" fmla="*/ 1 h 17"/>
                    <a:gd name="T12" fmla="*/ 1 w 3"/>
                    <a:gd name="T13" fmla="*/ 0 h 17"/>
                    <a:gd name="T14" fmla="*/ 0 w 3"/>
                    <a:gd name="T15" fmla="*/ 1 h 17"/>
                    <a:gd name="T16" fmla="*/ 1 w 3"/>
                    <a:gd name="T17" fmla="*/ 10 h 17"/>
                    <a:gd name="T18" fmla="*/ 1 w 3"/>
                    <a:gd name="T19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17">
                      <a:moveTo>
                        <a:pt x="1" y="16"/>
                      </a:moveTo>
                      <a:cubicBezTo>
                        <a:pt x="1" y="17"/>
                        <a:pt x="1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3" y="17"/>
                        <a:pt x="3" y="17"/>
                        <a:pt x="3" y="16"/>
                      </a:cubicBezTo>
                      <a:cubicBezTo>
                        <a:pt x="3" y="14"/>
                        <a:pt x="3" y="12"/>
                        <a:pt x="3" y="10"/>
                      </a:cubicBezTo>
                      <a:cubicBezTo>
                        <a:pt x="3" y="7"/>
                        <a:pt x="2" y="4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4"/>
                        <a:pt x="1" y="7"/>
                        <a:pt x="1" y="10"/>
                      </a:cubicBezTo>
                      <a:cubicBezTo>
                        <a:pt x="1" y="12"/>
                        <a:pt x="1" y="14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06"/>
                <p:cNvSpPr>
                  <a:spLocks/>
                </p:cNvSpPr>
                <p:nvPr/>
              </p:nvSpPr>
              <p:spPr bwMode="auto">
                <a:xfrm>
                  <a:off x="2305051" y="1116014"/>
                  <a:ext cx="19050" cy="38100"/>
                </a:xfrm>
                <a:custGeom>
                  <a:avLst/>
                  <a:gdLst>
                    <a:gd name="T0" fmla="*/ 1 w 8"/>
                    <a:gd name="T1" fmla="*/ 16 h 16"/>
                    <a:gd name="T2" fmla="*/ 1 w 8"/>
                    <a:gd name="T3" fmla="*/ 16 h 16"/>
                    <a:gd name="T4" fmla="*/ 2 w 8"/>
                    <a:gd name="T5" fmla="*/ 15 h 16"/>
                    <a:gd name="T6" fmla="*/ 4 w 8"/>
                    <a:gd name="T7" fmla="*/ 9 h 16"/>
                    <a:gd name="T8" fmla="*/ 4 w 8"/>
                    <a:gd name="T9" fmla="*/ 9 h 16"/>
                    <a:gd name="T10" fmla="*/ 4 w 8"/>
                    <a:gd name="T11" fmla="*/ 0 h 16"/>
                    <a:gd name="T12" fmla="*/ 2 w 8"/>
                    <a:gd name="T13" fmla="*/ 8 h 16"/>
                    <a:gd name="T14" fmla="*/ 2 w 8"/>
                    <a:gd name="T15" fmla="*/ 8 h 16"/>
                    <a:gd name="T16" fmla="*/ 0 w 8"/>
                    <a:gd name="T17" fmla="*/ 15 h 16"/>
                    <a:gd name="T18" fmla="*/ 1 w 8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6">
                      <a:moveTo>
                        <a:pt x="1" y="16"/>
                      </a:move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1" y="16"/>
                        <a:pt x="2" y="16"/>
                        <a:pt x="2" y="15"/>
                      </a:cubicBezTo>
                      <a:cubicBezTo>
                        <a:pt x="2" y="13"/>
                        <a:pt x="3" y="11"/>
                        <a:pt x="4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8" y="9"/>
                        <a:pt x="8" y="0"/>
                        <a:pt x="4" y="0"/>
                      </a:cubicBezTo>
                      <a:cubicBezTo>
                        <a:pt x="3" y="2"/>
                        <a:pt x="1" y="3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1" y="10"/>
                        <a:pt x="0" y="13"/>
                        <a:pt x="0" y="15"/>
                      </a:cubicBezTo>
                      <a:cubicBezTo>
                        <a:pt x="0" y="16"/>
                        <a:pt x="0" y="16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107"/>
                <p:cNvSpPr>
                  <a:spLocks/>
                </p:cNvSpPr>
                <p:nvPr/>
              </p:nvSpPr>
              <p:spPr bwMode="auto">
                <a:xfrm>
                  <a:off x="1643063" y="1839914"/>
                  <a:ext cx="28575" cy="12700"/>
                </a:xfrm>
                <a:custGeom>
                  <a:avLst/>
                  <a:gdLst>
                    <a:gd name="T0" fmla="*/ 12 w 12"/>
                    <a:gd name="T1" fmla="*/ 1 h 5"/>
                    <a:gd name="T2" fmla="*/ 10 w 12"/>
                    <a:gd name="T3" fmla="*/ 1 h 5"/>
                    <a:gd name="T4" fmla="*/ 2 w 12"/>
                    <a:gd name="T5" fmla="*/ 3 h 5"/>
                    <a:gd name="T6" fmla="*/ 0 w 12"/>
                    <a:gd name="T7" fmla="*/ 4 h 5"/>
                    <a:gd name="T8" fmla="*/ 1 w 12"/>
                    <a:gd name="T9" fmla="*/ 5 h 5"/>
                    <a:gd name="T10" fmla="*/ 3 w 12"/>
                    <a:gd name="T11" fmla="*/ 5 h 5"/>
                    <a:gd name="T12" fmla="*/ 11 w 12"/>
                    <a:gd name="T13" fmla="*/ 2 h 5"/>
                    <a:gd name="T14" fmla="*/ 12 w 12"/>
                    <a:gd name="T15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5">
                      <a:moveTo>
                        <a:pt x="12" y="1"/>
                      </a:moveTo>
                      <a:cubicBezTo>
                        <a:pt x="11" y="0"/>
                        <a:pt x="11" y="0"/>
                        <a:pt x="10" y="1"/>
                      </a:cubicBezTo>
                      <a:cubicBezTo>
                        <a:pt x="8" y="3"/>
                        <a:pt x="5" y="3"/>
                        <a:pt x="2" y="3"/>
                      </a:cubicBezTo>
                      <a:cubicBezTo>
                        <a:pt x="1" y="3"/>
                        <a:pt x="1" y="3"/>
                        <a:pt x="0" y="4"/>
                      </a:cubicBezTo>
                      <a:cubicBezTo>
                        <a:pt x="0" y="4"/>
                        <a:pt x="1" y="5"/>
                        <a:pt x="1" y="5"/>
                      </a:cubicBezTo>
                      <a:cubicBezTo>
                        <a:pt x="2" y="5"/>
                        <a:pt x="3" y="5"/>
                        <a:pt x="3" y="5"/>
                      </a:cubicBezTo>
                      <a:cubicBezTo>
                        <a:pt x="6" y="5"/>
                        <a:pt x="9" y="4"/>
                        <a:pt x="11" y="2"/>
                      </a:cubicBezTo>
                      <a:cubicBezTo>
                        <a:pt x="12" y="2"/>
                        <a:pt x="12" y="1"/>
                        <a:pt x="1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108"/>
                <p:cNvSpPr>
                  <a:spLocks/>
                </p:cNvSpPr>
                <p:nvPr/>
              </p:nvSpPr>
              <p:spPr bwMode="auto">
                <a:xfrm>
                  <a:off x="890588" y="358777"/>
                  <a:ext cx="128588" cy="107950"/>
                </a:xfrm>
                <a:custGeom>
                  <a:avLst/>
                  <a:gdLst>
                    <a:gd name="T0" fmla="*/ 2 w 56"/>
                    <a:gd name="T1" fmla="*/ 46 h 46"/>
                    <a:gd name="T2" fmla="*/ 2 w 56"/>
                    <a:gd name="T3" fmla="*/ 45 h 46"/>
                    <a:gd name="T4" fmla="*/ 11 w 56"/>
                    <a:gd name="T5" fmla="*/ 37 h 46"/>
                    <a:gd name="T6" fmla="*/ 55 w 56"/>
                    <a:gd name="T7" fmla="*/ 2 h 46"/>
                    <a:gd name="T8" fmla="*/ 55 w 56"/>
                    <a:gd name="T9" fmla="*/ 0 h 46"/>
                    <a:gd name="T10" fmla="*/ 54 w 56"/>
                    <a:gd name="T11" fmla="*/ 0 h 46"/>
                    <a:gd name="T12" fmla="*/ 10 w 56"/>
                    <a:gd name="T13" fmla="*/ 36 h 46"/>
                    <a:gd name="T14" fmla="*/ 1 w 56"/>
                    <a:gd name="T15" fmla="*/ 44 h 46"/>
                    <a:gd name="T16" fmla="*/ 1 w 56"/>
                    <a:gd name="T17" fmla="*/ 45 h 46"/>
                    <a:gd name="T18" fmla="*/ 2 w 56"/>
                    <a:gd name="T19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6" h="46">
                      <a:moveTo>
                        <a:pt x="2" y="46"/>
                      </a:moveTo>
                      <a:cubicBezTo>
                        <a:pt x="2" y="46"/>
                        <a:pt x="2" y="46"/>
                        <a:pt x="2" y="45"/>
                      </a:cubicBezTo>
                      <a:cubicBezTo>
                        <a:pt x="5" y="43"/>
                        <a:pt x="8" y="40"/>
                        <a:pt x="11" y="37"/>
                      </a:cubicBezTo>
                      <a:cubicBezTo>
                        <a:pt x="25" y="25"/>
                        <a:pt x="39" y="12"/>
                        <a:pt x="55" y="2"/>
                      </a:cubicBezTo>
                      <a:cubicBezTo>
                        <a:pt x="56" y="2"/>
                        <a:pt x="56" y="1"/>
                        <a:pt x="55" y="0"/>
                      </a:cubicBezTo>
                      <a:cubicBezTo>
                        <a:pt x="55" y="0"/>
                        <a:pt x="55" y="0"/>
                        <a:pt x="54" y="0"/>
                      </a:cubicBezTo>
                      <a:cubicBezTo>
                        <a:pt x="38" y="10"/>
                        <a:pt x="24" y="23"/>
                        <a:pt x="10" y="36"/>
                      </a:cubicBezTo>
                      <a:cubicBezTo>
                        <a:pt x="7" y="39"/>
                        <a:pt x="4" y="41"/>
                        <a:pt x="1" y="44"/>
                      </a:cubicBezTo>
                      <a:cubicBezTo>
                        <a:pt x="1" y="44"/>
                        <a:pt x="0" y="45"/>
                        <a:pt x="1" y="45"/>
                      </a:cubicBezTo>
                      <a:cubicBezTo>
                        <a:pt x="1" y="46"/>
                        <a:pt x="1" y="46"/>
                        <a:pt x="2" y="4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09"/>
                <p:cNvSpPr>
                  <a:spLocks noEditPoints="1"/>
                </p:cNvSpPr>
                <p:nvPr/>
              </p:nvSpPr>
              <p:spPr bwMode="auto">
                <a:xfrm>
                  <a:off x="695326" y="493714"/>
                  <a:ext cx="277813" cy="884238"/>
                </a:xfrm>
                <a:custGeom>
                  <a:avLst/>
                  <a:gdLst>
                    <a:gd name="T0" fmla="*/ 120 w 120"/>
                    <a:gd name="T1" fmla="*/ 1 h 381"/>
                    <a:gd name="T2" fmla="*/ 93 w 120"/>
                    <a:gd name="T3" fmla="*/ 15 h 381"/>
                    <a:gd name="T4" fmla="*/ 92 w 120"/>
                    <a:gd name="T5" fmla="*/ 15 h 381"/>
                    <a:gd name="T6" fmla="*/ 85 w 120"/>
                    <a:gd name="T7" fmla="*/ 14 h 381"/>
                    <a:gd name="T8" fmla="*/ 86 w 120"/>
                    <a:gd name="T9" fmla="*/ 20 h 381"/>
                    <a:gd name="T10" fmla="*/ 84 w 120"/>
                    <a:gd name="T11" fmla="*/ 25 h 381"/>
                    <a:gd name="T12" fmla="*/ 86 w 120"/>
                    <a:gd name="T13" fmla="*/ 24 h 381"/>
                    <a:gd name="T14" fmla="*/ 83 w 120"/>
                    <a:gd name="T15" fmla="*/ 34 h 381"/>
                    <a:gd name="T16" fmla="*/ 74 w 120"/>
                    <a:gd name="T17" fmla="*/ 45 h 381"/>
                    <a:gd name="T18" fmla="*/ 66 w 120"/>
                    <a:gd name="T19" fmla="*/ 55 h 381"/>
                    <a:gd name="T20" fmla="*/ 65 w 120"/>
                    <a:gd name="T21" fmla="*/ 52 h 381"/>
                    <a:gd name="T22" fmla="*/ 59 w 120"/>
                    <a:gd name="T23" fmla="*/ 58 h 381"/>
                    <a:gd name="T24" fmla="*/ 54 w 120"/>
                    <a:gd name="T25" fmla="*/ 62 h 381"/>
                    <a:gd name="T26" fmla="*/ 62 w 120"/>
                    <a:gd name="T27" fmla="*/ 63 h 381"/>
                    <a:gd name="T28" fmla="*/ 41 w 120"/>
                    <a:gd name="T29" fmla="*/ 101 h 381"/>
                    <a:gd name="T30" fmla="*/ 29 w 120"/>
                    <a:gd name="T31" fmla="*/ 127 h 381"/>
                    <a:gd name="T32" fmla="*/ 28 w 120"/>
                    <a:gd name="T33" fmla="*/ 130 h 381"/>
                    <a:gd name="T34" fmla="*/ 19 w 120"/>
                    <a:gd name="T35" fmla="*/ 140 h 381"/>
                    <a:gd name="T36" fmla="*/ 15 w 120"/>
                    <a:gd name="T37" fmla="*/ 155 h 381"/>
                    <a:gd name="T38" fmla="*/ 29 w 120"/>
                    <a:gd name="T39" fmla="*/ 170 h 381"/>
                    <a:gd name="T40" fmla="*/ 26 w 120"/>
                    <a:gd name="T41" fmla="*/ 181 h 381"/>
                    <a:gd name="T42" fmla="*/ 19 w 120"/>
                    <a:gd name="T43" fmla="*/ 190 h 381"/>
                    <a:gd name="T44" fmla="*/ 7 w 120"/>
                    <a:gd name="T45" fmla="*/ 217 h 381"/>
                    <a:gd name="T46" fmla="*/ 4 w 120"/>
                    <a:gd name="T47" fmla="*/ 228 h 381"/>
                    <a:gd name="T48" fmla="*/ 11 w 120"/>
                    <a:gd name="T49" fmla="*/ 322 h 381"/>
                    <a:gd name="T50" fmla="*/ 30 w 120"/>
                    <a:gd name="T51" fmla="*/ 375 h 381"/>
                    <a:gd name="T52" fmla="*/ 31 w 120"/>
                    <a:gd name="T53" fmla="*/ 376 h 381"/>
                    <a:gd name="T54" fmla="*/ 37 w 120"/>
                    <a:gd name="T55" fmla="*/ 381 h 381"/>
                    <a:gd name="T56" fmla="*/ 33 w 120"/>
                    <a:gd name="T57" fmla="*/ 375 h 381"/>
                    <a:gd name="T58" fmla="*/ 34 w 120"/>
                    <a:gd name="T59" fmla="*/ 374 h 381"/>
                    <a:gd name="T60" fmla="*/ 43 w 120"/>
                    <a:gd name="T61" fmla="*/ 377 h 381"/>
                    <a:gd name="T62" fmla="*/ 39 w 120"/>
                    <a:gd name="T63" fmla="*/ 336 h 381"/>
                    <a:gd name="T64" fmla="*/ 26 w 120"/>
                    <a:gd name="T65" fmla="*/ 301 h 381"/>
                    <a:gd name="T66" fmla="*/ 26 w 120"/>
                    <a:gd name="T67" fmla="*/ 281 h 381"/>
                    <a:gd name="T68" fmla="*/ 26 w 120"/>
                    <a:gd name="T69" fmla="*/ 262 h 381"/>
                    <a:gd name="T70" fmla="*/ 26 w 120"/>
                    <a:gd name="T71" fmla="*/ 226 h 381"/>
                    <a:gd name="T72" fmla="*/ 47 w 120"/>
                    <a:gd name="T73" fmla="*/ 124 h 381"/>
                    <a:gd name="T74" fmla="*/ 58 w 120"/>
                    <a:gd name="T75" fmla="*/ 105 h 381"/>
                    <a:gd name="T76" fmla="*/ 89 w 120"/>
                    <a:gd name="T77" fmla="*/ 56 h 381"/>
                    <a:gd name="T78" fmla="*/ 108 w 120"/>
                    <a:gd name="T79" fmla="*/ 46 h 381"/>
                    <a:gd name="T80" fmla="*/ 108 w 120"/>
                    <a:gd name="T81" fmla="*/ 24 h 381"/>
                    <a:gd name="T82" fmla="*/ 30 w 120"/>
                    <a:gd name="T83" fmla="*/ 143 h 381"/>
                    <a:gd name="T84" fmla="*/ 23 w 120"/>
                    <a:gd name="T85" fmla="*/ 140 h 381"/>
                    <a:gd name="T86" fmla="*/ 29 w 120"/>
                    <a:gd name="T87" fmla="*/ 134 h 381"/>
                    <a:gd name="T88" fmla="*/ 65 w 120"/>
                    <a:gd name="T89" fmla="*/ 58 h 381"/>
                    <a:gd name="T90" fmla="*/ 62 w 120"/>
                    <a:gd name="T91" fmla="*/ 61 h 381"/>
                    <a:gd name="T92" fmla="*/ 62 w 120"/>
                    <a:gd name="T93" fmla="*/ 60 h 381"/>
                    <a:gd name="T94" fmla="*/ 61 w 120"/>
                    <a:gd name="T95" fmla="*/ 59 h 381"/>
                    <a:gd name="T96" fmla="*/ 63 w 120"/>
                    <a:gd name="T97" fmla="*/ 55 h 381"/>
                    <a:gd name="T98" fmla="*/ 66 w 120"/>
                    <a:gd name="T99" fmla="*/ 58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20" h="381">
                      <a:moveTo>
                        <a:pt x="116" y="18"/>
                      </a:moveTo>
                      <a:cubicBezTo>
                        <a:pt x="113" y="9"/>
                        <a:pt x="120" y="9"/>
                        <a:pt x="120" y="1"/>
                      </a:cubicBezTo>
                      <a:cubicBezTo>
                        <a:pt x="105" y="0"/>
                        <a:pt x="103" y="19"/>
                        <a:pt x="93" y="18"/>
                      </a:cubicBez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1" y="15"/>
                        <a:pt x="90" y="15"/>
                      </a:cubicBezTo>
                      <a:cubicBezTo>
                        <a:pt x="88" y="15"/>
                        <a:pt x="86" y="15"/>
                        <a:pt x="85" y="14"/>
                      </a:cubicBezTo>
                      <a:cubicBezTo>
                        <a:pt x="85" y="20"/>
                        <a:pt x="85" y="20"/>
                        <a:pt x="85" y="20"/>
                      </a:cubicBezTo>
                      <a:cubicBezTo>
                        <a:pt x="86" y="20"/>
                        <a:pt x="86" y="20"/>
                        <a:pt x="86" y="20"/>
                      </a:cubicBezTo>
                      <a:cubicBezTo>
                        <a:pt x="85" y="21"/>
                        <a:pt x="85" y="22"/>
                        <a:pt x="84" y="23"/>
                      </a:cubicBezTo>
                      <a:cubicBezTo>
                        <a:pt x="84" y="24"/>
                        <a:pt x="84" y="24"/>
                        <a:pt x="84" y="25"/>
                      </a:cubicBezTo>
                      <a:cubicBezTo>
                        <a:pt x="85" y="25"/>
                        <a:pt x="86" y="24"/>
                        <a:pt x="86" y="23"/>
                      </a:cubicBezTo>
                      <a:cubicBezTo>
                        <a:pt x="86" y="24"/>
                        <a:pt x="86" y="24"/>
                        <a:pt x="86" y="24"/>
                      </a:cubicBezTo>
                      <a:cubicBezTo>
                        <a:pt x="92" y="25"/>
                        <a:pt x="85" y="32"/>
                        <a:pt x="84" y="34"/>
                      </a:cubicBezTo>
                      <a:cubicBezTo>
                        <a:pt x="84" y="34"/>
                        <a:pt x="83" y="34"/>
                        <a:pt x="83" y="34"/>
                      </a:cubicBezTo>
                      <a:cubicBezTo>
                        <a:pt x="82" y="39"/>
                        <a:pt x="79" y="42"/>
                        <a:pt x="75" y="44"/>
                      </a:cubicBezTo>
                      <a:cubicBezTo>
                        <a:pt x="75" y="45"/>
                        <a:pt x="74" y="45"/>
                        <a:pt x="74" y="45"/>
                      </a:cubicBezTo>
                      <a:cubicBezTo>
                        <a:pt x="72" y="50"/>
                        <a:pt x="70" y="53"/>
                        <a:pt x="66" y="56"/>
                      </a:cubicBezTo>
                      <a:cubicBezTo>
                        <a:pt x="66" y="55"/>
                        <a:pt x="66" y="55"/>
                        <a:pt x="66" y="55"/>
                      </a:cubicBezTo>
                      <a:cubicBezTo>
                        <a:pt x="66" y="54"/>
                        <a:pt x="65" y="54"/>
                        <a:pt x="65" y="53"/>
                      </a:cubicBezTo>
                      <a:cubicBezTo>
                        <a:pt x="65" y="53"/>
                        <a:pt x="65" y="53"/>
                        <a:pt x="65" y="52"/>
                      </a:cubicBezTo>
                      <a:cubicBezTo>
                        <a:pt x="64" y="53"/>
                        <a:pt x="63" y="53"/>
                        <a:pt x="62" y="53"/>
                      </a:cubicBezTo>
                      <a:cubicBezTo>
                        <a:pt x="60" y="55"/>
                        <a:pt x="59" y="56"/>
                        <a:pt x="59" y="58"/>
                      </a:cubicBezTo>
                      <a:cubicBezTo>
                        <a:pt x="58" y="57"/>
                        <a:pt x="58" y="57"/>
                        <a:pt x="58" y="57"/>
                      </a:cubicBezTo>
                      <a:cubicBezTo>
                        <a:pt x="56" y="58"/>
                        <a:pt x="54" y="59"/>
                        <a:pt x="54" y="62"/>
                      </a:cubicBezTo>
                      <a:cubicBezTo>
                        <a:pt x="61" y="62"/>
                        <a:pt x="61" y="62"/>
                        <a:pt x="61" y="62"/>
                      </a:cubicBezTo>
                      <a:cubicBezTo>
                        <a:pt x="62" y="63"/>
                        <a:pt x="62" y="63"/>
                        <a:pt x="62" y="63"/>
                      </a:cubicBezTo>
                      <a:cubicBezTo>
                        <a:pt x="61" y="64"/>
                        <a:pt x="61" y="64"/>
                        <a:pt x="61" y="64"/>
                      </a:cubicBezTo>
                      <a:cubicBezTo>
                        <a:pt x="55" y="77"/>
                        <a:pt x="46" y="88"/>
                        <a:pt x="41" y="101"/>
                      </a:cubicBezTo>
                      <a:cubicBezTo>
                        <a:pt x="38" y="100"/>
                        <a:pt x="39" y="95"/>
                        <a:pt x="35" y="95"/>
                      </a:cubicBezTo>
                      <a:cubicBezTo>
                        <a:pt x="35" y="106"/>
                        <a:pt x="22" y="117"/>
                        <a:pt x="29" y="127"/>
                      </a:cubicBezTo>
                      <a:cubicBezTo>
                        <a:pt x="28" y="127"/>
                        <a:pt x="27" y="128"/>
                        <a:pt x="27" y="130"/>
                      </a:cubicBezTo>
                      <a:cubicBezTo>
                        <a:pt x="28" y="130"/>
                        <a:pt x="28" y="130"/>
                        <a:pt x="28" y="130"/>
                      </a:cubicBezTo>
                      <a:cubicBezTo>
                        <a:pt x="23" y="133"/>
                        <a:pt x="20" y="137"/>
                        <a:pt x="21" y="141"/>
                      </a:cubicBezTo>
                      <a:cubicBezTo>
                        <a:pt x="19" y="140"/>
                        <a:pt x="19" y="140"/>
                        <a:pt x="19" y="140"/>
                      </a:cubicBezTo>
                      <a:cubicBezTo>
                        <a:pt x="18" y="146"/>
                        <a:pt x="18" y="147"/>
                        <a:pt x="20" y="151"/>
                      </a:cubicBezTo>
                      <a:cubicBezTo>
                        <a:pt x="17" y="151"/>
                        <a:pt x="16" y="153"/>
                        <a:pt x="15" y="155"/>
                      </a:cubicBezTo>
                      <a:cubicBezTo>
                        <a:pt x="20" y="156"/>
                        <a:pt x="24" y="153"/>
                        <a:pt x="26" y="155"/>
                      </a:cubicBezTo>
                      <a:cubicBezTo>
                        <a:pt x="25" y="161"/>
                        <a:pt x="26" y="167"/>
                        <a:pt x="29" y="170"/>
                      </a:cubicBezTo>
                      <a:cubicBezTo>
                        <a:pt x="25" y="172"/>
                        <a:pt x="18" y="170"/>
                        <a:pt x="20" y="178"/>
                      </a:cubicBezTo>
                      <a:cubicBezTo>
                        <a:pt x="20" y="182"/>
                        <a:pt x="27" y="177"/>
                        <a:pt x="26" y="181"/>
                      </a:cubicBezTo>
                      <a:cubicBezTo>
                        <a:pt x="21" y="185"/>
                        <a:pt x="25" y="186"/>
                        <a:pt x="27" y="190"/>
                      </a:cubicBezTo>
                      <a:cubicBezTo>
                        <a:pt x="24" y="193"/>
                        <a:pt x="23" y="189"/>
                        <a:pt x="19" y="190"/>
                      </a:cubicBezTo>
                      <a:cubicBezTo>
                        <a:pt x="19" y="198"/>
                        <a:pt x="26" y="199"/>
                        <a:pt x="23" y="209"/>
                      </a:cubicBezTo>
                      <a:cubicBezTo>
                        <a:pt x="18" y="211"/>
                        <a:pt x="9" y="211"/>
                        <a:pt x="7" y="217"/>
                      </a:cubicBezTo>
                      <a:cubicBezTo>
                        <a:pt x="8" y="224"/>
                        <a:pt x="15" y="225"/>
                        <a:pt x="15" y="233"/>
                      </a:cubicBezTo>
                      <a:cubicBezTo>
                        <a:pt x="9" y="234"/>
                        <a:pt x="9" y="228"/>
                        <a:pt x="4" y="228"/>
                      </a:cubicBezTo>
                      <a:cubicBezTo>
                        <a:pt x="0" y="261"/>
                        <a:pt x="6" y="292"/>
                        <a:pt x="11" y="313"/>
                      </a:cubicBezTo>
                      <a:cubicBezTo>
                        <a:pt x="12" y="316"/>
                        <a:pt x="11" y="319"/>
                        <a:pt x="11" y="322"/>
                      </a:cubicBezTo>
                      <a:cubicBezTo>
                        <a:pt x="12" y="325"/>
                        <a:pt x="15" y="328"/>
                        <a:pt x="15" y="331"/>
                      </a:cubicBezTo>
                      <a:cubicBezTo>
                        <a:pt x="18" y="349"/>
                        <a:pt x="23" y="362"/>
                        <a:pt x="30" y="375"/>
                      </a:cubicBezTo>
                      <a:cubicBezTo>
                        <a:pt x="31" y="374"/>
                        <a:pt x="31" y="374"/>
                        <a:pt x="31" y="374"/>
                      </a:cubicBezTo>
                      <a:cubicBezTo>
                        <a:pt x="31" y="376"/>
                        <a:pt x="31" y="376"/>
                        <a:pt x="31" y="376"/>
                      </a:cubicBezTo>
                      <a:cubicBezTo>
                        <a:pt x="30" y="375"/>
                        <a:pt x="30" y="375"/>
                        <a:pt x="30" y="375"/>
                      </a:cubicBezTo>
                      <a:cubicBezTo>
                        <a:pt x="29" y="380"/>
                        <a:pt x="32" y="381"/>
                        <a:pt x="37" y="381"/>
                      </a:cubicBezTo>
                      <a:cubicBezTo>
                        <a:pt x="39" y="378"/>
                        <a:pt x="35" y="376"/>
                        <a:pt x="34" y="374"/>
                      </a:cubicBezTo>
                      <a:cubicBezTo>
                        <a:pt x="33" y="375"/>
                        <a:pt x="33" y="375"/>
                        <a:pt x="33" y="375"/>
                      </a:cubicBezTo>
                      <a:cubicBezTo>
                        <a:pt x="33" y="374"/>
                        <a:pt x="33" y="374"/>
                        <a:pt x="33" y="374"/>
                      </a:cubicBezTo>
                      <a:cubicBezTo>
                        <a:pt x="34" y="374"/>
                        <a:pt x="34" y="374"/>
                        <a:pt x="34" y="374"/>
                      </a:cubicBezTo>
                      <a:cubicBezTo>
                        <a:pt x="34" y="372"/>
                        <a:pt x="33" y="369"/>
                        <a:pt x="35" y="369"/>
                      </a:cubicBezTo>
                      <a:cubicBezTo>
                        <a:pt x="39" y="370"/>
                        <a:pt x="40" y="375"/>
                        <a:pt x="43" y="377"/>
                      </a:cubicBezTo>
                      <a:cubicBezTo>
                        <a:pt x="49" y="376"/>
                        <a:pt x="52" y="373"/>
                        <a:pt x="55" y="370"/>
                      </a:cubicBezTo>
                      <a:cubicBezTo>
                        <a:pt x="49" y="359"/>
                        <a:pt x="48" y="344"/>
                        <a:pt x="39" y="336"/>
                      </a:cubicBezTo>
                      <a:cubicBezTo>
                        <a:pt x="38" y="327"/>
                        <a:pt x="39" y="314"/>
                        <a:pt x="34" y="303"/>
                      </a:cubicBezTo>
                      <a:cubicBezTo>
                        <a:pt x="31" y="303"/>
                        <a:pt x="27" y="306"/>
                        <a:pt x="26" y="301"/>
                      </a:cubicBezTo>
                      <a:cubicBezTo>
                        <a:pt x="27" y="299"/>
                        <a:pt x="30" y="298"/>
                        <a:pt x="34" y="299"/>
                      </a:cubicBezTo>
                      <a:cubicBezTo>
                        <a:pt x="36" y="288"/>
                        <a:pt x="29" y="287"/>
                        <a:pt x="26" y="281"/>
                      </a:cubicBezTo>
                      <a:cubicBezTo>
                        <a:pt x="27" y="278"/>
                        <a:pt x="31" y="278"/>
                        <a:pt x="31" y="273"/>
                      </a:cubicBezTo>
                      <a:cubicBezTo>
                        <a:pt x="28" y="271"/>
                        <a:pt x="29" y="265"/>
                        <a:pt x="26" y="262"/>
                      </a:cubicBezTo>
                      <a:cubicBezTo>
                        <a:pt x="27" y="260"/>
                        <a:pt x="30" y="259"/>
                        <a:pt x="30" y="254"/>
                      </a:cubicBezTo>
                      <a:cubicBezTo>
                        <a:pt x="27" y="246"/>
                        <a:pt x="36" y="232"/>
                        <a:pt x="26" y="226"/>
                      </a:cubicBezTo>
                      <a:cubicBezTo>
                        <a:pt x="38" y="198"/>
                        <a:pt x="37" y="164"/>
                        <a:pt x="50" y="136"/>
                      </a:cubicBezTo>
                      <a:cubicBezTo>
                        <a:pt x="52" y="130"/>
                        <a:pt x="47" y="130"/>
                        <a:pt x="47" y="124"/>
                      </a:cubicBezTo>
                      <a:cubicBezTo>
                        <a:pt x="50" y="120"/>
                        <a:pt x="50" y="112"/>
                        <a:pt x="51" y="107"/>
                      </a:cubicBezTo>
                      <a:cubicBezTo>
                        <a:pt x="55" y="107"/>
                        <a:pt x="54" y="104"/>
                        <a:pt x="58" y="105"/>
                      </a:cubicBezTo>
                      <a:cubicBezTo>
                        <a:pt x="67" y="97"/>
                        <a:pt x="71" y="83"/>
                        <a:pt x="81" y="76"/>
                      </a:cubicBezTo>
                      <a:cubicBezTo>
                        <a:pt x="82" y="67"/>
                        <a:pt x="90" y="66"/>
                        <a:pt x="89" y="56"/>
                      </a:cubicBezTo>
                      <a:cubicBezTo>
                        <a:pt x="98" y="56"/>
                        <a:pt x="97" y="47"/>
                        <a:pt x="102" y="44"/>
                      </a:cubicBezTo>
                      <a:cubicBezTo>
                        <a:pt x="106" y="43"/>
                        <a:pt x="105" y="46"/>
                        <a:pt x="108" y="46"/>
                      </a:cubicBezTo>
                      <a:cubicBezTo>
                        <a:pt x="107" y="39"/>
                        <a:pt x="113" y="38"/>
                        <a:pt x="114" y="33"/>
                      </a:cubicBezTo>
                      <a:cubicBezTo>
                        <a:pt x="113" y="29"/>
                        <a:pt x="109" y="28"/>
                        <a:pt x="108" y="24"/>
                      </a:cubicBezTo>
                      <a:cubicBezTo>
                        <a:pt x="110" y="21"/>
                        <a:pt x="113" y="20"/>
                        <a:pt x="116" y="18"/>
                      </a:cubicBezTo>
                      <a:moveTo>
                        <a:pt x="30" y="143"/>
                      </a:moveTo>
                      <a:cubicBezTo>
                        <a:pt x="26" y="144"/>
                        <a:pt x="26" y="139"/>
                        <a:pt x="23" y="139"/>
                      </a:cubicBezTo>
                      <a:cubicBezTo>
                        <a:pt x="23" y="140"/>
                        <a:pt x="23" y="140"/>
                        <a:pt x="23" y="140"/>
                      </a:cubicBezTo>
                      <a:cubicBezTo>
                        <a:pt x="22" y="137"/>
                        <a:pt x="25" y="135"/>
                        <a:pt x="29" y="132"/>
                      </a:cubicBezTo>
                      <a:cubicBezTo>
                        <a:pt x="29" y="134"/>
                        <a:pt x="29" y="134"/>
                        <a:pt x="29" y="134"/>
                      </a:cubicBezTo>
                      <a:cubicBezTo>
                        <a:pt x="32" y="134"/>
                        <a:pt x="29" y="140"/>
                        <a:pt x="30" y="143"/>
                      </a:cubicBezTo>
                      <a:moveTo>
                        <a:pt x="65" y="58"/>
                      </a:moveTo>
                      <a:cubicBezTo>
                        <a:pt x="65" y="60"/>
                        <a:pt x="64" y="60"/>
                        <a:pt x="63" y="61"/>
                      </a:cubicBezTo>
                      <a:cubicBezTo>
                        <a:pt x="62" y="61"/>
                        <a:pt x="62" y="61"/>
                        <a:pt x="62" y="61"/>
                      </a:cubicBezTo>
                      <a:cubicBezTo>
                        <a:pt x="61" y="60"/>
                        <a:pt x="61" y="60"/>
                        <a:pt x="61" y="60"/>
                      </a:cubicBezTo>
                      <a:cubicBezTo>
                        <a:pt x="62" y="60"/>
                        <a:pt x="62" y="60"/>
                        <a:pt x="62" y="60"/>
                      </a:cubicBezTo>
                      <a:cubicBezTo>
                        <a:pt x="62" y="58"/>
                        <a:pt x="62" y="58"/>
                        <a:pt x="62" y="58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61" y="57"/>
                        <a:pt x="62" y="56"/>
                        <a:pt x="63" y="55"/>
                      </a:cubicBezTo>
                      <a:cubicBezTo>
                        <a:pt x="63" y="55"/>
                        <a:pt x="63" y="55"/>
                        <a:pt x="63" y="55"/>
                      </a:cubicBezTo>
                      <a:cubicBezTo>
                        <a:pt x="64" y="55"/>
                        <a:pt x="64" y="55"/>
                        <a:pt x="64" y="56"/>
                      </a:cubicBezTo>
                      <a:cubicBezTo>
                        <a:pt x="65" y="57"/>
                        <a:pt x="65" y="57"/>
                        <a:pt x="66" y="58"/>
                      </a:cubicBezTo>
                      <a:lnTo>
                        <a:pt x="65" y="5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10"/>
                <p:cNvSpPr>
                  <a:spLocks noEditPoints="1"/>
                </p:cNvSpPr>
                <p:nvPr/>
              </p:nvSpPr>
              <p:spPr bwMode="auto">
                <a:xfrm>
                  <a:off x="2009776" y="1249364"/>
                  <a:ext cx="352425" cy="539750"/>
                </a:xfrm>
                <a:custGeom>
                  <a:avLst/>
                  <a:gdLst>
                    <a:gd name="T0" fmla="*/ 151 w 152"/>
                    <a:gd name="T1" fmla="*/ 0 h 233"/>
                    <a:gd name="T2" fmla="*/ 150 w 152"/>
                    <a:gd name="T3" fmla="*/ 1 h 233"/>
                    <a:gd name="T4" fmla="*/ 148 w 152"/>
                    <a:gd name="T5" fmla="*/ 7 h 233"/>
                    <a:gd name="T6" fmla="*/ 146 w 152"/>
                    <a:gd name="T7" fmla="*/ 19 h 233"/>
                    <a:gd name="T8" fmla="*/ 145 w 152"/>
                    <a:gd name="T9" fmla="*/ 18 h 233"/>
                    <a:gd name="T10" fmla="*/ 130 w 152"/>
                    <a:gd name="T11" fmla="*/ 64 h 233"/>
                    <a:gd name="T12" fmla="*/ 131 w 152"/>
                    <a:gd name="T13" fmla="*/ 63 h 233"/>
                    <a:gd name="T14" fmla="*/ 131 w 152"/>
                    <a:gd name="T15" fmla="*/ 66 h 233"/>
                    <a:gd name="T16" fmla="*/ 131 w 152"/>
                    <a:gd name="T17" fmla="*/ 66 h 233"/>
                    <a:gd name="T18" fmla="*/ 130 w 152"/>
                    <a:gd name="T19" fmla="*/ 65 h 233"/>
                    <a:gd name="T20" fmla="*/ 102 w 152"/>
                    <a:gd name="T21" fmla="*/ 115 h 233"/>
                    <a:gd name="T22" fmla="*/ 103 w 152"/>
                    <a:gd name="T23" fmla="*/ 115 h 233"/>
                    <a:gd name="T24" fmla="*/ 100 w 152"/>
                    <a:gd name="T25" fmla="*/ 120 h 233"/>
                    <a:gd name="T26" fmla="*/ 99 w 152"/>
                    <a:gd name="T27" fmla="*/ 120 h 233"/>
                    <a:gd name="T28" fmla="*/ 43 w 152"/>
                    <a:gd name="T29" fmla="*/ 191 h 233"/>
                    <a:gd name="T30" fmla="*/ 12 w 152"/>
                    <a:gd name="T31" fmla="*/ 217 h 233"/>
                    <a:gd name="T32" fmla="*/ 1 w 152"/>
                    <a:gd name="T33" fmla="*/ 225 h 233"/>
                    <a:gd name="T34" fmla="*/ 5 w 152"/>
                    <a:gd name="T35" fmla="*/ 227 h 233"/>
                    <a:gd name="T36" fmla="*/ 4 w 152"/>
                    <a:gd name="T37" fmla="*/ 231 h 233"/>
                    <a:gd name="T38" fmla="*/ 1 w 152"/>
                    <a:gd name="T39" fmla="*/ 231 h 233"/>
                    <a:gd name="T40" fmla="*/ 0 w 152"/>
                    <a:gd name="T41" fmla="*/ 233 h 233"/>
                    <a:gd name="T42" fmla="*/ 1 w 152"/>
                    <a:gd name="T43" fmla="*/ 233 h 233"/>
                    <a:gd name="T44" fmla="*/ 1 w 152"/>
                    <a:gd name="T45" fmla="*/ 233 h 233"/>
                    <a:gd name="T46" fmla="*/ 5 w 152"/>
                    <a:gd name="T47" fmla="*/ 233 h 233"/>
                    <a:gd name="T48" fmla="*/ 6 w 152"/>
                    <a:gd name="T49" fmla="*/ 232 h 233"/>
                    <a:gd name="T50" fmla="*/ 6 w 152"/>
                    <a:gd name="T51" fmla="*/ 232 h 233"/>
                    <a:gd name="T52" fmla="*/ 7 w 152"/>
                    <a:gd name="T53" fmla="*/ 227 h 233"/>
                    <a:gd name="T54" fmla="*/ 17 w 152"/>
                    <a:gd name="T55" fmla="*/ 226 h 233"/>
                    <a:gd name="T56" fmla="*/ 20 w 152"/>
                    <a:gd name="T57" fmla="*/ 219 h 233"/>
                    <a:gd name="T58" fmla="*/ 51 w 152"/>
                    <a:gd name="T59" fmla="*/ 191 h 233"/>
                    <a:gd name="T60" fmla="*/ 64 w 152"/>
                    <a:gd name="T61" fmla="*/ 183 h 233"/>
                    <a:gd name="T62" fmla="*/ 70 w 152"/>
                    <a:gd name="T63" fmla="*/ 168 h 233"/>
                    <a:gd name="T64" fmla="*/ 75 w 152"/>
                    <a:gd name="T65" fmla="*/ 168 h 233"/>
                    <a:gd name="T66" fmla="*/ 106 w 152"/>
                    <a:gd name="T67" fmla="*/ 124 h 233"/>
                    <a:gd name="T68" fmla="*/ 105 w 152"/>
                    <a:gd name="T69" fmla="*/ 124 h 233"/>
                    <a:gd name="T70" fmla="*/ 109 w 152"/>
                    <a:gd name="T71" fmla="*/ 118 h 233"/>
                    <a:gd name="T72" fmla="*/ 110 w 152"/>
                    <a:gd name="T73" fmla="*/ 119 h 233"/>
                    <a:gd name="T74" fmla="*/ 134 w 152"/>
                    <a:gd name="T75" fmla="*/ 66 h 233"/>
                    <a:gd name="T76" fmla="*/ 133 w 152"/>
                    <a:gd name="T77" fmla="*/ 67 h 233"/>
                    <a:gd name="T78" fmla="*/ 133 w 152"/>
                    <a:gd name="T79" fmla="*/ 66 h 233"/>
                    <a:gd name="T80" fmla="*/ 133 w 152"/>
                    <a:gd name="T81" fmla="*/ 64 h 233"/>
                    <a:gd name="T82" fmla="*/ 134 w 152"/>
                    <a:gd name="T83" fmla="*/ 65 h 233"/>
                    <a:gd name="T84" fmla="*/ 149 w 152"/>
                    <a:gd name="T85" fmla="*/ 19 h 233"/>
                    <a:gd name="T86" fmla="*/ 147 w 152"/>
                    <a:gd name="T87" fmla="*/ 20 h 233"/>
                    <a:gd name="T88" fmla="*/ 150 w 152"/>
                    <a:gd name="T89" fmla="*/ 7 h 233"/>
                    <a:gd name="T90" fmla="*/ 152 w 152"/>
                    <a:gd name="T91" fmla="*/ 1 h 233"/>
                    <a:gd name="T92" fmla="*/ 151 w 152"/>
                    <a:gd name="T93" fmla="*/ 0 h 233"/>
                    <a:gd name="T94" fmla="*/ 104 w 152"/>
                    <a:gd name="T95" fmla="*/ 122 h 233"/>
                    <a:gd name="T96" fmla="*/ 105 w 152"/>
                    <a:gd name="T97" fmla="*/ 121 h 233"/>
                    <a:gd name="T98" fmla="*/ 103 w 152"/>
                    <a:gd name="T99" fmla="*/ 119 h 233"/>
                    <a:gd name="T100" fmla="*/ 104 w 152"/>
                    <a:gd name="T101" fmla="*/ 117 h 233"/>
                    <a:gd name="T102" fmla="*/ 107 w 152"/>
                    <a:gd name="T103" fmla="*/ 120 h 233"/>
                    <a:gd name="T104" fmla="*/ 104 w 152"/>
                    <a:gd name="T105" fmla="*/ 122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2" h="233">
                      <a:moveTo>
                        <a:pt x="151" y="0"/>
                      </a:moveTo>
                      <a:cubicBezTo>
                        <a:pt x="151" y="0"/>
                        <a:pt x="150" y="0"/>
                        <a:pt x="150" y="1"/>
                      </a:cubicBezTo>
                      <a:cubicBezTo>
                        <a:pt x="149" y="3"/>
                        <a:pt x="149" y="5"/>
                        <a:pt x="148" y="7"/>
                      </a:cubicBezTo>
                      <a:cubicBezTo>
                        <a:pt x="147" y="11"/>
                        <a:pt x="146" y="15"/>
                        <a:pt x="146" y="19"/>
                      </a:cubicBezTo>
                      <a:cubicBezTo>
                        <a:pt x="145" y="18"/>
                        <a:pt x="145" y="18"/>
                        <a:pt x="145" y="18"/>
                      </a:cubicBezTo>
                      <a:cubicBezTo>
                        <a:pt x="139" y="33"/>
                        <a:pt x="133" y="46"/>
                        <a:pt x="130" y="64"/>
                      </a:cubicBezTo>
                      <a:cubicBezTo>
                        <a:pt x="131" y="63"/>
                        <a:pt x="131" y="63"/>
                        <a:pt x="131" y="63"/>
                      </a:cubicBezTo>
                      <a:cubicBezTo>
                        <a:pt x="131" y="64"/>
                        <a:pt x="131" y="65"/>
                        <a:pt x="131" y="66"/>
                      </a:cubicBezTo>
                      <a:cubicBezTo>
                        <a:pt x="131" y="66"/>
                        <a:pt x="131" y="66"/>
                        <a:pt x="131" y="66"/>
                      </a:cubicBezTo>
                      <a:cubicBezTo>
                        <a:pt x="130" y="65"/>
                        <a:pt x="130" y="65"/>
                        <a:pt x="130" y="65"/>
                      </a:cubicBezTo>
                      <a:cubicBezTo>
                        <a:pt x="118" y="79"/>
                        <a:pt x="113" y="100"/>
                        <a:pt x="102" y="115"/>
                      </a:cubicBezTo>
                      <a:cubicBezTo>
                        <a:pt x="103" y="115"/>
                        <a:pt x="103" y="115"/>
                        <a:pt x="103" y="115"/>
                      </a:cubicBezTo>
                      <a:cubicBezTo>
                        <a:pt x="101" y="117"/>
                        <a:pt x="100" y="119"/>
                        <a:pt x="100" y="120"/>
                      </a:cubicBezTo>
                      <a:cubicBezTo>
                        <a:pt x="99" y="120"/>
                        <a:pt x="99" y="120"/>
                        <a:pt x="99" y="120"/>
                      </a:cubicBezTo>
                      <a:cubicBezTo>
                        <a:pt x="83" y="146"/>
                        <a:pt x="62" y="168"/>
                        <a:pt x="43" y="191"/>
                      </a:cubicBezTo>
                      <a:cubicBezTo>
                        <a:pt x="31" y="198"/>
                        <a:pt x="22" y="209"/>
                        <a:pt x="12" y="217"/>
                      </a:cubicBezTo>
                      <a:cubicBezTo>
                        <a:pt x="8" y="219"/>
                        <a:pt x="4" y="220"/>
                        <a:pt x="1" y="225"/>
                      </a:cubicBezTo>
                      <a:cubicBezTo>
                        <a:pt x="1" y="226"/>
                        <a:pt x="4" y="226"/>
                        <a:pt x="5" y="227"/>
                      </a:cubicBezTo>
                      <a:cubicBezTo>
                        <a:pt x="5" y="228"/>
                        <a:pt x="5" y="230"/>
                        <a:pt x="4" y="231"/>
                      </a:cubicBezTo>
                      <a:cubicBezTo>
                        <a:pt x="3" y="231"/>
                        <a:pt x="2" y="231"/>
                        <a:pt x="1" y="231"/>
                      </a:cubicBezTo>
                      <a:cubicBezTo>
                        <a:pt x="0" y="232"/>
                        <a:pt x="0" y="232"/>
                        <a:pt x="0" y="233"/>
                      </a:cubicBezTo>
                      <a:cubicBezTo>
                        <a:pt x="0" y="233"/>
                        <a:pt x="0" y="233"/>
                        <a:pt x="1" y="233"/>
                      </a:cubicBezTo>
                      <a:cubicBezTo>
                        <a:pt x="1" y="233"/>
                        <a:pt x="1" y="233"/>
                        <a:pt x="1" y="233"/>
                      </a:cubicBezTo>
                      <a:cubicBezTo>
                        <a:pt x="3" y="233"/>
                        <a:pt x="4" y="233"/>
                        <a:pt x="5" y="233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7" y="230"/>
                        <a:pt x="7" y="229"/>
                        <a:pt x="7" y="227"/>
                      </a:cubicBezTo>
                      <a:cubicBezTo>
                        <a:pt x="10" y="227"/>
                        <a:pt x="13" y="225"/>
                        <a:pt x="17" y="226"/>
                      </a:cubicBezTo>
                      <a:cubicBezTo>
                        <a:pt x="17" y="223"/>
                        <a:pt x="19" y="222"/>
                        <a:pt x="20" y="219"/>
                      </a:cubicBezTo>
                      <a:cubicBezTo>
                        <a:pt x="33" y="213"/>
                        <a:pt x="42" y="202"/>
                        <a:pt x="51" y="191"/>
                      </a:cubicBezTo>
                      <a:cubicBezTo>
                        <a:pt x="59" y="192"/>
                        <a:pt x="58" y="184"/>
                        <a:pt x="64" y="183"/>
                      </a:cubicBezTo>
                      <a:cubicBezTo>
                        <a:pt x="64" y="176"/>
                        <a:pt x="67" y="173"/>
                        <a:pt x="70" y="168"/>
                      </a:cubicBezTo>
                      <a:cubicBezTo>
                        <a:pt x="75" y="168"/>
                        <a:pt x="75" y="168"/>
                        <a:pt x="75" y="168"/>
                      </a:cubicBezTo>
                      <a:cubicBezTo>
                        <a:pt x="86" y="154"/>
                        <a:pt x="96" y="139"/>
                        <a:pt x="106" y="124"/>
                      </a:cubicBezTo>
                      <a:cubicBezTo>
                        <a:pt x="105" y="124"/>
                        <a:pt x="105" y="124"/>
                        <a:pt x="105" y="124"/>
                      </a:cubicBezTo>
                      <a:cubicBezTo>
                        <a:pt x="107" y="123"/>
                        <a:pt x="109" y="121"/>
                        <a:pt x="109" y="118"/>
                      </a:cubicBezTo>
                      <a:cubicBezTo>
                        <a:pt x="110" y="119"/>
                        <a:pt x="110" y="119"/>
                        <a:pt x="110" y="119"/>
                      </a:cubicBezTo>
                      <a:cubicBezTo>
                        <a:pt x="118" y="101"/>
                        <a:pt x="128" y="86"/>
                        <a:pt x="134" y="66"/>
                      </a:cubicBezTo>
                      <a:cubicBezTo>
                        <a:pt x="133" y="67"/>
                        <a:pt x="133" y="67"/>
                        <a:pt x="133" y="67"/>
                      </a:cubicBezTo>
                      <a:cubicBezTo>
                        <a:pt x="133" y="66"/>
                        <a:pt x="133" y="66"/>
                        <a:pt x="133" y="66"/>
                      </a:cubicBezTo>
                      <a:cubicBezTo>
                        <a:pt x="133" y="65"/>
                        <a:pt x="133" y="65"/>
                        <a:pt x="133" y="64"/>
                      </a:cubicBezTo>
                      <a:cubicBezTo>
                        <a:pt x="134" y="65"/>
                        <a:pt x="134" y="65"/>
                        <a:pt x="134" y="65"/>
                      </a:cubicBezTo>
                      <a:cubicBezTo>
                        <a:pt x="142" y="52"/>
                        <a:pt x="145" y="36"/>
                        <a:pt x="149" y="19"/>
                      </a:cubicBezTo>
                      <a:cubicBezTo>
                        <a:pt x="147" y="20"/>
                        <a:pt x="147" y="20"/>
                        <a:pt x="147" y="20"/>
                      </a:cubicBezTo>
                      <a:cubicBezTo>
                        <a:pt x="148" y="16"/>
                        <a:pt x="149" y="12"/>
                        <a:pt x="150" y="7"/>
                      </a:cubicBezTo>
                      <a:cubicBezTo>
                        <a:pt x="151" y="5"/>
                        <a:pt x="151" y="3"/>
                        <a:pt x="152" y="1"/>
                      </a:cubicBezTo>
                      <a:cubicBezTo>
                        <a:pt x="152" y="1"/>
                        <a:pt x="152" y="0"/>
                        <a:pt x="151" y="0"/>
                      </a:cubicBezTo>
                      <a:moveTo>
                        <a:pt x="104" y="122"/>
                      </a:moveTo>
                      <a:cubicBezTo>
                        <a:pt x="105" y="121"/>
                        <a:pt x="105" y="121"/>
                        <a:pt x="105" y="121"/>
                      </a:cubicBezTo>
                      <a:cubicBezTo>
                        <a:pt x="103" y="121"/>
                        <a:pt x="103" y="120"/>
                        <a:pt x="103" y="119"/>
                      </a:cubicBezTo>
                      <a:cubicBezTo>
                        <a:pt x="103" y="119"/>
                        <a:pt x="103" y="118"/>
                        <a:pt x="104" y="117"/>
                      </a:cubicBezTo>
                      <a:cubicBezTo>
                        <a:pt x="105" y="117"/>
                        <a:pt x="106" y="119"/>
                        <a:pt x="107" y="120"/>
                      </a:cubicBezTo>
                      <a:cubicBezTo>
                        <a:pt x="106" y="121"/>
                        <a:pt x="106" y="122"/>
                        <a:pt x="104" y="12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" name="Freeform 111"/>
                <p:cNvSpPr>
                  <a:spLocks noEditPoints="1"/>
                </p:cNvSpPr>
                <p:nvPr/>
              </p:nvSpPr>
              <p:spPr bwMode="auto">
                <a:xfrm>
                  <a:off x="774701" y="1366839"/>
                  <a:ext cx="73025" cy="68263"/>
                </a:xfrm>
                <a:custGeom>
                  <a:avLst/>
                  <a:gdLst>
                    <a:gd name="T0" fmla="*/ 17 w 32"/>
                    <a:gd name="T1" fmla="*/ 10 h 29"/>
                    <a:gd name="T2" fmla="*/ 13 w 32"/>
                    <a:gd name="T3" fmla="*/ 11 h 29"/>
                    <a:gd name="T4" fmla="*/ 11 w 32"/>
                    <a:gd name="T5" fmla="*/ 5 h 29"/>
                    <a:gd name="T6" fmla="*/ 0 w 32"/>
                    <a:gd name="T7" fmla="*/ 13 h 29"/>
                    <a:gd name="T8" fmla="*/ 17 w 32"/>
                    <a:gd name="T9" fmla="*/ 29 h 29"/>
                    <a:gd name="T10" fmla="*/ 21 w 32"/>
                    <a:gd name="T11" fmla="*/ 21 h 29"/>
                    <a:gd name="T12" fmla="*/ 32 w 32"/>
                    <a:gd name="T13" fmla="*/ 19 h 29"/>
                    <a:gd name="T14" fmla="*/ 31 w 32"/>
                    <a:gd name="T15" fmla="*/ 15 h 29"/>
                    <a:gd name="T16" fmla="*/ 30 w 32"/>
                    <a:gd name="T17" fmla="*/ 16 h 29"/>
                    <a:gd name="T18" fmla="*/ 27 w 32"/>
                    <a:gd name="T19" fmla="*/ 10 h 29"/>
                    <a:gd name="T20" fmla="*/ 28 w 32"/>
                    <a:gd name="T21" fmla="*/ 10 h 29"/>
                    <a:gd name="T22" fmla="*/ 16 w 32"/>
                    <a:gd name="T23" fmla="*/ 1 h 29"/>
                    <a:gd name="T24" fmla="*/ 19 w 32"/>
                    <a:gd name="T25" fmla="*/ 7 h 29"/>
                    <a:gd name="T26" fmla="*/ 19 w 32"/>
                    <a:gd name="T27" fmla="*/ 7 h 29"/>
                    <a:gd name="T28" fmla="*/ 17 w 32"/>
                    <a:gd name="T29" fmla="*/ 9 h 29"/>
                    <a:gd name="T30" fmla="*/ 17 w 32"/>
                    <a:gd name="T31" fmla="*/ 10 h 29"/>
                    <a:gd name="T32" fmla="*/ 25 w 32"/>
                    <a:gd name="T33" fmla="*/ 13 h 29"/>
                    <a:gd name="T34" fmla="*/ 26 w 32"/>
                    <a:gd name="T35" fmla="*/ 12 h 29"/>
                    <a:gd name="T36" fmla="*/ 28 w 32"/>
                    <a:gd name="T37" fmla="*/ 15 h 29"/>
                    <a:gd name="T38" fmla="*/ 19 w 32"/>
                    <a:gd name="T39" fmla="*/ 11 h 29"/>
                    <a:gd name="T40" fmla="*/ 19 w 32"/>
                    <a:gd name="T41" fmla="*/ 11 h 29"/>
                    <a:gd name="T42" fmla="*/ 19 w 32"/>
                    <a:gd name="T43" fmla="*/ 11 h 29"/>
                    <a:gd name="T44" fmla="*/ 20 w 32"/>
                    <a:gd name="T45" fmla="*/ 9 h 29"/>
                    <a:gd name="T46" fmla="*/ 25 w 32"/>
                    <a:gd name="T47" fmla="*/ 13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2" h="29">
                      <a:moveTo>
                        <a:pt x="17" y="10"/>
                      </a:moveTo>
                      <a:cubicBezTo>
                        <a:pt x="16" y="10"/>
                        <a:pt x="15" y="12"/>
                        <a:pt x="13" y="11"/>
                      </a:cubicBezTo>
                      <a:cubicBezTo>
                        <a:pt x="12" y="10"/>
                        <a:pt x="12" y="6"/>
                        <a:pt x="11" y="5"/>
                      </a:cubicBezTo>
                      <a:cubicBezTo>
                        <a:pt x="5" y="5"/>
                        <a:pt x="1" y="8"/>
                        <a:pt x="0" y="13"/>
                      </a:cubicBezTo>
                      <a:cubicBezTo>
                        <a:pt x="4" y="19"/>
                        <a:pt x="9" y="26"/>
                        <a:pt x="17" y="29"/>
                      </a:cubicBezTo>
                      <a:cubicBezTo>
                        <a:pt x="18" y="25"/>
                        <a:pt x="19" y="23"/>
                        <a:pt x="21" y="21"/>
                      </a:cubicBezTo>
                      <a:cubicBezTo>
                        <a:pt x="26" y="23"/>
                        <a:pt x="27" y="20"/>
                        <a:pt x="32" y="19"/>
                      </a:cubicBezTo>
                      <a:cubicBezTo>
                        <a:pt x="32" y="18"/>
                        <a:pt x="32" y="16"/>
                        <a:pt x="31" y="15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4"/>
                        <a:pt x="29" y="12"/>
                        <a:pt x="27" y="10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7" y="3"/>
                        <a:pt x="24" y="0"/>
                        <a:pt x="16" y="1"/>
                      </a:cubicBezTo>
                      <a:cubicBezTo>
                        <a:pt x="15" y="5"/>
                        <a:pt x="18" y="5"/>
                        <a:pt x="19" y="7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8" y="8"/>
                        <a:pt x="18" y="9"/>
                        <a:pt x="17" y="9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moveTo>
                        <a:pt x="25" y="13"/>
                      </a:moveTo>
                      <a:cubicBezTo>
                        <a:pt x="26" y="12"/>
                        <a:pt x="26" y="12"/>
                        <a:pt x="26" y="12"/>
                      </a:cubicBezTo>
                      <a:cubicBezTo>
                        <a:pt x="27" y="13"/>
                        <a:pt x="28" y="14"/>
                        <a:pt x="28" y="15"/>
                      </a:cubicBezTo>
                      <a:cubicBezTo>
                        <a:pt x="23" y="16"/>
                        <a:pt x="23" y="12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0"/>
                        <a:pt x="20" y="9"/>
                        <a:pt x="20" y="9"/>
                      </a:cubicBezTo>
                      <a:cubicBezTo>
                        <a:pt x="24" y="8"/>
                        <a:pt x="23" y="12"/>
                        <a:pt x="25" y="1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112"/>
                <p:cNvSpPr>
                  <a:spLocks/>
                </p:cNvSpPr>
                <p:nvPr/>
              </p:nvSpPr>
              <p:spPr bwMode="auto">
                <a:xfrm>
                  <a:off x="1028701" y="1641477"/>
                  <a:ext cx="12700" cy="11113"/>
                </a:xfrm>
                <a:custGeom>
                  <a:avLst/>
                  <a:gdLst>
                    <a:gd name="T0" fmla="*/ 3 w 5"/>
                    <a:gd name="T1" fmla="*/ 1 h 5"/>
                    <a:gd name="T2" fmla="*/ 2 w 5"/>
                    <a:gd name="T3" fmla="*/ 0 h 5"/>
                    <a:gd name="T4" fmla="*/ 0 w 5"/>
                    <a:gd name="T5" fmla="*/ 1 h 5"/>
                    <a:gd name="T6" fmla="*/ 0 w 5"/>
                    <a:gd name="T7" fmla="*/ 2 h 5"/>
                    <a:gd name="T8" fmla="*/ 1 w 5"/>
                    <a:gd name="T9" fmla="*/ 3 h 5"/>
                    <a:gd name="T10" fmla="*/ 3 w 5"/>
                    <a:gd name="T11" fmla="*/ 4 h 5"/>
                    <a:gd name="T12" fmla="*/ 4 w 5"/>
                    <a:gd name="T13" fmla="*/ 5 h 5"/>
                    <a:gd name="T14" fmla="*/ 5 w 5"/>
                    <a:gd name="T15" fmla="*/ 4 h 5"/>
                    <a:gd name="T16" fmla="*/ 4 w 5"/>
                    <a:gd name="T17" fmla="*/ 3 h 5"/>
                    <a:gd name="T18" fmla="*/ 3 w 5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5">
                      <a:moveTo>
                        <a:pt x="3" y="1"/>
                      </a:move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2" y="3"/>
                        <a:pt x="2" y="4"/>
                        <a:pt x="3" y="4"/>
                      </a:cubicBezTo>
                      <a:cubicBezTo>
                        <a:pt x="3" y="5"/>
                        <a:pt x="4" y="5"/>
                        <a:pt x="4" y="5"/>
                      </a:cubicBezTo>
                      <a:cubicBezTo>
                        <a:pt x="4" y="5"/>
                        <a:pt x="4" y="4"/>
                        <a:pt x="5" y="4"/>
                      </a:cubicBezTo>
                      <a:cubicBezTo>
                        <a:pt x="5" y="4"/>
                        <a:pt x="5" y="3"/>
                        <a:pt x="4" y="3"/>
                      </a:cubicBezTo>
                      <a:cubicBezTo>
                        <a:pt x="4" y="2"/>
                        <a:pt x="3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13"/>
                <p:cNvSpPr>
                  <a:spLocks/>
                </p:cNvSpPr>
                <p:nvPr/>
              </p:nvSpPr>
              <p:spPr bwMode="auto">
                <a:xfrm>
                  <a:off x="1841501" y="1652589"/>
                  <a:ext cx="207963" cy="139700"/>
                </a:xfrm>
                <a:custGeom>
                  <a:avLst/>
                  <a:gdLst>
                    <a:gd name="T0" fmla="*/ 86 w 90"/>
                    <a:gd name="T1" fmla="*/ 6 h 60"/>
                    <a:gd name="T2" fmla="*/ 89 w 90"/>
                    <a:gd name="T3" fmla="*/ 2 h 60"/>
                    <a:gd name="T4" fmla="*/ 89 w 90"/>
                    <a:gd name="T5" fmla="*/ 0 h 60"/>
                    <a:gd name="T6" fmla="*/ 88 w 90"/>
                    <a:gd name="T7" fmla="*/ 0 h 60"/>
                    <a:gd name="T8" fmla="*/ 84 w 90"/>
                    <a:gd name="T9" fmla="*/ 5 h 60"/>
                    <a:gd name="T10" fmla="*/ 76 w 90"/>
                    <a:gd name="T11" fmla="*/ 11 h 60"/>
                    <a:gd name="T12" fmla="*/ 77 w 90"/>
                    <a:gd name="T13" fmla="*/ 9 h 60"/>
                    <a:gd name="T14" fmla="*/ 67 w 90"/>
                    <a:gd name="T15" fmla="*/ 1 h 60"/>
                    <a:gd name="T16" fmla="*/ 57 w 90"/>
                    <a:gd name="T17" fmla="*/ 2 h 60"/>
                    <a:gd name="T18" fmla="*/ 53 w 90"/>
                    <a:gd name="T19" fmla="*/ 21 h 60"/>
                    <a:gd name="T20" fmla="*/ 48 w 90"/>
                    <a:gd name="T21" fmla="*/ 12 h 60"/>
                    <a:gd name="T22" fmla="*/ 48 w 90"/>
                    <a:gd name="T23" fmla="*/ 11 h 60"/>
                    <a:gd name="T24" fmla="*/ 47 w 90"/>
                    <a:gd name="T25" fmla="*/ 10 h 60"/>
                    <a:gd name="T26" fmla="*/ 46 w 90"/>
                    <a:gd name="T27" fmla="*/ 11 h 60"/>
                    <a:gd name="T28" fmla="*/ 46 w 90"/>
                    <a:gd name="T29" fmla="*/ 12 h 60"/>
                    <a:gd name="T30" fmla="*/ 42 w 90"/>
                    <a:gd name="T31" fmla="*/ 14 h 60"/>
                    <a:gd name="T32" fmla="*/ 38 w 90"/>
                    <a:gd name="T33" fmla="*/ 9 h 60"/>
                    <a:gd name="T34" fmla="*/ 30 w 90"/>
                    <a:gd name="T35" fmla="*/ 35 h 60"/>
                    <a:gd name="T36" fmla="*/ 30 w 90"/>
                    <a:gd name="T37" fmla="*/ 35 h 60"/>
                    <a:gd name="T38" fmla="*/ 28 w 90"/>
                    <a:gd name="T39" fmla="*/ 34 h 60"/>
                    <a:gd name="T40" fmla="*/ 29 w 90"/>
                    <a:gd name="T41" fmla="*/ 17 h 60"/>
                    <a:gd name="T42" fmla="*/ 6 w 90"/>
                    <a:gd name="T43" fmla="*/ 39 h 60"/>
                    <a:gd name="T44" fmla="*/ 18 w 90"/>
                    <a:gd name="T45" fmla="*/ 37 h 60"/>
                    <a:gd name="T46" fmla="*/ 2 w 90"/>
                    <a:gd name="T47" fmla="*/ 44 h 60"/>
                    <a:gd name="T48" fmla="*/ 2 w 90"/>
                    <a:gd name="T49" fmla="*/ 60 h 60"/>
                    <a:gd name="T50" fmla="*/ 24 w 90"/>
                    <a:gd name="T51" fmla="*/ 51 h 60"/>
                    <a:gd name="T52" fmla="*/ 22 w 90"/>
                    <a:gd name="T53" fmla="*/ 41 h 60"/>
                    <a:gd name="T54" fmla="*/ 27 w 90"/>
                    <a:gd name="T55" fmla="*/ 36 h 60"/>
                    <a:gd name="T56" fmla="*/ 27 w 90"/>
                    <a:gd name="T57" fmla="*/ 35 h 60"/>
                    <a:gd name="T58" fmla="*/ 30 w 90"/>
                    <a:gd name="T59" fmla="*/ 37 h 60"/>
                    <a:gd name="T60" fmla="*/ 30 w 90"/>
                    <a:gd name="T61" fmla="*/ 37 h 60"/>
                    <a:gd name="T62" fmla="*/ 29 w 90"/>
                    <a:gd name="T63" fmla="*/ 45 h 60"/>
                    <a:gd name="T64" fmla="*/ 78 w 90"/>
                    <a:gd name="T65" fmla="*/ 13 h 60"/>
                    <a:gd name="T66" fmla="*/ 77 w 90"/>
                    <a:gd name="T67" fmla="*/ 12 h 60"/>
                    <a:gd name="T68" fmla="*/ 86 w 90"/>
                    <a:gd name="T69" fmla="*/ 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90" h="60">
                      <a:moveTo>
                        <a:pt x="86" y="6"/>
                      </a:moveTo>
                      <a:cubicBezTo>
                        <a:pt x="87" y="4"/>
                        <a:pt x="88" y="3"/>
                        <a:pt x="89" y="2"/>
                      </a:cubicBezTo>
                      <a:cubicBezTo>
                        <a:pt x="90" y="1"/>
                        <a:pt x="90" y="1"/>
                        <a:pt x="89" y="0"/>
                      </a:cubicBezTo>
                      <a:cubicBezTo>
                        <a:pt x="89" y="0"/>
                        <a:pt x="88" y="0"/>
                        <a:pt x="88" y="0"/>
                      </a:cubicBezTo>
                      <a:cubicBezTo>
                        <a:pt x="86" y="2"/>
                        <a:pt x="85" y="3"/>
                        <a:pt x="84" y="5"/>
                      </a:cubicBezTo>
                      <a:cubicBezTo>
                        <a:pt x="82" y="8"/>
                        <a:pt x="80" y="10"/>
                        <a:pt x="76" y="11"/>
                      </a:cubicBezTo>
                      <a:cubicBezTo>
                        <a:pt x="77" y="9"/>
                        <a:pt x="77" y="9"/>
                        <a:pt x="77" y="9"/>
                      </a:cubicBezTo>
                      <a:cubicBezTo>
                        <a:pt x="72" y="8"/>
                        <a:pt x="67" y="7"/>
                        <a:pt x="67" y="1"/>
                      </a:cubicBezTo>
                      <a:cubicBezTo>
                        <a:pt x="64" y="1"/>
                        <a:pt x="59" y="0"/>
                        <a:pt x="57" y="2"/>
                      </a:cubicBezTo>
                      <a:cubicBezTo>
                        <a:pt x="58" y="8"/>
                        <a:pt x="56" y="17"/>
                        <a:pt x="53" y="21"/>
                      </a:cubicBezTo>
                      <a:cubicBezTo>
                        <a:pt x="50" y="19"/>
                        <a:pt x="53" y="12"/>
                        <a:pt x="48" y="12"/>
                      </a:cubicBezTo>
                      <a:cubicBezTo>
                        <a:pt x="48" y="11"/>
                        <a:pt x="48" y="11"/>
                        <a:pt x="48" y="11"/>
                      </a:cubicBezTo>
                      <a:cubicBezTo>
                        <a:pt x="48" y="11"/>
                        <a:pt x="47" y="10"/>
                        <a:pt x="47" y="10"/>
                      </a:cubicBezTo>
                      <a:cubicBezTo>
                        <a:pt x="46" y="10"/>
                        <a:pt x="46" y="11"/>
                        <a:pt x="46" y="11"/>
                      </a:cubicBezTo>
                      <a:cubicBezTo>
                        <a:pt x="46" y="12"/>
                        <a:pt x="46" y="12"/>
                        <a:pt x="46" y="12"/>
                      </a:cubicBezTo>
                      <a:cubicBezTo>
                        <a:pt x="44" y="12"/>
                        <a:pt x="44" y="14"/>
                        <a:pt x="42" y="14"/>
                      </a:cubicBezTo>
                      <a:cubicBezTo>
                        <a:pt x="41" y="13"/>
                        <a:pt x="41" y="9"/>
                        <a:pt x="38" y="9"/>
                      </a:cubicBezTo>
                      <a:cubicBezTo>
                        <a:pt x="29" y="13"/>
                        <a:pt x="37" y="32"/>
                        <a:pt x="30" y="35"/>
                      </a:cubicBezTo>
                      <a:cubicBezTo>
                        <a:pt x="30" y="35"/>
                        <a:pt x="30" y="35"/>
                        <a:pt x="30" y="35"/>
                      </a:cubicBezTo>
                      <a:cubicBezTo>
                        <a:pt x="29" y="34"/>
                        <a:pt x="29" y="34"/>
                        <a:pt x="28" y="34"/>
                      </a:cubicBezTo>
                      <a:cubicBezTo>
                        <a:pt x="28" y="28"/>
                        <a:pt x="30" y="20"/>
                        <a:pt x="29" y="17"/>
                      </a:cubicBezTo>
                      <a:cubicBezTo>
                        <a:pt x="21" y="25"/>
                        <a:pt x="2" y="25"/>
                        <a:pt x="6" y="39"/>
                      </a:cubicBezTo>
                      <a:cubicBezTo>
                        <a:pt x="9" y="39"/>
                        <a:pt x="14" y="33"/>
                        <a:pt x="18" y="37"/>
                      </a:cubicBezTo>
                      <a:cubicBezTo>
                        <a:pt x="13" y="40"/>
                        <a:pt x="9" y="44"/>
                        <a:pt x="2" y="44"/>
                      </a:cubicBezTo>
                      <a:cubicBezTo>
                        <a:pt x="2" y="48"/>
                        <a:pt x="0" y="55"/>
                        <a:pt x="2" y="60"/>
                      </a:cubicBezTo>
                      <a:cubicBezTo>
                        <a:pt x="10" y="58"/>
                        <a:pt x="16" y="53"/>
                        <a:pt x="24" y="51"/>
                      </a:cubicBezTo>
                      <a:cubicBezTo>
                        <a:pt x="26" y="45"/>
                        <a:pt x="22" y="45"/>
                        <a:pt x="22" y="41"/>
                      </a:cubicBezTo>
                      <a:cubicBezTo>
                        <a:pt x="25" y="41"/>
                        <a:pt x="25" y="37"/>
                        <a:pt x="27" y="36"/>
                      </a:cubicBezTo>
                      <a:cubicBezTo>
                        <a:pt x="27" y="35"/>
                        <a:pt x="27" y="35"/>
                        <a:pt x="27" y="35"/>
                      </a:cubicBezTo>
                      <a:cubicBezTo>
                        <a:pt x="28" y="36"/>
                        <a:pt x="29" y="37"/>
                        <a:pt x="30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28" y="39"/>
                        <a:pt x="28" y="42"/>
                        <a:pt x="29" y="45"/>
                      </a:cubicBezTo>
                      <a:cubicBezTo>
                        <a:pt x="49" y="39"/>
                        <a:pt x="63" y="25"/>
                        <a:pt x="78" y="13"/>
                      </a:cubicBezTo>
                      <a:cubicBezTo>
                        <a:pt x="77" y="12"/>
                        <a:pt x="77" y="12"/>
                        <a:pt x="77" y="12"/>
                      </a:cubicBezTo>
                      <a:cubicBezTo>
                        <a:pt x="82" y="12"/>
                        <a:pt x="84" y="9"/>
                        <a:pt x="86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" name="Freeform 114"/>
                <p:cNvSpPr>
                  <a:spLocks/>
                </p:cNvSpPr>
                <p:nvPr/>
              </p:nvSpPr>
              <p:spPr bwMode="auto">
                <a:xfrm>
                  <a:off x="1600201" y="1801814"/>
                  <a:ext cx="17463" cy="11113"/>
                </a:xfrm>
                <a:custGeom>
                  <a:avLst/>
                  <a:gdLst>
                    <a:gd name="T0" fmla="*/ 7 w 8"/>
                    <a:gd name="T1" fmla="*/ 1 h 5"/>
                    <a:gd name="T2" fmla="*/ 5 w 8"/>
                    <a:gd name="T3" fmla="*/ 1 h 5"/>
                    <a:gd name="T4" fmla="*/ 0 w 8"/>
                    <a:gd name="T5" fmla="*/ 4 h 5"/>
                    <a:gd name="T6" fmla="*/ 0 w 8"/>
                    <a:gd name="T7" fmla="*/ 5 h 5"/>
                    <a:gd name="T8" fmla="*/ 1 w 8"/>
                    <a:gd name="T9" fmla="*/ 5 h 5"/>
                    <a:gd name="T10" fmla="*/ 2 w 8"/>
                    <a:gd name="T11" fmla="*/ 5 h 5"/>
                    <a:gd name="T12" fmla="*/ 5 w 8"/>
                    <a:gd name="T13" fmla="*/ 3 h 5"/>
                    <a:gd name="T14" fmla="*/ 7 w 8"/>
                    <a:gd name="T15" fmla="*/ 2 h 5"/>
                    <a:gd name="T16" fmla="*/ 8 w 8"/>
                    <a:gd name="T17" fmla="*/ 1 h 5"/>
                    <a:gd name="T18" fmla="*/ 7 w 8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5">
                      <a:moveTo>
                        <a:pt x="7" y="1"/>
                      </a:move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3" y="1"/>
                        <a:pt x="1" y="2"/>
                        <a:pt x="0" y="4"/>
                      </a:cubicBezTo>
                      <a:cubicBezTo>
                        <a:pt x="0" y="4"/>
                        <a:pt x="0" y="5"/>
                        <a:pt x="0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3"/>
                        <a:pt x="7" y="2"/>
                      </a:cubicBezTo>
                      <a:cubicBezTo>
                        <a:pt x="8" y="2"/>
                        <a:pt x="8" y="2"/>
                        <a:pt x="8" y="1"/>
                      </a:cubicBezTo>
                      <a:cubicBezTo>
                        <a:pt x="8" y="1"/>
                        <a:pt x="7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15"/>
                <p:cNvSpPr>
                  <a:spLocks noEditPoints="1"/>
                </p:cNvSpPr>
                <p:nvPr/>
              </p:nvSpPr>
              <p:spPr bwMode="auto">
                <a:xfrm>
                  <a:off x="1717676" y="1728789"/>
                  <a:ext cx="128588" cy="104775"/>
                </a:xfrm>
                <a:custGeom>
                  <a:avLst/>
                  <a:gdLst>
                    <a:gd name="T0" fmla="*/ 44 w 55"/>
                    <a:gd name="T1" fmla="*/ 9 h 45"/>
                    <a:gd name="T2" fmla="*/ 45 w 55"/>
                    <a:gd name="T3" fmla="*/ 10 h 45"/>
                    <a:gd name="T4" fmla="*/ 41 w 55"/>
                    <a:gd name="T5" fmla="*/ 7 h 45"/>
                    <a:gd name="T6" fmla="*/ 41 w 55"/>
                    <a:gd name="T7" fmla="*/ 8 h 45"/>
                    <a:gd name="T8" fmla="*/ 37 w 55"/>
                    <a:gd name="T9" fmla="*/ 8 h 45"/>
                    <a:gd name="T10" fmla="*/ 11 w 55"/>
                    <a:gd name="T11" fmla="*/ 20 h 45"/>
                    <a:gd name="T12" fmla="*/ 10 w 55"/>
                    <a:gd name="T13" fmla="*/ 19 h 45"/>
                    <a:gd name="T14" fmla="*/ 12 w 55"/>
                    <a:gd name="T15" fmla="*/ 27 h 45"/>
                    <a:gd name="T16" fmla="*/ 11 w 55"/>
                    <a:gd name="T17" fmla="*/ 22 h 45"/>
                    <a:gd name="T18" fmla="*/ 12 w 55"/>
                    <a:gd name="T19" fmla="*/ 23 h 45"/>
                    <a:gd name="T20" fmla="*/ 12 w 55"/>
                    <a:gd name="T21" fmla="*/ 30 h 45"/>
                    <a:gd name="T22" fmla="*/ 20 w 55"/>
                    <a:gd name="T23" fmla="*/ 37 h 45"/>
                    <a:gd name="T24" fmla="*/ 45 w 55"/>
                    <a:gd name="T25" fmla="*/ 31 h 45"/>
                    <a:gd name="T26" fmla="*/ 44 w 55"/>
                    <a:gd name="T27" fmla="*/ 29 h 45"/>
                    <a:gd name="T28" fmla="*/ 45 w 55"/>
                    <a:gd name="T29" fmla="*/ 25 h 45"/>
                    <a:gd name="T30" fmla="*/ 47 w 55"/>
                    <a:gd name="T31" fmla="*/ 24 h 45"/>
                    <a:gd name="T32" fmla="*/ 40 w 55"/>
                    <a:gd name="T33" fmla="*/ 14 h 45"/>
                    <a:gd name="T34" fmla="*/ 39 w 55"/>
                    <a:gd name="T35" fmla="*/ 11 h 45"/>
                    <a:gd name="T36" fmla="*/ 41 w 55"/>
                    <a:gd name="T37" fmla="*/ 10 h 45"/>
                    <a:gd name="T38" fmla="*/ 30 w 55"/>
                    <a:gd name="T39" fmla="*/ 32 h 45"/>
                    <a:gd name="T40" fmla="*/ 29 w 55"/>
                    <a:gd name="T41" fmla="*/ 31 h 45"/>
                    <a:gd name="T42" fmla="*/ 32 w 55"/>
                    <a:gd name="T43" fmla="*/ 31 h 45"/>
                    <a:gd name="T44" fmla="*/ 31 w 55"/>
                    <a:gd name="T45" fmla="*/ 28 h 45"/>
                    <a:gd name="T46" fmla="*/ 37 w 55"/>
                    <a:gd name="T47" fmla="*/ 26 h 45"/>
                    <a:gd name="T48" fmla="*/ 37 w 55"/>
                    <a:gd name="T49" fmla="*/ 27 h 45"/>
                    <a:gd name="T50" fmla="*/ 40 w 55"/>
                    <a:gd name="T51" fmla="*/ 23 h 45"/>
                    <a:gd name="T52" fmla="*/ 44 w 55"/>
                    <a:gd name="T53" fmla="*/ 23 h 45"/>
                    <a:gd name="T54" fmla="*/ 43 w 55"/>
                    <a:gd name="T55" fmla="*/ 25 h 45"/>
                    <a:gd name="T56" fmla="*/ 42 w 55"/>
                    <a:gd name="T57" fmla="*/ 28 h 45"/>
                    <a:gd name="T58" fmla="*/ 40 w 55"/>
                    <a:gd name="T59" fmla="*/ 26 h 45"/>
                    <a:gd name="T60" fmla="*/ 39 w 55"/>
                    <a:gd name="T61" fmla="*/ 26 h 45"/>
                    <a:gd name="T62" fmla="*/ 40 w 55"/>
                    <a:gd name="T63" fmla="*/ 2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5" h="45">
                      <a:moveTo>
                        <a:pt x="41" y="10"/>
                      </a:moveTo>
                      <a:cubicBezTo>
                        <a:pt x="42" y="10"/>
                        <a:pt x="43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51" y="9"/>
                        <a:pt x="55" y="8"/>
                        <a:pt x="55" y="2"/>
                      </a:cubicBezTo>
                      <a:cubicBezTo>
                        <a:pt x="51" y="0"/>
                        <a:pt x="43" y="3"/>
                        <a:pt x="41" y="7"/>
                      </a:cubicBezTo>
                      <a:cubicBezTo>
                        <a:pt x="42" y="7"/>
                        <a:pt x="42" y="7"/>
                        <a:pt x="42" y="7"/>
                      </a:cubicBezTo>
                      <a:cubicBezTo>
                        <a:pt x="42" y="8"/>
                        <a:pt x="41" y="8"/>
                        <a:pt x="41" y="8"/>
                      </a:cubicBezTo>
                      <a:cubicBezTo>
                        <a:pt x="40" y="8"/>
                        <a:pt x="39" y="9"/>
                        <a:pt x="38" y="10"/>
                      </a:cubicBezTo>
                      <a:cubicBezTo>
                        <a:pt x="37" y="8"/>
                        <a:pt x="37" y="8"/>
                        <a:pt x="37" y="8"/>
                      </a:cubicBezTo>
                      <a:cubicBezTo>
                        <a:pt x="31" y="16"/>
                        <a:pt x="18" y="11"/>
                        <a:pt x="10" y="19"/>
                      </a:cubicBezTo>
                      <a:cubicBezTo>
                        <a:pt x="11" y="20"/>
                        <a:pt x="11" y="20"/>
                        <a:pt x="11" y="20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0" y="27"/>
                        <a:pt x="5" y="28"/>
                        <a:pt x="12" y="27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1" y="22"/>
                        <a:pt x="11" y="22"/>
                        <a:pt x="11" y="22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7" y="28"/>
                        <a:pt x="11" y="25"/>
                        <a:pt x="12" y="30"/>
                      </a:cubicBezTo>
                      <a:cubicBezTo>
                        <a:pt x="12" y="32"/>
                        <a:pt x="14" y="32"/>
                        <a:pt x="13" y="35"/>
                      </a:cubicBezTo>
                      <a:cubicBezTo>
                        <a:pt x="16" y="35"/>
                        <a:pt x="19" y="32"/>
                        <a:pt x="20" y="37"/>
                      </a:cubicBezTo>
                      <a:cubicBezTo>
                        <a:pt x="19" y="39"/>
                        <a:pt x="13" y="36"/>
                        <a:pt x="14" y="41"/>
                      </a:cubicBezTo>
                      <a:cubicBezTo>
                        <a:pt x="22" y="45"/>
                        <a:pt x="37" y="35"/>
                        <a:pt x="45" y="31"/>
                      </a:cubicBezTo>
                      <a:cubicBezTo>
                        <a:pt x="43" y="30"/>
                        <a:pt x="43" y="30"/>
                        <a:pt x="43" y="30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5" y="29"/>
                        <a:pt x="45" y="29"/>
                        <a:pt x="45" y="29"/>
                      </a:cubicBezTo>
                      <a:cubicBezTo>
                        <a:pt x="45" y="28"/>
                        <a:pt x="45" y="26"/>
                        <a:pt x="45" y="25"/>
                      </a:cubicBezTo>
                      <a:cubicBezTo>
                        <a:pt x="46" y="25"/>
                        <a:pt x="46" y="24"/>
                        <a:pt x="46" y="24"/>
                      </a:cubicBezTo>
                      <a:cubicBezTo>
                        <a:pt x="47" y="24"/>
                        <a:pt x="47" y="24"/>
                        <a:pt x="47" y="24"/>
                      </a:cubicBezTo>
                      <a:cubicBezTo>
                        <a:pt x="48" y="22"/>
                        <a:pt x="51" y="20"/>
                        <a:pt x="51" y="16"/>
                      </a:cubicBezTo>
                      <a:cubicBezTo>
                        <a:pt x="49" y="13"/>
                        <a:pt x="41" y="17"/>
                        <a:pt x="40" y="14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40" y="11"/>
                        <a:pt x="40" y="10"/>
                        <a:pt x="41" y="10"/>
                      </a:cubicBezTo>
                      <a:moveTo>
                        <a:pt x="29" y="31"/>
                      </a:moveTo>
                      <a:cubicBezTo>
                        <a:pt x="30" y="32"/>
                        <a:pt x="30" y="32"/>
                        <a:pt x="30" y="32"/>
                      </a:cubicBezTo>
                      <a:cubicBezTo>
                        <a:pt x="29" y="32"/>
                        <a:pt x="27" y="32"/>
                        <a:pt x="25" y="34"/>
                      </a:cubicBezTo>
                      <a:cubicBezTo>
                        <a:pt x="25" y="31"/>
                        <a:pt x="26" y="31"/>
                        <a:pt x="29" y="31"/>
                      </a:cubicBezTo>
                      <a:moveTo>
                        <a:pt x="32" y="30"/>
                      </a:moveTo>
                      <a:cubicBezTo>
                        <a:pt x="32" y="31"/>
                        <a:pt x="32" y="31"/>
                        <a:pt x="32" y="31"/>
                      </a:cubicBez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1" y="28"/>
                        <a:pt x="31" y="28"/>
                        <a:pt x="31" y="28"/>
                      </a:cubicBezTo>
                      <a:cubicBezTo>
                        <a:pt x="32" y="27"/>
                        <a:pt x="34" y="27"/>
                        <a:pt x="37" y="27"/>
                      </a:cubicBezTo>
                      <a:cubicBezTo>
                        <a:pt x="37" y="26"/>
                        <a:pt x="37" y="26"/>
                        <a:pt x="37" y="26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cubicBezTo>
                        <a:pt x="37" y="27"/>
                        <a:pt x="37" y="27"/>
                        <a:pt x="37" y="27"/>
                      </a:cubicBezTo>
                      <a:cubicBezTo>
                        <a:pt x="37" y="29"/>
                        <a:pt x="35" y="30"/>
                        <a:pt x="32" y="30"/>
                      </a:cubicBezTo>
                      <a:moveTo>
                        <a:pt x="40" y="23"/>
                      </a:moveTo>
                      <a:cubicBezTo>
                        <a:pt x="43" y="23"/>
                        <a:pt x="43" y="23"/>
                        <a:pt x="43" y="23"/>
                      </a:cubicBezTo>
                      <a:cubicBezTo>
                        <a:pt x="44" y="23"/>
                        <a:pt x="44" y="23"/>
                        <a:pt x="44" y="23"/>
                      </a:cubicBezTo>
                      <a:cubicBezTo>
                        <a:pt x="44" y="24"/>
                        <a:pt x="44" y="24"/>
                        <a:pt x="44" y="24"/>
                      </a:cubicBezTo>
                      <a:cubicBezTo>
                        <a:pt x="44" y="24"/>
                        <a:pt x="44" y="24"/>
                        <a:pt x="43" y="25"/>
                      </a:cubicBezTo>
                      <a:cubicBezTo>
                        <a:pt x="43" y="26"/>
                        <a:pt x="43" y="27"/>
                        <a:pt x="43" y="28"/>
                      </a:cubicBezTo>
                      <a:cubicBezTo>
                        <a:pt x="42" y="28"/>
                        <a:pt x="42" y="28"/>
                        <a:pt x="42" y="28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39" y="26"/>
                        <a:pt x="39" y="26"/>
                        <a:pt x="39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lnTo>
                        <a:pt x="40" y="2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" name="Freeform 127"/>
                <p:cNvSpPr>
                  <a:spLocks/>
                </p:cNvSpPr>
                <p:nvPr/>
              </p:nvSpPr>
              <p:spPr bwMode="auto">
                <a:xfrm>
                  <a:off x="1817688" y="808039"/>
                  <a:ext cx="0" cy="6350"/>
                </a:xfrm>
                <a:custGeom>
                  <a:avLst/>
                  <a:gdLst>
                    <a:gd name="T0" fmla="*/ 1 h 4"/>
                    <a:gd name="T1" fmla="*/ 0 h 4"/>
                    <a:gd name="T2" fmla="*/ 0 h 4"/>
                    <a:gd name="T3" fmla="*/ 1 h 4"/>
                    <a:gd name="T4" fmla="*/ 4 h 4"/>
                    <a:gd name="T5" fmla="*/ 4 h 4"/>
                    <a:gd name="T6" fmla="*/ 1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4">
                      <a:moveTo>
                        <a:pt x="0" y="1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" name="Freeform 135"/>
                <p:cNvSpPr>
                  <a:spLocks/>
                </p:cNvSpPr>
                <p:nvPr/>
              </p:nvSpPr>
              <p:spPr bwMode="auto">
                <a:xfrm>
                  <a:off x="1581151" y="765177"/>
                  <a:ext cx="11113" cy="9525"/>
                </a:xfrm>
                <a:custGeom>
                  <a:avLst/>
                  <a:gdLst>
                    <a:gd name="T0" fmla="*/ 0 w 5"/>
                    <a:gd name="T1" fmla="*/ 3 h 4"/>
                    <a:gd name="T2" fmla="*/ 4 w 5"/>
                    <a:gd name="T3" fmla="*/ 4 h 4"/>
                    <a:gd name="T4" fmla="*/ 1 w 5"/>
                    <a:gd name="T5" fmla="*/ 4 h 4"/>
                    <a:gd name="T6" fmla="*/ 1 w 5"/>
                    <a:gd name="T7" fmla="*/ 3 h 4"/>
                    <a:gd name="T8" fmla="*/ 0 w 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0" y="0"/>
                        <a:pt x="5" y="2"/>
                        <a:pt x="4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" name="Freeform 141"/>
                <p:cNvSpPr>
                  <a:spLocks/>
                </p:cNvSpPr>
                <p:nvPr/>
              </p:nvSpPr>
              <p:spPr bwMode="auto">
                <a:xfrm>
                  <a:off x="1576388" y="1282702"/>
                  <a:ext cx="15875" cy="14288"/>
                </a:xfrm>
                <a:custGeom>
                  <a:avLst/>
                  <a:gdLst>
                    <a:gd name="T0" fmla="*/ 3 w 7"/>
                    <a:gd name="T1" fmla="*/ 0 h 6"/>
                    <a:gd name="T2" fmla="*/ 4 w 7"/>
                    <a:gd name="T3" fmla="*/ 0 h 6"/>
                    <a:gd name="T4" fmla="*/ 7 w 7"/>
                    <a:gd name="T5" fmla="*/ 6 h 6"/>
                    <a:gd name="T6" fmla="*/ 0 w 7"/>
                    <a:gd name="T7" fmla="*/ 4 h 6"/>
                    <a:gd name="T8" fmla="*/ 2 w 7"/>
                    <a:gd name="T9" fmla="*/ 0 h 6"/>
                    <a:gd name="T10" fmla="*/ 3 w 7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3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2"/>
                        <a:pt x="7" y="3"/>
                        <a:pt x="7" y="6"/>
                      </a:cubicBezTo>
                      <a:cubicBezTo>
                        <a:pt x="5" y="5"/>
                        <a:pt x="2" y="5"/>
                        <a:pt x="0" y="4"/>
                      </a:cubicBezTo>
                      <a:cubicBezTo>
                        <a:pt x="1" y="3"/>
                        <a:pt x="1" y="1"/>
                        <a:pt x="2" y="0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Freeform 146"/>
                <p:cNvSpPr>
                  <a:spLocks/>
                </p:cNvSpPr>
                <p:nvPr/>
              </p:nvSpPr>
              <p:spPr bwMode="auto">
                <a:xfrm>
                  <a:off x="1501776" y="1276352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0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Freeform 147"/>
                <p:cNvSpPr>
                  <a:spLocks/>
                </p:cNvSpPr>
                <p:nvPr/>
              </p:nvSpPr>
              <p:spPr bwMode="auto">
                <a:xfrm>
                  <a:off x="1576388" y="13271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48"/>
                <p:cNvSpPr>
                  <a:spLocks/>
                </p:cNvSpPr>
                <p:nvPr/>
              </p:nvSpPr>
              <p:spPr bwMode="auto">
                <a:xfrm>
                  <a:off x="1435101" y="739777"/>
                  <a:ext cx="6350" cy="4763"/>
                </a:xfrm>
                <a:custGeom>
                  <a:avLst/>
                  <a:gdLst>
                    <a:gd name="T0" fmla="*/ 3 w 3"/>
                    <a:gd name="T1" fmla="*/ 0 h 2"/>
                    <a:gd name="T2" fmla="*/ 0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0"/>
                      </a:moveTo>
                      <a:cubicBezTo>
                        <a:pt x="2" y="1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Freeform 149"/>
                <p:cNvSpPr>
                  <a:spLocks/>
                </p:cNvSpPr>
                <p:nvPr/>
              </p:nvSpPr>
              <p:spPr bwMode="auto">
                <a:xfrm>
                  <a:off x="1446213" y="788989"/>
                  <a:ext cx="12700" cy="9525"/>
                </a:xfrm>
                <a:custGeom>
                  <a:avLst/>
                  <a:gdLst>
                    <a:gd name="T0" fmla="*/ 0 w 5"/>
                    <a:gd name="T1" fmla="*/ 3 h 4"/>
                    <a:gd name="T2" fmla="*/ 3 w 5"/>
                    <a:gd name="T3" fmla="*/ 1 h 4"/>
                    <a:gd name="T4" fmla="*/ 5 w 5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2" y="4"/>
                        <a:pt x="3" y="2"/>
                        <a:pt x="3" y="1"/>
                      </a:cubicBezTo>
                      <a:cubicBezTo>
                        <a:pt x="4" y="0"/>
                        <a:pt x="5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50"/>
                <p:cNvSpPr>
                  <a:spLocks/>
                </p:cNvSpPr>
                <p:nvPr/>
              </p:nvSpPr>
              <p:spPr bwMode="auto">
                <a:xfrm>
                  <a:off x="1409701" y="849314"/>
                  <a:ext cx="1588" cy="1588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Freeform 151"/>
                <p:cNvSpPr>
                  <a:spLocks/>
                </p:cNvSpPr>
                <p:nvPr/>
              </p:nvSpPr>
              <p:spPr bwMode="auto">
                <a:xfrm>
                  <a:off x="1560513" y="820739"/>
                  <a:ext cx="4763" cy="7938"/>
                </a:xfrm>
                <a:custGeom>
                  <a:avLst/>
                  <a:gdLst>
                    <a:gd name="T0" fmla="*/ 2 w 2"/>
                    <a:gd name="T1" fmla="*/ 3 h 3"/>
                    <a:gd name="T2" fmla="*/ 0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1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5" name="Freeform 152"/>
                <p:cNvSpPr>
                  <a:spLocks/>
                </p:cNvSpPr>
                <p:nvPr/>
              </p:nvSpPr>
              <p:spPr bwMode="auto">
                <a:xfrm>
                  <a:off x="1597026" y="782639"/>
                  <a:ext cx="9525" cy="7938"/>
                </a:xfrm>
                <a:custGeom>
                  <a:avLst/>
                  <a:gdLst>
                    <a:gd name="T0" fmla="*/ 0 w 4"/>
                    <a:gd name="T1" fmla="*/ 0 h 4"/>
                    <a:gd name="T2" fmla="*/ 4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cubicBezTo>
                        <a:pt x="2" y="1"/>
                        <a:pt x="4" y="2"/>
                        <a:pt x="4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Freeform 153"/>
                <p:cNvSpPr>
                  <a:spLocks/>
                </p:cNvSpPr>
                <p:nvPr/>
              </p:nvSpPr>
              <p:spPr bwMode="auto">
                <a:xfrm>
                  <a:off x="1390651" y="812802"/>
                  <a:ext cx="7938" cy="1588"/>
                </a:xfrm>
                <a:custGeom>
                  <a:avLst/>
                  <a:gdLst>
                    <a:gd name="T0" fmla="*/ 3 w 3"/>
                    <a:gd name="T1" fmla="*/ 0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Freeform 154"/>
                <p:cNvSpPr>
                  <a:spLocks/>
                </p:cNvSpPr>
                <p:nvPr/>
              </p:nvSpPr>
              <p:spPr bwMode="auto">
                <a:xfrm>
                  <a:off x="1420813" y="819152"/>
                  <a:ext cx="3175" cy="6350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55"/>
                <p:cNvSpPr>
                  <a:spLocks/>
                </p:cNvSpPr>
                <p:nvPr/>
              </p:nvSpPr>
              <p:spPr bwMode="auto">
                <a:xfrm>
                  <a:off x="1463676" y="733427"/>
                  <a:ext cx="17463" cy="4763"/>
                </a:xfrm>
                <a:custGeom>
                  <a:avLst/>
                  <a:gdLst>
                    <a:gd name="T0" fmla="*/ 0 w 8"/>
                    <a:gd name="T1" fmla="*/ 2 h 2"/>
                    <a:gd name="T2" fmla="*/ 8 w 8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2">
                      <a:moveTo>
                        <a:pt x="0" y="2"/>
                      </a:moveTo>
                      <a:cubicBezTo>
                        <a:pt x="2" y="0"/>
                        <a:pt x="5" y="1"/>
                        <a:pt x="8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156"/>
                <p:cNvSpPr>
                  <a:spLocks/>
                </p:cNvSpPr>
                <p:nvPr/>
              </p:nvSpPr>
              <p:spPr bwMode="auto">
                <a:xfrm>
                  <a:off x="1436688" y="941389"/>
                  <a:ext cx="7938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1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Freeform 157"/>
                <p:cNvSpPr>
                  <a:spLocks/>
                </p:cNvSpPr>
                <p:nvPr/>
              </p:nvSpPr>
              <p:spPr bwMode="auto">
                <a:xfrm>
                  <a:off x="1425576" y="995364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1" y="2"/>
                        <a:pt x="3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58"/>
                <p:cNvSpPr>
                  <a:spLocks/>
                </p:cNvSpPr>
                <p:nvPr/>
              </p:nvSpPr>
              <p:spPr bwMode="auto">
                <a:xfrm>
                  <a:off x="1574801" y="846139"/>
                  <a:ext cx="6350" cy="4763"/>
                </a:xfrm>
                <a:custGeom>
                  <a:avLst/>
                  <a:gdLst>
                    <a:gd name="T0" fmla="*/ 0 w 3"/>
                    <a:gd name="T1" fmla="*/ 0 h 2"/>
                    <a:gd name="T2" fmla="*/ 3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cubicBezTo>
                        <a:pt x="1" y="0"/>
                        <a:pt x="2" y="1"/>
                        <a:pt x="3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Freeform 159"/>
                <p:cNvSpPr>
                  <a:spLocks/>
                </p:cNvSpPr>
                <p:nvPr/>
              </p:nvSpPr>
              <p:spPr bwMode="auto">
                <a:xfrm>
                  <a:off x="1368426" y="850902"/>
                  <a:ext cx="4763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60"/>
                <p:cNvSpPr>
                  <a:spLocks/>
                </p:cNvSpPr>
                <p:nvPr/>
              </p:nvSpPr>
              <p:spPr bwMode="auto">
                <a:xfrm>
                  <a:off x="1466851" y="963614"/>
                  <a:ext cx="4763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Freeform 161"/>
                <p:cNvSpPr>
                  <a:spLocks/>
                </p:cNvSpPr>
                <p:nvPr/>
              </p:nvSpPr>
              <p:spPr bwMode="auto">
                <a:xfrm>
                  <a:off x="1489076" y="963614"/>
                  <a:ext cx="11113" cy="1588"/>
                </a:xfrm>
                <a:custGeom>
                  <a:avLst/>
                  <a:gdLst>
                    <a:gd name="T0" fmla="*/ 5 w 5"/>
                    <a:gd name="T1" fmla="*/ 1 h 1"/>
                    <a:gd name="T2" fmla="*/ 0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cubicBezTo>
                        <a:pt x="4" y="0"/>
                        <a:pt x="2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Freeform 162"/>
                <p:cNvSpPr>
                  <a:spLocks/>
                </p:cNvSpPr>
                <p:nvPr/>
              </p:nvSpPr>
              <p:spPr bwMode="auto">
                <a:xfrm>
                  <a:off x="1511301" y="10096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163"/>
                <p:cNvSpPr>
                  <a:spLocks/>
                </p:cNvSpPr>
                <p:nvPr/>
              </p:nvSpPr>
              <p:spPr bwMode="auto">
                <a:xfrm>
                  <a:off x="1768476" y="742952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164"/>
                <p:cNvSpPr>
                  <a:spLocks/>
                </p:cNvSpPr>
                <p:nvPr/>
              </p:nvSpPr>
              <p:spPr bwMode="auto">
                <a:xfrm>
                  <a:off x="1782763" y="763589"/>
                  <a:ext cx="0" cy="1588"/>
                </a:xfrm>
                <a:custGeom>
                  <a:avLst/>
                  <a:gdLst>
                    <a:gd name="T0" fmla="*/ 1 h 1"/>
                    <a:gd name="T1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Freeform 165"/>
                <p:cNvSpPr>
                  <a:spLocks/>
                </p:cNvSpPr>
                <p:nvPr/>
              </p:nvSpPr>
              <p:spPr bwMode="auto">
                <a:xfrm>
                  <a:off x="1838326" y="784227"/>
                  <a:ext cx="7938" cy="14288"/>
                </a:xfrm>
                <a:custGeom>
                  <a:avLst/>
                  <a:gdLst>
                    <a:gd name="T0" fmla="*/ 0 w 3"/>
                    <a:gd name="T1" fmla="*/ 0 h 6"/>
                    <a:gd name="T2" fmla="*/ 3 w 3"/>
                    <a:gd name="T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6">
                      <a:moveTo>
                        <a:pt x="0" y="0"/>
                      </a:moveTo>
                      <a:cubicBezTo>
                        <a:pt x="3" y="1"/>
                        <a:pt x="3" y="4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6"/>
                <p:cNvSpPr>
                  <a:spLocks/>
                </p:cNvSpPr>
                <p:nvPr/>
              </p:nvSpPr>
              <p:spPr bwMode="auto">
                <a:xfrm>
                  <a:off x="1847851" y="804864"/>
                  <a:ext cx="4763" cy="25400"/>
                </a:xfrm>
                <a:custGeom>
                  <a:avLst/>
                  <a:gdLst>
                    <a:gd name="T0" fmla="*/ 2 w 2"/>
                    <a:gd name="T1" fmla="*/ 11 h 11"/>
                    <a:gd name="T2" fmla="*/ 0 w 2"/>
                    <a:gd name="T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1">
                      <a:moveTo>
                        <a:pt x="2" y="11"/>
                      </a:moveTo>
                      <a:cubicBezTo>
                        <a:pt x="0" y="7"/>
                        <a:pt x="2" y="3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67"/>
                <p:cNvSpPr>
                  <a:spLocks/>
                </p:cNvSpPr>
                <p:nvPr/>
              </p:nvSpPr>
              <p:spPr bwMode="auto">
                <a:xfrm>
                  <a:off x="1727201" y="779464"/>
                  <a:ext cx="15875" cy="4763"/>
                </a:xfrm>
                <a:custGeom>
                  <a:avLst/>
                  <a:gdLst>
                    <a:gd name="T0" fmla="*/ 0 w 7"/>
                    <a:gd name="T1" fmla="*/ 2 h 2"/>
                    <a:gd name="T2" fmla="*/ 7 w 7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2">
                      <a:moveTo>
                        <a:pt x="0" y="2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Freeform 168"/>
                <p:cNvSpPr>
                  <a:spLocks/>
                </p:cNvSpPr>
                <p:nvPr/>
              </p:nvSpPr>
              <p:spPr bwMode="auto">
                <a:xfrm>
                  <a:off x="1695451" y="779464"/>
                  <a:ext cx="1588" cy="3175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169"/>
                <p:cNvSpPr>
                  <a:spLocks/>
                </p:cNvSpPr>
                <p:nvPr/>
              </p:nvSpPr>
              <p:spPr bwMode="auto">
                <a:xfrm>
                  <a:off x="1700213" y="790577"/>
                  <a:ext cx="6350" cy="7938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2" y="1"/>
                        <a:pt x="3" y="2"/>
                        <a:pt x="3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3" name="Freeform 170"/>
                <p:cNvSpPr>
                  <a:spLocks/>
                </p:cNvSpPr>
                <p:nvPr/>
              </p:nvSpPr>
              <p:spPr bwMode="auto">
                <a:xfrm>
                  <a:off x="1808163" y="809627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" name="Freeform 171"/>
                <p:cNvSpPr>
                  <a:spLocks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5" name="Line 172"/>
                <p:cNvSpPr>
                  <a:spLocks noChangeShapeType="1"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Freeform 173"/>
                <p:cNvSpPr>
                  <a:spLocks/>
                </p:cNvSpPr>
                <p:nvPr/>
              </p:nvSpPr>
              <p:spPr bwMode="auto">
                <a:xfrm>
                  <a:off x="1811338" y="814389"/>
                  <a:ext cx="11113" cy="4763"/>
                </a:xfrm>
                <a:custGeom>
                  <a:avLst/>
                  <a:gdLst>
                    <a:gd name="T0" fmla="*/ 5 w 5"/>
                    <a:gd name="T1" fmla="*/ 2 h 2"/>
                    <a:gd name="T2" fmla="*/ 0 w 5"/>
                    <a:gd name="T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5" y="2"/>
                      </a:moveTo>
                      <a:cubicBezTo>
                        <a:pt x="3" y="1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Freeform 174"/>
                <p:cNvSpPr>
                  <a:spLocks/>
                </p:cNvSpPr>
                <p:nvPr/>
              </p:nvSpPr>
              <p:spPr bwMode="auto">
                <a:xfrm>
                  <a:off x="1811338" y="854077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8" name="Freeform 175"/>
                <p:cNvSpPr>
                  <a:spLocks/>
                </p:cNvSpPr>
                <p:nvPr/>
              </p:nvSpPr>
              <p:spPr bwMode="auto">
                <a:xfrm>
                  <a:off x="1803401" y="846139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9" name="Freeform 176"/>
                <p:cNvSpPr>
                  <a:spLocks/>
                </p:cNvSpPr>
                <p:nvPr/>
              </p:nvSpPr>
              <p:spPr bwMode="auto">
                <a:xfrm>
                  <a:off x="1716088" y="885827"/>
                  <a:ext cx="11113" cy="4763"/>
                </a:xfrm>
                <a:custGeom>
                  <a:avLst/>
                  <a:gdLst>
                    <a:gd name="T0" fmla="*/ 0 w 5"/>
                    <a:gd name="T1" fmla="*/ 2 h 2"/>
                    <a:gd name="T2" fmla="*/ 5 w 5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2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0" name="Freeform 177"/>
                <p:cNvSpPr>
                  <a:spLocks/>
                </p:cNvSpPr>
                <p:nvPr/>
              </p:nvSpPr>
              <p:spPr bwMode="auto">
                <a:xfrm>
                  <a:off x="1725613" y="869952"/>
                  <a:ext cx="1588" cy="0"/>
                </a:xfrm>
                <a:custGeom>
                  <a:avLst/>
                  <a:gdLst>
                    <a:gd name="T0" fmla="*/ 1 w 1"/>
                    <a:gd name="T1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1" name="Freeform 178"/>
                <p:cNvSpPr>
                  <a:spLocks/>
                </p:cNvSpPr>
                <p:nvPr/>
              </p:nvSpPr>
              <p:spPr bwMode="auto">
                <a:xfrm>
                  <a:off x="1828801" y="884239"/>
                  <a:ext cx="4763" cy="6350"/>
                </a:xfrm>
                <a:custGeom>
                  <a:avLst/>
                  <a:gdLst>
                    <a:gd name="T0" fmla="*/ 0 w 2"/>
                    <a:gd name="T1" fmla="*/ 3 h 3"/>
                    <a:gd name="T2" fmla="*/ 2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1" y="2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Freeform 179"/>
                <p:cNvSpPr>
                  <a:spLocks/>
                </p:cNvSpPr>
                <p:nvPr/>
              </p:nvSpPr>
              <p:spPr bwMode="auto">
                <a:xfrm>
                  <a:off x="1687513" y="881064"/>
                  <a:ext cx="4763" cy="3175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" name="Freeform 180"/>
                <p:cNvSpPr>
                  <a:spLocks/>
                </p:cNvSpPr>
                <p:nvPr/>
              </p:nvSpPr>
              <p:spPr bwMode="auto">
                <a:xfrm>
                  <a:off x="1701801" y="898527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" name="Freeform 181"/>
                <p:cNvSpPr>
                  <a:spLocks/>
                </p:cNvSpPr>
                <p:nvPr/>
              </p:nvSpPr>
              <p:spPr bwMode="auto">
                <a:xfrm>
                  <a:off x="1752601" y="909639"/>
                  <a:ext cx="20638" cy="4763"/>
                </a:xfrm>
                <a:custGeom>
                  <a:avLst/>
                  <a:gdLst>
                    <a:gd name="T0" fmla="*/ 0 w 9"/>
                    <a:gd name="T1" fmla="*/ 1 h 2"/>
                    <a:gd name="T2" fmla="*/ 9 w 9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1"/>
                      </a:moveTo>
                      <a:cubicBezTo>
                        <a:pt x="3" y="2"/>
                        <a:pt x="7" y="2"/>
                        <a:pt x="9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" name="Freeform 182"/>
                <p:cNvSpPr>
                  <a:spLocks/>
                </p:cNvSpPr>
                <p:nvPr/>
              </p:nvSpPr>
              <p:spPr bwMode="auto">
                <a:xfrm>
                  <a:off x="1463676" y="1290639"/>
                  <a:ext cx="11113" cy="1588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3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" name="Freeform 183"/>
                <p:cNvSpPr>
                  <a:spLocks/>
                </p:cNvSpPr>
                <p:nvPr/>
              </p:nvSpPr>
              <p:spPr bwMode="auto">
                <a:xfrm>
                  <a:off x="1444626" y="1339852"/>
                  <a:ext cx="15875" cy="6350"/>
                </a:xfrm>
                <a:custGeom>
                  <a:avLst/>
                  <a:gdLst>
                    <a:gd name="T0" fmla="*/ 0 w 7"/>
                    <a:gd name="T1" fmla="*/ 0 h 3"/>
                    <a:gd name="T2" fmla="*/ 7 w 7"/>
                    <a:gd name="T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3">
                      <a:moveTo>
                        <a:pt x="0" y="0"/>
                      </a:moveTo>
                      <a:cubicBezTo>
                        <a:pt x="2" y="2"/>
                        <a:pt x="5" y="3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" name="Freeform 184"/>
                <p:cNvSpPr>
                  <a:spLocks/>
                </p:cNvSpPr>
                <p:nvPr/>
              </p:nvSpPr>
              <p:spPr bwMode="auto">
                <a:xfrm>
                  <a:off x="1430338" y="1327152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85"/>
                <p:cNvSpPr>
                  <a:spLocks/>
                </p:cNvSpPr>
                <p:nvPr/>
              </p:nvSpPr>
              <p:spPr bwMode="auto">
                <a:xfrm>
                  <a:off x="1323976" y="1287464"/>
                  <a:ext cx="6350" cy="9525"/>
                </a:xfrm>
                <a:custGeom>
                  <a:avLst/>
                  <a:gdLst>
                    <a:gd name="T0" fmla="*/ 3 w 3"/>
                    <a:gd name="T1" fmla="*/ 4 h 4"/>
                    <a:gd name="T2" fmla="*/ 1 w 3"/>
                    <a:gd name="T3" fmla="*/ 2 h 4"/>
                    <a:gd name="T4" fmla="*/ 1 w 3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3" y="4"/>
                      </a:moveTo>
                      <a:cubicBezTo>
                        <a:pt x="3" y="3"/>
                        <a:pt x="1" y="3"/>
                        <a:pt x="1" y="2"/>
                      </a:cubicBez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86"/>
                <p:cNvSpPr>
                  <a:spLocks/>
                </p:cNvSpPr>
                <p:nvPr/>
              </p:nvSpPr>
              <p:spPr bwMode="auto">
                <a:xfrm>
                  <a:off x="1304926" y="1235077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87"/>
                <p:cNvSpPr>
                  <a:spLocks/>
                </p:cNvSpPr>
                <p:nvPr/>
              </p:nvSpPr>
              <p:spPr bwMode="auto">
                <a:xfrm>
                  <a:off x="1409701" y="1290639"/>
                  <a:ext cx="20638" cy="4763"/>
                </a:xfrm>
                <a:custGeom>
                  <a:avLst/>
                  <a:gdLst>
                    <a:gd name="T0" fmla="*/ 0 w 9"/>
                    <a:gd name="T1" fmla="*/ 0 h 2"/>
                    <a:gd name="T2" fmla="*/ 9 w 9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0"/>
                      </a:moveTo>
                      <a:cubicBezTo>
                        <a:pt x="3" y="1"/>
                        <a:pt x="7" y="0"/>
                        <a:pt x="9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1" name="Freeform 188"/>
                <p:cNvSpPr>
                  <a:spLocks/>
                </p:cNvSpPr>
                <p:nvPr/>
              </p:nvSpPr>
              <p:spPr bwMode="auto">
                <a:xfrm>
                  <a:off x="1400176" y="1290639"/>
                  <a:ext cx="9525" cy="9525"/>
                </a:xfrm>
                <a:custGeom>
                  <a:avLst/>
                  <a:gdLst>
                    <a:gd name="T0" fmla="*/ 4 w 4"/>
                    <a:gd name="T1" fmla="*/ 0 h 4"/>
                    <a:gd name="T2" fmla="*/ 0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cubicBezTo>
                        <a:pt x="3" y="2"/>
                        <a:pt x="2" y="3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89"/>
                <p:cNvSpPr>
                  <a:spLocks/>
                </p:cNvSpPr>
                <p:nvPr/>
              </p:nvSpPr>
              <p:spPr bwMode="auto">
                <a:xfrm>
                  <a:off x="1458913" y="1120777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2" y="2"/>
                        <a:pt x="4" y="1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90"/>
                <p:cNvSpPr>
                  <a:spLocks/>
                </p:cNvSpPr>
                <p:nvPr/>
              </p:nvSpPr>
              <p:spPr bwMode="auto">
                <a:xfrm>
                  <a:off x="1370013" y="1165227"/>
                  <a:ext cx="3175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4 h 4"/>
                    <a:gd name="T4" fmla="*/ 1 w 1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3"/>
                        <a:pt x="1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91"/>
                <p:cNvSpPr>
                  <a:spLocks/>
                </p:cNvSpPr>
                <p:nvPr/>
              </p:nvSpPr>
              <p:spPr bwMode="auto">
                <a:xfrm>
                  <a:off x="1343026" y="1236664"/>
                  <a:ext cx="6350" cy="9525"/>
                </a:xfrm>
                <a:custGeom>
                  <a:avLst/>
                  <a:gdLst>
                    <a:gd name="T0" fmla="*/ 2 w 3"/>
                    <a:gd name="T1" fmla="*/ 0 h 4"/>
                    <a:gd name="T2" fmla="*/ 3 w 3"/>
                    <a:gd name="T3" fmla="*/ 3 h 4"/>
                    <a:gd name="T4" fmla="*/ 0 w 3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2" y="0"/>
                      </a:move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2" y="4"/>
                        <a:pt x="1" y="4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" name="Freeform 192"/>
                <p:cNvSpPr>
                  <a:spLocks/>
                </p:cNvSpPr>
                <p:nvPr/>
              </p:nvSpPr>
              <p:spPr bwMode="auto">
                <a:xfrm>
                  <a:off x="1379538" y="1265239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0 w 4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" name="Freeform 193"/>
                <p:cNvSpPr>
                  <a:spLocks/>
                </p:cNvSpPr>
                <p:nvPr/>
              </p:nvSpPr>
              <p:spPr bwMode="auto">
                <a:xfrm>
                  <a:off x="1395413" y="1281114"/>
                  <a:ext cx="14288" cy="9525"/>
                </a:xfrm>
                <a:custGeom>
                  <a:avLst/>
                  <a:gdLst>
                    <a:gd name="T0" fmla="*/ 6 w 6"/>
                    <a:gd name="T1" fmla="*/ 4 h 4"/>
                    <a:gd name="T2" fmla="*/ 0 w 6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4">
                      <a:moveTo>
                        <a:pt x="6" y="4"/>
                      </a:moveTo>
                      <a:cubicBezTo>
                        <a:pt x="4" y="2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" name="Freeform 194"/>
                <p:cNvSpPr>
                  <a:spLocks/>
                </p:cNvSpPr>
                <p:nvPr/>
              </p:nvSpPr>
              <p:spPr bwMode="auto">
                <a:xfrm>
                  <a:off x="1249363" y="752477"/>
                  <a:ext cx="9525" cy="1588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2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" name="Freeform 195"/>
                <p:cNvSpPr>
                  <a:spLocks/>
                </p:cNvSpPr>
                <p:nvPr/>
              </p:nvSpPr>
              <p:spPr bwMode="auto">
                <a:xfrm>
                  <a:off x="1333501" y="739777"/>
                  <a:ext cx="6350" cy="7938"/>
                </a:xfrm>
                <a:custGeom>
                  <a:avLst/>
                  <a:gdLst>
                    <a:gd name="T0" fmla="*/ 3 w 3"/>
                    <a:gd name="T1" fmla="*/ 3 h 3"/>
                    <a:gd name="T2" fmla="*/ 0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3" y="2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Freeform 196"/>
                <p:cNvSpPr>
                  <a:spLocks/>
                </p:cNvSpPr>
                <p:nvPr/>
              </p:nvSpPr>
              <p:spPr bwMode="auto">
                <a:xfrm>
                  <a:off x="1339851" y="747714"/>
                  <a:ext cx="3175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" name="Freeform 197"/>
                <p:cNvSpPr>
                  <a:spLocks/>
                </p:cNvSpPr>
                <p:nvPr/>
              </p:nvSpPr>
              <p:spPr bwMode="auto">
                <a:xfrm>
                  <a:off x="1328738" y="747714"/>
                  <a:ext cx="11113" cy="6350"/>
                </a:xfrm>
                <a:custGeom>
                  <a:avLst/>
                  <a:gdLst>
                    <a:gd name="T0" fmla="*/ 5 w 5"/>
                    <a:gd name="T1" fmla="*/ 0 h 3"/>
                    <a:gd name="T2" fmla="*/ 0 w 5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5" y="0"/>
                      </a:moveTo>
                      <a:cubicBezTo>
                        <a:pt x="4" y="1"/>
                        <a:pt x="2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" name="Freeform 198"/>
                <p:cNvSpPr>
                  <a:spLocks/>
                </p:cNvSpPr>
                <p:nvPr/>
              </p:nvSpPr>
              <p:spPr bwMode="auto">
                <a:xfrm>
                  <a:off x="1343026" y="784227"/>
                  <a:ext cx="1588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" name="Freeform 199"/>
                <p:cNvSpPr>
                  <a:spLocks/>
                </p:cNvSpPr>
                <p:nvPr/>
              </p:nvSpPr>
              <p:spPr bwMode="auto">
                <a:xfrm>
                  <a:off x="1260476" y="803277"/>
                  <a:ext cx="4763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" name="Freeform 200"/>
                <p:cNvSpPr>
                  <a:spLocks/>
                </p:cNvSpPr>
                <p:nvPr/>
              </p:nvSpPr>
              <p:spPr bwMode="auto">
                <a:xfrm>
                  <a:off x="1222376" y="790577"/>
                  <a:ext cx="3175" cy="4763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4" name="Freeform 201"/>
                <p:cNvSpPr>
                  <a:spLocks/>
                </p:cNvSpPr>
                <p:nvPr/>
              </p:nvSpPr>
              <p:spPr bwMode="auto">
                <a:xfrm>
                  <a:off x="1233488" y="782639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" name="Freeform 202"/>
                <p:cNvSpPr>
                  <a:spLocks/>
                </p:cNvSpPr>
                <p:nvPr/>
              </p:nvSpPr>
              <p:spPr bwMode="auto">
                <a:xfrm>
                  <a:off x="1293813" y="769939"/>
                  <a:ext cx="1588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" name="Freeform 203"/>
                <p:cNvSpPr>
                  <a:spLocks/>
                </p:cNvSpPr>
                <p:nvPr/>
              </p:nvSpPr>
              <p:spPr bwMode="auto">
                <a:xfrm>
                  <a:off x="1323976" y="784227"/>
                  <a:ext cx="6350" cy="0"/>
                </a:xfrm>
                <a:custGeom>
                  <a:avLst/>
                  <a:gdLst>
                    <a:gd name="T0" fmla="*/ 0 w 3"/>
                    <a:gd name="T1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" name="Freeform 204"/>
                <p:cNvSpPr>
                  <a:spLocks/>
                </p:cNvSpPr>
                <p:nvPr/>
              </p:nvSpPr>
              <p:spPr bwMode="auto">
                <a:xfrm>
                  <a:off x="1200151" y="788989"/>
                  <a:ext cx="14288" cy="1588"/>
                </a:xfrm>
                <a:custGeom>
                  <a:avLst/>
                  <a:gdLst>
                    <a:gd name="T0" fmla="*/ 0 w 6"/>
                    <a:gd name="T1" fmla="*/ 0 h 1"/>
                    <a:gd name="T2" fmla="*/ 6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cubicBezTo>
                        <a:pt x="2" y="1"/>
                        <a:pt x="4" y="0"/>
                        <a:pt x="6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78" name="Group 406"/>
                <p:cNvGrpSpPr>
                  <a:grpSpLocks/>
                </p:cNvGrpSpPr>
                <p:nvPr/>
              </p:nvGrpSpPr>
              <p:grpSpPr bwMode="auto">
                <a:xfrm>
                  <a:off x="908050" y="347663"/>
                  <a:ext cx="1196975" cy="1389063"/>
                  <a:chOff x="572" y="219"/>
                  <a:chExt cx="754" cy="875"/>
                </a:xfrm>
              </p:grpSpPr>
              <p:sp>
                <p:nvSpPr>
                  <p:cNvPr id="305" name="Freeform 206"/>
                  <p:cNvSpPr>
                    <a:spLocks/>
                  </p:cNvSpPr>
                  <p:nvPr/>
                </p:nvSpPr>
                <p:spPr bwMode="auto">
                  <a:xfrm>
                    <a:off x="783" y="500"/>
                    <a:ext cx="1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6" name="Freeform 207"/>
                  <p:cNvSpPr>
                    <a:spLocks/>
                  </p:cNvSpPr>
                  <p:nvPr/>
                </p:nvSpPr>
                <p:spPr bwMode="auto">
                  <a:xfrm>
                    <a:off x="777" y="495"/>
                    <a:ext cx="1" cy="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" name="Freeform 208"/>
                  <p:cNvSpPr>
                    <a:spLocks/>
                  </p:cNvSpPr>
                  <p:nvPr/>
                </p:nvSpPr>
                <p:spPr bwMode="auto">
                  <a:xfrm>
                    <a:off x="793" y="510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  <a:gd name="T2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lnTo>
                          <a:pt x="0" y="0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" name="Line 20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93" y="510"/>
                    <a:ext cx="0" cy="2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9" name="Freeform 210"/>
                  <p:cNvSpPr>
                    <a:spLocks/>
                  </p:cNvSpPr>
                  <p:nvPr/>
                </p:nvSpPr>
                <p:spPr bwMode="auto">
                  <a:xfrm>
                    <a:off x="808" y="517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" name="Freeform 211"/>
                  <p:cNvSpPr>
                    <a:spLocks/>
                  </p:cNvSpPr>
                  <p:nvPr/>
                </p:nvSpPr>
                <p:spPr bwMode="auto">
                  <a:xfrm>
                    <a:off x="970" y="485"/>
                    <a:ext cx="4" cy="6"/>
                  </a:xfrm>
                  <a:custGeom>
                    <a:avLst/>
                    <a:gdLst>
                      <a:gd name="T0" fmla="*/ 3 w 3"/>
                      <a:gd name="T1" fmla="*/ 4 h 4"/>
                      <a:gd name="T2" fmla="*/ 0 w 3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">
                        <a:moveTo>
                          <a:pt x="3" y="4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" name="Freeform 212"/>
                  <p:cNvSpPr>
                    <a:spLocks/>
                  </p:cNvSpPr>
                  <p:nvPr/>
                </p:nvSpPr>
                <p:spPr bwMode="auto">
                  <a:xfrm>
                    <a:off x="945" y="485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" name="Freeform 213"/>
                  <p:cNvSpPr>
                    <a:spLocks/>
                  </p:cNvSpPr>
                  <p:nvPr/>
                </p:nvSpPr>
                <p:spPr bwMode="auto">
                  <a:xfrm>
                    <a:off x="924" y="474"/>
                    <a:ext cx="8" cy="4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5 w 5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3" name="Freeform 214"/>
                  <p:cNvSpPr>
                    <a:spLocks/>
                  </p:cNvSpPr>
                  <p:nvPr/>
                </p:nvSpPr>
                <p:spPr bwMode="auto">
                  <a:xfrm>
                    <a:off x="995" y="487"/>
                    <a:ext cx="2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Freeform 215"/>
                  <p:cNvSpPr>
                    <a:spLocks/>
                  </p:cNvSpPr>
                  <p:nvPr/>
                </p:nvSpPr>
                <p:spPr bwMode="auto">
                  <a:xfrm>
                    <a:off x="793" y="844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3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Freeform 216"/>
                  <p:cNvSpPr>
                    <a:spLocks/>
                  </p:cNvSpPr>
                  <p:nvPr/>
                </p:nvSpPr>
                <p:spPr bwMode="auto">
                  <a:xfrm>
                    <a:off x="707" y="806"/>
                    <a:ext cx="0" cy="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6" name="Freeform 217"/>
                  <p:cNvSpPr>
                    <a:spLocks/>
                  </p:cNvSpPr>
                  <p:nvPr/>
                </p:nvSpPr>
                <p:spPr bwMode="auto">
                  <a:xfrm>
                    <a:off x="704" y="775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218"/>
                  <p:cNvSpPr>
                    <a:spLocks/>
                  </p:cNvSpPr>
                  <p:nvPr/>
                </p:nvSpPr>
                <p:spPr bwMode="auto">
                  <a:xfrm>
                    <a:off x="704" y="725"/>
                    <a:ext cx="0" cy="7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4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219"/>
                  <p:cNvSpPr>
                    <a:spLocks/>
                  </p:cNvSpPr>
                  <p:nvPr/>
                </p:nvSpPr>
                <p:spPr bwMode="auto">
                  <a:xfrm>
                    <a:off x="746" y="754"/>
                    <a:ext cx="2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Freeform 220"/>
                  <p:cNvSpPr>
                    <a:spLocks/>
                  </p:cNvSpPr>
                  <p:nvPr/>
                </p:nvSpPr>
                <p:spPr bwMode="auto">
                  <a:xfrm>
                    <a:off x="739" y="784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221"/>
                  <p:cNvSpPr>
                    <a:spLocks/>
                  </p:cNvSpPr>
                  <p:nvPr/>
                </p:nvSpPr>
                <p:spPr bwMode="auto">
                  <a:xfrm>
                    <a:off x="735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222"/>
                  <p:cNvSpPr>
                    <a:spLocks/>
                  </p:cNvSpPr>
                  <p:nvPr/>
                </p:nvSpPr>
                <p:spPr bwMode="auto">
                  <a:xfrm>
                    <a:off x="718" y="808"/>
                    <a:ext cx="2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223"/>
                  <p:cNvSpPr>
                    <a:spLocks/>
                  </p:cNvSpPr>
                  <p:nvPr/>
                </p:nvSpPr>
                <p:spPr bwMode="auto">
                  <a:xfrm>
                    <a:off x="735" y="836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3" name="Freeform 224"/>
                  <p:cNvSpPr>
                    <a:spLocks/>
                  </p:cNvSpPr>
                  <p:nvPr/>
                </p:nvSpPr>
                <p:spPr bwMode="auto">
                  <a:xfrm>
                    <a:off x="1161" y="747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225"/>
                  <p:cNvSpPr>
                    <a:spLocks/>
                  </p:cNvSpPr>
                  <p:nvPr/>
                </p:nvSpPr>
                <p:spPr bwMode="auto">
                  <a:xfrm>
                    <a:off x="1138" y="709"/>
                    <a:ext cx="1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226"/>
                  <p:cNvSpPr>
                    <a:spLocks/>
                  </p:cNvSpPr>
                  <p:nvPr/>
                </p:nvSpPr>
                <p:spPr bwMode="auto">
                  <a:xfrm>
                    <a:off x="1139" y="778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6" name="Freeform 227"/>
                  <p:cNvSpPr>
                    <a:spLocks/>
                  </p:cNvSpPr>
                  <p:nvPr/>
                </p:nvSpPr>
                <p:spPr bwMode="auto">
                  <a:xfrm>
                    <a:off x="1148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228"/>
                  <p:cNvSpPr>
                    <a:spLocks/>
                  </p:cNvSpPr>
                  <p:nvPr/>
                </p:nvSpPr>
                <p:spPr bwMode="auto">
                  <a:xfrm>
                    <a:off x="1132" y="811"/>
                    <a:ext cx="0" cy="2"/>
                  </a:xfrm>
                  <a:custGeom>
                    <a:avLst/>
                    <a:gdLst>
                      <a:gd name="T0" fmla="*/ 1 h 1"/>
                      <a:gd name="T1" fmla="*/ 0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229"/>
                  <p:cNvSpPr>
                    <a:spLocks/>
                  </p:cNvSpPr>
                  <p:nvPr/>
                </p:nvSpPr>
                <p:spPr bwMode="auto">
                  <a:xfrm>
                    <a:off x="1161" y="822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" name="Freeform 230"/>
                  <p:cNvSpPr>
                    <a:spLocks/>
                  </p:cNvSpPr>
                  <p:nvPr/>
                </p:nvSpPr>
                <p:spPr bwMode="auto">
                  <a:xfrm>
                    <a:off x="1152" y="836"/>
                    <a:ext cx="5" cy="0"/>
                  </a:xfrm>
                  <a:custGeom>
                    <a:avLst/>
                    <a:gdLst>
                      <a:gd name="T0" fmla="*/ 0 w 3"/>
                      <a:gd name="T1" fmla="*/ 3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231"/>
                  <p:cNvSpPr>
                    <a:spLocks/>
                  </p:cNvSpPr>
                  <p:nvPr/>
                </p:nvSpPr>
                <p:spPr bwMode="auto">
                  <a:xfrm>
                    <a:off x="1149" y="827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232"/>
                  <p:cNvSpPr>
                    <a:spLocks/>
                  </p:cNvSpPr>
                  <p:nvPr/>
                </p:nvSpPr>
                <p:spPr bwMode="auto">
                  <a:xfrm>
                    <a:off x="1135" y="841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2" name="Freeform 233"/>
                  <p:cNvSpPr>
                    <a:spLocks/>
                  </p:cNvSpPr>
                  <p:nvPr/>
                </p:nvSpPr>
                <p:spPr bwMode="auto">
                  <a:xfrm>
                    <a:off x="990" y="794"/>
                    <a:ext cx="6" cy="6"/>
                  </a:xfrm>
                  <a:custGeom>
                    <a:avLst/>
                    <a:gdLst>
                      <a:gd name="T0" fmla="*/ 0 w 4"/>
                      <a:gd name="T1" fmla="*/ 0 h 4"/>
                      <a:gd name="T2" fmla="*/ 3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3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234"/>
                  <p:cNvSpPr>
                    <a:spLocks/>
                  </p:cNvSpPr>
                  <p:nvPr/>
                </p:nvSpPr>
                <p:spPr bwMode="auto">
                  <a:xfrm>
                    <a:off x="995" y="800"/>
                    <a:ext cx="2" cy="8"/>
                  </a:xfrm>
                  <a:custGeom>
                    <a:avLst/>
                    <a:gdLst>
                      <a:gd name="T0" fmla="*/ 0 w 2"/>
                      <a:gd name="T1" fmla="*/ 0 h 6"/>
                      <a:gd name="T2" fmla="*/ 2 w 2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0" y="0"/>
                        </a:moveTo>
                        <a:cubicBezTo>
                          <a:pt x="2" y="2"/>
                          <a:pt x="1" y="4"/>
                          <a:pt x="2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235"/>
                  <p:cNvSpPr>
                    <a:spLocks/>
                  </p:cNvSpPr>
                  <p:nvPr/>
                </p:nvSpPr>
                <p:spPr bwMode="auto">
                  <a:xfrm>
                    <a:off x="974" y="795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5" name="Freeform 236"/>
                  <p:cNvSpPr>
                    <a:spLocks/>
                  </p:cNvSpPr>
                  <p:nvPr/>
                </p:nvSpPr>
                <p:spPr bwMode="auto">
                  <a:xfrm>
                    <a:off x="971" y="753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" name="Line 2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71" y="753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7" name="Freeform 238"/>
                  <p:cNvSpPr>
                    <a:spLocks/>
                  </p:cNvSpPr>
                  <p:nvPr/>
                </p:nvSpPr>
                <p:spPr bwMode="auto">
                  <a:xfrm>
                    <a:off x="968" y="718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" name="Freeform 239"/>
                  <p:cNvSpPr>
                    <a:spLocks/>
                  </p:cNvSpPr>
                  <p:nvPr/>
                </p:nvSpPr>
                <p:spPr bwMode="auto">
                  <a:xfrm>
                    <a:off x="1076" y="693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0"/>
                          <a:pt x="3" y="3"/>
                          <a:pt x="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9" name="Freeform 240"/>
                  <p:cNvSpPr>
                    <a:spLocks/>
                  </p:cNvSpPr>
                  <p:nvPr/>
                </p:nvSpPr>
                <p:spPr bwMode="auto">
                  <a:xfrm>
                    <a:off x="1092" y="839"/>
                    <a:ext cx="3" cy="3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2 w 2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cubicBezTo>
                          <a:pt x="1" y="0"/>
                          <a:pt x="1" y="1"/>
                          <a:pt x="2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" name="Freeform 241"/>
                  <p:cNvSpPr>
                    <a:spLocks/>
                  </p:cNvSpPr>
                  <p:nvPr/>
                </p:nvSpPr>
                <p:spPr bwMode="auto">
                  <a:xfrm>
                    <a:off x="1024" y="785"/>
                    <a:ext cx="3" cy="2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242"/>
                  <p:cNvSpPr>
                    <a:spLocks/>
                  </p:cNvSpPr>
                  <p:nvPr/>
                </p:nvSpPr>
                <p:spPr bwMode="auto">
                  <a:xfrm>
                    <a:off x="1009" y="784"/>
                    <a:ext cx="6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243"/>
                  <p:cNvSpPr>
                    <a:spLocks/>
                  </p:cNvSpPr>
                  <p:nvPr/>
                </p:nvSpPr>
                <p:spPr bwMode="auto">
                  <a:xfrm>
                    <a:off x="1015" y="778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244"/>
                  <p:cNvSpPr>
                    <a:spLocks/>
                  </p:cNvSpPr>
                  <p:nvPr/>
                </p:nvSpPr>
                <p:spPr bwMode="auto">
                  <a:xfrm>
                    <a:off x="1011" y="766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245"/>
                  <p:cNvSpPr>
                    <a:spLocks/>
                  </p:cNvSpPr>
                  <p:nvPr/>
                </p:nvSpPr>
                <p:spPr bwMode="auto">
                  <a:xfrm>
                    <a:off x="1002" y="737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246"/>
                  <p:cNvSpPr>
                    <a:spLocks/>
                  </p:cNvSpPr>
                  <p:nvPr/>
                </p:nvSpPr>
                <p:spPr bwMode="auto">
                  <a:xfrm>
                    <a:off x="1043" y="753"/>
                    <a:ext cx="4" cy="4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Freeform 247"/>
                  <p:cNvSpPr>
                    <a:spLocks/>
                  </p:cNvSpPr>
                  <p:nvPr/>
                </p:nvSpPr>
                <p:spPr bwMode="auto">
                  <a:xfrm>
                    <a:off x="1024" y="778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248"/>
                  <p:cNvSpPr>
                    <a:spLocks/>
                  </p:cNvSpPr>
                  <p:nvPr/>
                </p:nvSpPr>
                <p:spPr bwMode="auto">
                  <a:xfrm>
                    <a:off x="992" y="785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249"/>
                  <p:cNvSpPr>
                    <a:spLocks/>
                  </p:cNvSpPr>
                  <p:nvPr/>
                </p:nvSpPr>
                <p:spPr bwMode="auto">
                  <a:xfrm>
                    <a:off x="1054" y="784"/>
                    <a:ext cx="3" cy="5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0 w 2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2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250"/>
                  <p:cNvSpPr>
                    <a:spLocks/>
                  </p:cNvSpPr>
                  <p:nvPr/>
                </p:nvSpPr>
                <p:spPr bwMode="auto">
                  <a:xfrm>
                    <a:off x="1035" y="804"/>
                    <a:ext cx="2" cy="2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251"/>
                  <p:cNvSpPr>
                    <a:spLocks/>
                  </p:cNvSpPr>
                  <p:nvPr/>
                </p:nvSpPr>
                <p:spPr bwMode="auto">
                  <a:xfrm>
                    <a:off x="1050" y="797"/>
                    <a:ext cx="3" cy="1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252"/>
                  <p:cNvSpPr>
                    <a:spLocks/>
                  </p:cNvSpPr>
                  <p:nvPr/>
                </p:nvSpPr>
                <p:spPr bwMode="auto">
                  <a:xfrm>
                    <a:off x="1068" y="822"/>
                    <a:ext cx="3" cy="7"/>
                  </a:xfrm>
                  <a:custGeom>
                    <a:avLst/>
                    <a:gdLst>
                      <a:gd name="T0" fmla="*/ 1 w 2"/>
                      <a:gd name="T1" fmla="*/ 5 h 5"/>
                      <a:gd name="T2" fmla="*/ 0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1" y="5"/>
                        </a:moveTo>
                        <a:cubicBezTo>
                          <a:pt x="2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253"/>
                  <p:cNvSpPr>
                    <a:spLocks/>
                  </p:cNvSpPr>
                  <p:nvPr/>
                </p:nvSpPr>
                <p:spPr bwMode="auto">
                  <a:xfrm>
                    <a:off x="1271" y="803"/>
                    <a:ext cx="1" cy="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254"/>
                  <p:cNvSpPr>
                    <a:spLocks/>
                  </p:cNvSpPr>
                  <p:nvPr/>
                </p:nvSpPr>
                <p:spPr bwMode="auto">
                  <a:xfrm>
                    <a:off x="1271" y="770"/>
                    <a:ext cx="1" cy="8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255"/>
                  <p:cNvSpPr>
                    <a:spLocks/>
                  </p:cNvSpPr>
                  <p:nvPr/>
                </p:nvSpPr>
                <p:spPr bwMode="auto">
                  <a:xfrm>
                    <a:off x="572" y="703"/>
                    <a:ext cx="5" cy="9"/>
                  </a:xfrm>
                  <a:custGeom>
                    <a:avLst/>
                    <a:gdLst>
                      <a:gd name="T0" fmla="*/ 1 w 3"/>
                      <a:gd name="T1" fmla="*/ 6 h 6"/>
                      <a:gd name="T2" fmla="*/ 3 w 3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6">
                        <a:moveTo>
                          <a:pt x="1" y="6"/>
                        </a:moveTo>
                        <a:cubicBezTo>
                          <a:pt x="0" y="4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256"/>
                  <p:cNvSpPr>
                    <a:spLocks/>
                  </p:cNvSpPr>
                  <p:nvPr/>
                </p:nvSpPr>
                <p:spPr bwMode="auto">
                  <a:xfrm>
                    <a:off x="585" y="686"/>
                    <a:ext cx="5" cy="4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0" y="1"/>
                          <a:pt x="1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257"/>
                  <p:cNvSpPr>
                    <a:spLocks/>
                  </p:cNvSpPr>
                  <p:nvPr/>
                </p:nvSpPr>
                <p:spPr bwMode="auto">
                  <a:xfrm>
                    <a:off x="663" y="830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7" name="Freeform 258"/>
                  <p:cNvSpPr>
                    <a:spLocks/>
                  </p:cNvSpPr>
                  <p:nvPr/>
                </p:nvSpPr>
                <p:spPr bwMode="auto">
                  <a:xfrm>
                    <a:off x="888" y="220"/>
                    <a:ext cx="25" cy="55"/>
                  </a:xfrm>
                  <a:custGeom>
                    <a:avLst/>
                    <a:gdLst>
                      <a:gd name="T0" fmla="*/ 5 w 17"/>
                      <a:gd name="T1" fmla="*/ 15 h 37"/>
                      <a:gd name="T2" fmla="*/ 15 w 17"/>
                      <a:gd name="T3" fmla="*/ 12 h 37"/>
                      <a:gd name="T4" fmla="*/ 16 w 17"/>
                      <a:gd name="T5" fmla="*/ 36 h 37"/>
                      <a:gd name="T6" fmla="*/ 8 w 17"/>
                      <a:gd name="T7" fmla="*/ 19 h 37"/>
                      <a:gd name="T8" fmla="*/ 5 w 17"/>
                      <a:gd name="T9" fmla="*/ 37 h 37"/>
                      <a:gd name="T10" fmla="*/ 2 w 17"/>
                      <a:gd name="T11" fmla="*/ 21 h 37"/>
                      <a:gd name="T12" fmla="*/ 2 w 17"/>
                      <a:gd name="T13" fmla="*/ 2 h 37"/>
                      <a:gd name="T14" fmla="*/ 16 w 17"/>
                      <a:gd name="T15" fmla="*/ 1 h 37"/>
                      <a:gd name="T16" fmla="*/ 16 w 17"/>
                      <a:gd name="T17" fmla="*/ 8 h 37"/>
                      <a:gd name="T18" fmla="*/ 5 w 17"/>
                      <a:gd name="T19" fmla="*/ 15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37">
                        <a:moveTo>
                          <a:pt x="5" y="15"/>
                        </a:moveTo>
                        <a:cubicBezTo>
                          <a:pt x="10" y="18"/>
                          <a:pt x="10" y="11"/>
                          <a:pt x="15" y="12"/>
                        </a:cubicBezTo>
                        <a:cubicBezTo>
                          <a:pt x="17" y="18"/>
                          <a:pt x="15" y="28"/>
                          <a:pt x="16" y="36"/>
                        </a:cubicBezTo>
                        <a:cubicBezTo>
                          <a:pt x="8" y="35"/>
                          <a:pt x="15" y="21"/>
                          <a:pt x="8" y="19"/>
                        </a:cubicBezTo>
                        <a:cubicBezTo>
                          <a:pt x="6" y="24"/>
                          <a:pt x="8" y="33"/>
                          <a:pt x="5" y="37"/>
                        </a:cubicBezTo>
                        <a:cubicBezTo>
                          <a:pt x="0" y="36"/>
                          <a:pt x="2" y="27"/>
                          <a:pt x="2" y="2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2"/>
                          <a:pt x="13" y="0"/>
                          <a:pt x="16" y="1"/>
                        </a:cubicBezTo>
                        <a:cubicBezTo>
                          <a:pt x="13" y="2"/>
                          <a:pt x="12" y="9"/>
                          <a:pt x="16" y="8"/>
                        </a:cubicBezTo>
                        <a:cubicBezTo>
                          <a:pt x="12" y="10"/>
                          <a:pt x="9" y="13"/>
                          <a:pt x="5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" name="Freeform 259"/>
                  <p:cNvSpPr>
                    <a:spLocks/>
                  </p:cNvSpPr>
                  <p:nvPr/>
                </p:nvSpPr>
                <p:spPr bwMode="auto">
                  <a:xfrm>
                    <a:off x="996" y="220"/>
                    <a:ext cx="20" cy="34"/>
                  </a:xfrm>
                  <a:custGeom>
                    <a:avLst/>
                    <a:gdLst>
                      <a:gd name="T0" fmla="*/ 9 w 14"/>
                      <a:gd name="T1" fmla="*/ 19 h 23"/>
                      <a:gd name="T2" fmla="*/ 0 w 14"/>
                      <a:gd name="T3" fmla="*/ 23 h 23"/>
                      <a:gd name="T4" fmla="*/ 0 w 14"/>
                      <a:gd name="T5" fmla="*/ 1 h 23"/>
                      <a:gd name="T6" fmla="*/ 6 w 14"/>
                      <a:gd name="T7" fmla="*/ 1 h 23"/>
                      <a:gd name="T8" fmla="*/ 6 w 14"/>
                      <a:gd name="T9" fmla="*/ 5 h 23"/>
                      <a:gd name="T10" fmla="*/ 14 w 14"/>
                      <a:gd name="T11" fmla="*/ 2 h 23"/>
                      <a:gd name="T12" fmla="*/ 14 w 14"/>
                      <a:gd name="T13" fmla="*/ 8 h 23"/>
                      <a:gd name="T14" fmla="*/ 13 w 14"/>
                      <a:gd name="T15" fmla="*/ 8 h 23"/>
                      <a:gd name="T16" fmla="*/ 12 w 14"/>
                      <a:gd name="T17" fmla="*/ 9 h 23"/>
                      <a:gd name="T18" fmla="*/ 5 w 14"/>
                      <a:gd name="T19" fmla="*/ 10 h 23"/>
                      <a:gd name="T20" fmla="*/ 5 w 14"/>
                      <a:gd name="T21" fmla="*/ 14 h 23"/>
                      <a:gd name="T22" fmla="*/ 10 w 14"/>
                      <a:gd name="T23" fmla="*/ 14 h 23"/>
                      <a:gd name="T24" fmla="*/ 10 w 14"/>
                      <a:gd name="T25" fmla="*/ 17 h 23"/>
                      <a:gd name="T26" fmla="*/ 8 w 14"/>
                      <a:gd name="T27" fmla="*/ 18 h 23"/>
                      <a:gd name="T28" fmla="*/ 9 w 14"/>
                      <a:gd name="T29" fmla="*/ 19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" h="23">
                        <a:moveTo>
                          <a:pt x="9" y="19"/>
                        </a:moveTo>
                        <a:cubicBezTo>
                          <a:pt x="5" y="19"/>
                          <a:pt x="4" y="23"/>
                          <a:pt x="0" y="2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3" y="2"/>
                          <a:pt x="6" y="1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11" y="6"/>
                          <a:pt x="9" y="1"/>
                          <a:pt x="14" y="2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2" y="9"/>
                          <a:pt x="12" y="9"/>
                          <a:pt x="12" y="9"/>
                        </a:cubicBezTo>
                        <a:cubicBezTo>
                          <a:pt x="9" y="9"/>
                          <a:pt x="7" y="9"/>
                          <a:pt x="5" y="10"/>
                        </a:cubicBezTo>
                        <a:cubicBezTo>
                          <a:pt x="4" y="12"/>
                          <a:pt x="6" y="12"/>
                          <a:pt x="5" y="14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lnTo>
                          <a:pt x="9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" name="Freeform 260"/>
                  <p:cNvSpPr>
                    <a:spLocks noEditPoints="1"/>
                  </p:cNvSpPr>
                  <p:nvPr/>
                </p:nvSpPr>
                <p:spPr bwMode="auto">
                  <a:xfrm>
                    <a:off x="995" y="245"/>
                    <a:ext cx="24" cy="145"/>
                  </a:xfrm>
                  <a:custGeom>
                    <a:avLst/>
                    <a:gdLst>
                      <a:gd name="T0" fmla="*/ 14 w 17"/>
                      <a:gd name="T1" fmla="*/ 1 h 99"/>
                      <a:gd name="T2" fmla="*/ 15 w 17"/>
                      <a:gd name="T3" fmla="*/ 0 h 99"/>
                      <a:gd name="T4" fmla="*/ 15 w 17"/>
                      <a:gd name="T5" fmla="*/ 42 h 99"/>
                      <a:gd name="T6" fmla="*/ 13 w 17"/>
                      <a:gd name="T7" fmla="*/ 45 h 99"/>
                      <a:gd name="T8" fmla="*/ 15 w 17"/>
                      <a:gd name="T9" fmla="*/ 49 h 99"/>
                      <a:gd name="T10" fmla="*/ 15 w 17"/>
                      <a:gd name="T11" fmla="*/ 85 h 99"/>
                      <a:gd name="T12" fmla="*/ 13 w 17"/>
                      <a:gd name="T13" fmla="*/ 86 h 99"/>
                      <a:gd name="T14" fmla="*/ 15 w 17"/>
                      <a:gd name="T15" fmla="*/ 99 h 99"/>
                      <a:gd name="T16" fmla="*/ 2 w 17"/>
                      <a:gd name="T17" fmla="*/ 99 h 99"/>
                      <a:gd name="T18" fmla="*/ 1 w 17"/>
                      <a:gd name="T19" fmla="*/ 91 h 99"/>
                      <a:gd name="T20" fmla="*/ 11 w 17"/>
                      <a:gd name="T21" fmla="*/ 94 h 99"/>
                      <a:gd name="T22" fmla="*/ 3 w 17"/>
                      <a:gd name="T23" fmla="*/ 90 h 99"/>
                      <a:gd name="T24" fmla="*/ 1 w 17"/>
                      <a:gd name="T25" fmla="*/ 79 h 99"/>
                      <a:gd name="T26" fmla="*/ 6 w 17"/>
                      <a:gd name="T27" fmla="*/ 80 h 99"/>
                      <a:gd name="T28" fmla="*/ 7 w 17"/>
                      <a:gd name="T29" fmla="*/ 73 h 99"/>
                      <a:gd name="T30" fmla="*/ 1 w 17"/>
                      <a:gd name="T31" fmla="*/ 73 h 99"/>
                      <a:gd name="T32" fmla="*/ 1 w 17"/>
                      <a:gd name="T33" fmla="*/ 68 h 99"/>
                      <a:gd name="T34" fmla="*/ 3 w 17"/>
                      <a:gd name="T35" fmla="*/ 69 h 99"/>
                      <a:gd name="T36" fmla="*/ 4 w 17"/>
                      <a:gd name="T37" fmla="*/ 68 h 99"/>
                      <a:gd name="T38" fmla="*/ 11 w 17"/>
                      <a:gd name="T39" fmla="*/ 64 h 99"/>
                      <a:gd name="T40" fmla="*/ 6 w 17"/>
                      <a:gd name="T41" fmla="*/ 61 h 99"/>
                      <a:gd name="T42" fmla="*/ 1 w 17"/>
                      <a:gd name="T43" fmla="*/ 51 h 99"/>
                      <a:gd name="T44" fmla="*/ 1 w 17"/>
                      <a:gd name="T45" fmla="*/ 31 h 99"/>
                      <a:gd name="T46" fmla="*/ 8 w 17"/>
                      <a:gd name="T47" fmla="*/ 31 h 99"/>
                      <a:gd name="T48" fmla="*/ 7 w 17"/>
                      <a:gd name="T49" fmla="*/ 25 h 99"/>
                      <a:gd name="T50" fmla="*/ 1 w 17"/>
                      <a:gd name="T51" fmla="*/ 25 h 99"/>
                      <a:gd name="T52" fmla="*/ 1 w 17"/>
                      <a:gd name="T53" fmla="*/ 8 h 99"/>
                      <a:gd name="T54" fmla="*/ 10 w 17"/>
                      <a:gd name="T55" fmla="*/ 10 h 99"/>
                      <a:gd name="T56" fmla="*/ 12 w 17"/>
                      <a:gd name="T57" fmla="*/ 2 h 99"/>
                      <a:gd name="T58" fmla="*/ 12 w 17"/>
                      <a:gd name="T59" fmla="*/ 1 h 99"/>
                      <a:gd name="T60" fmla="*/ 12 w 17"/>
                      <a:gd name="T61" fmla="*/ 0 h 99"/>
                      <a:gd name="T62" fmla="*/ 13 w 17"/>
                      <a:gd name="T63" fmla="*/ 0 h 99"/>
                      <a:gd name="T64" fmla="*/ 14 w 17"/>
                      <a:gd name="T65" fmla="*/ 1 h 99"/>
                      <a:gd name="T66" fmla="*/ 11 w 17"/>
                      <a:gd name="T67" fmla="*/ 55 h 99"/>
                      <a:gd name="T68" fmla="*/ 9 w 17"/>
                      <a:gd name="T69" fmla="*/ 52 h 99"/>
                      <a:gd name="T70" fmla="*/ 11 w 17"/>
                      <a:gd name="T71" fmla="*/ 55 h 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" h="99">
                        <a:moveTo>
                          <a:pt x="14" y="1"/>
                        </a:move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3" y="13"/>
                          <a:pt x="17" y="28"/>
                          <a:pt x="15" y="42"/>
                        </a:cubicBezTo>
                        <a:cubicBezTo>
                          <a:pt x="15" y="42"/>
                          <a:pt x="13" y="45"/>
                          <a:pt x="13" y="45"/>
                        </a:cubicBezTo>
                        <a:cubicBezTo>
                          <a:pt x="13" y="46"/>
                          <a:pt x="15" y="48"/>
                          <a:pt x="15" y="49"/>
                        </a:cubicBezTo>
                        <a:cubicBezTo>
                          <a:pt x="16" y="59"/>
                          <a:pt x="16" y="75"/>
                          <a:pt x="15" y="85"/>
                        </a:cubicBezTo>
                        <a:cubicBezTo>
                          <a:pt x="15" y="86"/>
                          <a:pt x="15" y="86"/>
                          <a:pt x="13" y="86"/>
                        </a:cubicBezTo>
                        <a:cubicBezTo>
                          <a:pt x="16" y="88"/>
                          <a:pt x="14" y="95"/>
                          <a:pt x="15" y="99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1" y="97"/>
                          <a:pt x="1" y="94"/>
                          <a:pt x="1" y="91"/>
                        </a:cubicBezTo>
                        <a:cubicBezTo>
                          <a:pt x="5" y="91"/>
                          <a:pt x="6" y="97"/>
                          <a:pt x="11" y="94"/>
                        </a:cubicBezTo>
                        <a:cubicBezTo>
                          <a:pt x="11" y="90"/>
                          <a:pt x="6" y="88"/>
                          <a:pt x="3" y="90"/>
                        </a:cubicBezTo>
                        <a:cubicBezTo>
                          <a:pt x="4" y="84"/>
                          <a:pt x="1" y="84"/>
                          <a:pt x="1" y="79"/>
                        </a:cubicBezTo>
                        <a:cubicBezTo>
                          <a:pt x="4" y="78"/>
                          <a:pt x="4" y="81"/>
                          <a:pt x="6" y="80"/>
                        </a:cubicBezTo>
                        <a:cubicBezTo>
                          <a:pt x="8" y="79"/>
                          <a:pt x="7" y="75"/>
                          <a:pt x="7" y="73"/>
                        </a:cubicBezTo>
                        <a:cubicBezTo>
                          <a:pt x="5" y="71"/>
                          <a:pt x="4" y="73"/>
                          <a:pt x="1" y="73"/>
                        </a:cubicBezTo>
                        <a:cubicBezTo>
                          <a:pt x="1" y="68"/>
                          <a:pt x="1" y="68"/>
                          <a:pt x="1" y="68"/>
                        </a:cubicBezTo>
                        <a:cubicBezTo>
                          <a:pt x="3" y="69"/>
                          <a:pt x="3" y="69"/>
                          <a:pt x="3" y="69"/>
                        </a:cubicBezTo>
                        <a:cubicBezTo>
                          <a:pt x="4" y="68"/>
                          <a:pt x="4" y="68"/>
                          <a:pt x="4" y="68"/>
                        </a:cubicBezTo>
                        <a:cubicBezTo>
                          <a:pt x="8" y="70"/>
                          <a:pt x="10" y="67"/>
                          <a:pt x="11" y="64"/>
                        </a:cubicBezTo>
                        <a:cubicBezTo>
                          <a:pt x="11" y="62"/>
                          <a:pt x="7" y="63"/>
                          <a:pt x="6" y="61"/>
                        </a:cubicBezTo>
                        <a:cubicBezTo>
                          <a:pt x="7" y="55"/>
                          <a:pt x="3" y="54"/>
                          <a:pt x="1" y="51"/>
                        </a:cubicBezTo>
                        <a:cubicBezTo>
                          <a:pt x="2" y="42"/>
                          <a:pt x="3" y="39"/>
                          <a:pt x="1" y="31"/>
                        </a:cubicBezTo>
                        <a:cubicBezTo>
                          <a:pt x="3" y="31"/>
                          <a:pt x="5" y="32"/>
                          <a:pt x="8" y="31"/>
                        </a:cubicBezTo>
                        <a:cubicBezTo>
                          <a:pt x="10" y="31"/>
                          <a:pt x="6" y="29"/>
                          <a:pt x="7" y="25"/>
                        </a:cubicBezTo>
                        <a:cubicBezTo>
                          <a:pt x="1" y="25"/>
                          <a:pt x="1" y="25"/>
                          <a:pt x="1" y="25"/>
                        </a:cubicBezTo>
                        <a:cubicBezTo>
                          <a:pt x="4" y="19"/>
                          <a:pt x="0" y="17"/>
                          <a:pt x="1" y="8"/>
                        </a:cubicBezTo>
                        <a:cubicBezTo>
                          <a:pt x="4" y="11"/>
                          <a:pt x="9" y="6"/>
                          <a:pt x="10" y="10"/>
                        </a:cubicBezTo>
                        <a:cubicBezTo>
                          <a:pt x="11" y="7"/>
                          <a:pt x="10" y="6"/>
                          <a:pt x="12" y="2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3" y="0"/>
                        </a:cubicBezTo>
                        <a:lnTo>
                          <a:pt x="14" y="1"/>
                        </a:lnTo>
                        <a:close/>
                        <a:moveTo>
                          <a:pt x="11" y="55"/>
                        </a:moveTo>
                        <a:cubicBezTo>
                          <a:pt x="11" y="54"/>
                          <a:pt x="10" y="52"/>
                          <a:pt x="9" y="52"/>
                        </a:cubicBezTo>
                        <a:cubicBezTo>
                          <a:pt x="9" y="54"/>
                          <a:pt x="10" y="55"/>
                          <a:pt x="11" y="5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0" name="Freeform 261"/>
                  <p:cNvSpPr>
                    <a:spLocks/>
                  </p:cNvSpPr>
                  <p:nvPr/>
                </p:nvSpPr>
                <p:spPr bwMode="auto">
                  <a:xfrm>
                    <a:off x="835" y="234"/>
                    <a:ext cx="22" cy="24"/>
                  </a:xfrm>
                  <a:custGeom>
                    <a:avLst/>
                    <a:gdLst>
                      <a:gd name="T0" fmla="*/ 4 w 15"/>
                      <a:gd name="T1" fmla="*/ 17 h 17"/>
                      <a:gd name="T2" fmla="*/ 2 w 15"/>
                      <a:gd name="T3" fmla="*/ 7 h 17"/>
                      <a:gd name="T4" fmla="*/ 8 w 15"/>
                      <a:gd name="T5" fmla="*/ 8 h 17"/>
                      <a:gd name="T6" fmla="*/ 6 w 15"/>
                      <a:gd name="T7" fmla="*/ 2 h 17"/>
                      <a:gd name="T8" fmla="*/ 15 w 15"/>
                      <a:gd name="T9" fmla="*/ 3 h 17"/>
                      <a:gd name="T10" fmla="*/ 15 w 15"/>
                      <a:gd name="T11" fmla="*/ 15 h 17"/>
                      <a:gd name="T12" fmla="*/ 14 w 15"/>
                      <a:gd name="T13" fmla="*/ 14 h 17"/>
                      <a:gd name="T14" fmla="*/ 13 w 15"/>
                      <a:gd name="T15" fmla="*/ 15 h 17"/>
                      <a:gd name="T16" fmla="*/ 5 w 15"/>
                      <a:gd name="T17" fmla="*/ 12 h 17"/>
                      <a:gd name="T18" fmla="*/ 6 w 15"/>
                      <a:gd name="T19" fmla="*/ 15 h 17"/>
                      <a:gd name="T20" fmla="*/ 5 w 15"/>
                      <a:gd name="T21" fmla="*/ 16 h 17"/>
                      <a:gd name="T22" fmla="*/ 4 w 15"/>
                      <a:gd name="T23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7">
                        <a:moveTo>
                          <a:pt x="4" y="17"/>
                        </a:moveTo>
                        <a:cubicBezTo>
                          <a:pt x="0" y="17"/>
                          <a:pt x="3" y="10"/>
                          <a:pt x="2" y="7"/>
                        </a:cubicBezTo>
                        <a:cubicBezTo>
                          <a:pt x="5" y="7"/>
                          <a:pt x="5" y="9"/>
                          <a:pt x="8" y="8"/>
                        </a:cubicBezTo>
                        <a:cubicBezTo>
                          <a:pt x="10" y="6"/>
                          <a:pt x="8" y="3"/>
                          <a:pt x="6" y="2"/>
                        </a:cubicBezTo>
                        <a:cubicBezTo>
                          <a:pt x="8" y="0"/>
                          <a:pt x="12" y="3"/>
                          <a:pt x="15" y="3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0" y="14"/>
                          <a:pt x="9" y="12"/>
                          <a:pt x="5" y="12"/>
                        </a:cubicBezTo>
                        <a:cubicBezTo>
                          <a:pt x="5" y="14"/>
                          <a:pt x="6" y="14"/>
                          <a:pt x="6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lnTo>
                          <a:pt x="4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1" name="Freeform 262"/>
                  <p:cNvSpPr>
                    <a:spLocks/>
                  </p:cNvSpPr>
                  <p:nvPr/>
                </p:nvSpPr>
                <p:spPr bwMode="auto">
                  <a:xfrm>
                    <a:off x="843" y="258"/>
                    <a:ext cx="14" cy="8"/>
                  </a:xfrm>
                  <a:custGeom>
                    <a:avLst/>
                    <a:gdLst>
                      <a:gd name="T0" fmla="*/ 9 w 10"/>
                      <a:gd name="T1" fmla="*/ 1 h 5"/>
                      <a:gd name="T2" fmla="*/ 10 w 10"/>
                      <a:gd name="T3" fmla="*/ 0 h 5"/>
                      <a:gd name="T4" fmla="*/ 10 w 10"/>
                      <a:gd name="T5" fmla="*/ 4 h 5"/>
                      <a:gd name="T6" fmla="*/ 2 w 10"/>
                      <a:gd name="T7" fmla="*/ 5 h 5"/>
                      <a:gd name="T8" fmla="*/ 2 w 10"/>
                      <a:gd name="T9" fmla="*/ 4 h 5"/>
                      <a:gd name="T10" fmla="*/ 0 w 10"/>
                      <a:gd name="T11" fmla="*/ 4 h 5"/>
                      <a:gd name="T12" fmla="*/ 0 w 10"/>
                      <a:gd name="T13" fmla="*/ 2 h 5"/>
                      <a:gd name="T14" fmla="*/ 3 w 10"/>
                      <a:gd name="T15" fmla="*/ 2 h 5"/>
                      <a:gd name="T16" fmla="*/ 3 w 10"/>
                      <a:gd name="T17" fmla="*/ 0 h 5"/>
                      <a:gd name="T18" fmla="*/ 8 w 10"/>
                      <a:gd name="T19" fmla="*/ 0 h 5"/>
                      <a:gd name="T20" fmla="*/ 9 w 10"/>
                      <a:gd name="T21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5">
                        <a:moveTo>
                          <a:pt x="9" y="1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0" y="4"/>
                          <a:pt x="10" y="4"/>
                          <a:pt x="10" y="4"/>
                        </a:cubicBezTo>
                        <a:cubicBezTo>
                          <a:pt x="7" y="5"/>
                          <a:pt x="4" y="4"/>
                          <a:pt x="2" y="5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lnTo>
                          <a:pt x="9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" name="Freeform 263"/>
                  <p:cNvSpPr>
                    <a:spLocks/>
                  </p:cNvSpPr>
                  <p:nvPr/>
                </p:nvSpPr>
                <p:spPr bwMode="auto">
                  <a:xfrm>
                    <a:off x="835" y="264"/>
                    <a:ext cx="22" cy="35"/>
                  </a:xfrm>
                  <a:custGeom>
                    <a:avLst/>
                    <a:gdLst>
                      <a:gd name="T0" fmla="*/ 4 w 15"/>
                      <a:gd name="T1" fmla="*/ 3 h 24"/>
                      <a:gd name="T2" fmla="*/ 5 w 15"/>
                      <a:gd name="T3" fmla="*/ 3 h 24"/>
                      <a:gd name="T4" fmla="*/ 9 w 15"/>
                      <a:gd name="T5" fmla="*/ 9 h 24"/>
                      <a:gd name="T6" fmla="*/ 15 w 15"/>
                      <a:gd name="T7" fmla="*/ 5 h 24"/>
                      <a:gd name="T8" fmla="*/ 15 w 15"/>
                      <a:gd name="T9" fmla="*/ 14 h 24"/>
                      <a:gd name="T10" fmla="*/ 2 w 15"/>
                      <a:gd name="T11" fmla="*/ 24 h 24"/>
                      <a:gd name="T12" fmla="*/ 8 w 15"/>
                      <a:gd name="T13" fmla="*/ 12 h 24"/>
                      <a:gd name="T14" fmla="*/ 2 w 15"/>
                      <a:gd name="T15" fmla="*/ 13 h 24"/>
                      <a:gd name="T16" fmla="*/ 2 w 15"/>
                      <a:gd name="T17" fmla="*/ 0 h 24"/>
                      <a:gd name="T18" fmla="*/ 5 w 15"/>
                      <a:gd name="T19" fmla="*/ 1 h 24"/>
                      <a:gd name="T20" fmla="*/ 4 w 15"/>
                      <a:gd name="T21" fmla="*/ 3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5" h="24">
                        <a:moveTo>
                          <a:pt x="4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5"/>
                          <a:pt x="7" y="8"/>
                          <a:pt x="9" y="9"/>
                        </a:cubicBezTo>
                        <a:cubicBezTo>
                          <a:pt x="12" y="9"/>
                          <a:pt x="11" y="4"/>
                          <a:pt x="15" y="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9" y="16"/>
                          <a:pt x="10" y="24"/>
                          <a:pt x="2" y="24"/>
                        </a:cubicBezTo>
                        <a:cubicBezTo>
                          <a:pt x="0" y="17"/>
                          <a:pt x="6" y="16"/>
                          <a:pt x="8" y="12"/>
                        </a:cubicBezTo>
                        <a:cubicBezTo>
                          <a:pt x="5" y="12"/>
                          <a:pt x="5" y="14"/>
                          <a:pt x="2" y="13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1"/>
                          <a:pt x="3" y="1"/>
                          <a:pt x="5" y="1"/>
                        </a:cubicBezTo>
                        <a:lnTo>
                          <a:pt x="4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264"/>
                  <p:cNvSpPr>
                    <a:spLocks/>
                  </p:cNvSpPr>
                  <p:nvPr/>
                </p:nvSpPr>
                <p:spPr bwMode="auto">
                  <a:xfrm>
                    <a:off x="781" y="289"/>
                    <a:ext cx="25" cy="103"/>
                  </a:xfrm>
                  <a:custGeom>
                    <a:avLst/>
                    <a:gdLst>
                      <a:gd name="T0" fmla="*/ 16 w 17"/>
                      <a:gd name="T1" fmla="*/ 39 h 70"/>
                      <a:gd name="T2" fmla="*/ 13 w 17"/>
                      <a:gd name="T3" fmla="*/ 56 h 70"/>
                      <a:gd name="T4" fmla="*/ 16 w 17"/>
                      <a:gd name="T5" fmla="*/ 56 h 70"/>
                      <a:gd name="T6" fmla="*/ 11 w 17"/>
                      <a:gd name="T7" fmla="*/ 57 h 70"/>
                      <a:gd name="T8" fmla="*/ 16 w 17"/>
                      <a:gd name="T9" fmla="*/ 62 h 70"/>
                      <a:gd name="T10" fmla="*/ 16 w 17"/>
                      <a:gd name="T11" fmla="*/ 67 h 70"/>
                      <a:gd name="T12" fmla="*/ 10 w 17"/>
                      <a:gd name="T13" fmla="*/ 69 h 70"/>
                      <a:gd name="T14" fmla="*/ 5 w 17"/>
                      <a:gd name="T15" fmla="*/ 63 h 70"/>
                      <a:gd name="T16" fmla="*/ 4 w 17"/>
                      <a:gd name="T17" fmla="*/ 62 h 70"/>
                      <a:gd name="T18" fmla="*/ 2 w 17"/>
                      <a:gd name="T19" fmla="*/ 62 h 70"/>
                      <a:gd name="T20" fmla="*/ 2 w 17"/>
                      <a:gd name="T21" fmla="*/ 52 h 70"/>
                      <a:gd name="T22" fmla="*/ 3 w 17"/>
                      <a:gd name="T23" fmla="*/ 53 h 70"/>
                      <a:gd name="T24" fmla="*/ 3 w 17"/>
                      <a:gd name="T25" fmla="*/ 51 h 70"/>
                      <a:gd name="T26" fmla="*/ 11 w 17"/>
                      <a:gd name="T27" fmla="*/ 49 h 70"/>
                      <a:gd name="T28" fmla="*/ 3 w 17"/>
                      <a:gd name="T29" fmla="*/ 49 h 70"/>
                      <a:gd name="T30" fmla="*/ 3 w 17"/>
                      <a:gd name="T31" fmla="*/ 47 h 70"/>
                      <a:gd name="T32" fmla="*/ 2 w 17"/>
                      <a:gd name="T33" fmla="*/ 48 h 70"/>
                      <a:gd name="T34" fmla="*/ 5 w 17"/>
                      <a:gd name="T35" fmla="*/ 41 h 70"/>
                      <a:gd name="T36" fmla="*/ 2 w 17"/>
                      <a:gd name="T37" fmla="*/ 38 h 70"/>
                      <a:gd name="T38" fmla="*/ 5 w 17"/>
                      <a:gd name="T39" fmla="*/ 5 h 70"/>
                      <a:gd name="T40" fmla="*/ 5 w 17"/>
                      <a:gd name="T41" fmla="*/ 3 h 70"/>
                      <a:gd name="T42" fmla="*/ 6 w 17"/>
                      <a:gd name="T43" fmla="*/ 4 h 70"/>
                      <a:gd name="T44" fmla="*/ 7 w 17"/>
                      <a:gd name="T45" fmla="*/ 2 h 70"/>
                      <a:gd name="T46" fmla="*/ 15 w 17"/>
                      <a:gd name="T47" fmla="*/ 0 h 70"/>
                      <a:gd name="T48" fmla="*/ 16 w 17"/>
                      <a:gd name="T49" fmla="*/ 7 h 70"/>
                      <a:gd name="T50" fmla="*/ 11 w 17"/>
                      <a:gd name="T51" fmla="*/ 8 h 70"/>
                      <a:gd name="T52" fmla="*/ 16 w 17"/>
                      <a:gd name="T53" fmla="*/ 11 h 70"/>
                      <a:gd name="T54" fmla="*/ 16 w 17"/>
                      <a:gd name="T55" fmla="*/ 18 h 70"/>
                      <a:gd name="T56" fmla="*/ 10 w 17"/>
                      <a:gd name="T57" fmla="*/ 17 h 70"/>
                      <a:gd name="T58" fmla="*/ 11 w 17"/>
                      <a:gd name="T59" fmla="*/ 23 h 70"/>
                      <a:gd name="T60" fmla="*/ 10 w 17"/>
                      <a:gd name="T61" fmla="*/ 22 h 70"/>
                      <a:gd name="T62" fmla="*/ 10 w 17"/>
                      <a:gd name="T63" fmla="*/ 24 h 70"/>
                      <a:gd name="T64" fmla="*/ 5 w 17"/>
                      <a:gd name="T65" fmla="*/ 24 h 70"/>
                      <a:gd name="T66" fmla="*/ 5 w 17"/>
                      <a:gd name="T67" fmla="*/ 27 h 70"/>
                      <a:gd name="T68" fmla="*/ 10 w 17"/>
                      <a:gd name="T69" fmla="*/ 27 h 70"/>
                      <a:gd name="T70" fmla="*/ 10 w 17"/>
                      <a:gd name="T71" fmla="*/ 25 h 70"/>
                      <a:gd name="T72" fmla="*/ 11 w 17"/>
                      <a:gd name="T73" fmla="*/ 25 h 70"/>
                      <a:gd name="T74" fmla="*/ 11 w 17"/>
                      <a:gd name="T75" fmla="*/ 24 h 70"/>
                      <a:gd name="T76" fmla="*/ 16 w 17"/>
                      <a:gd name="T77" fmla="*/ 24 h 70"/>
                      <a:gd name="T78" fmla="*/ 16 w 17"/>
                      <a:gd name="T79" fmla="*/ 35 h 70"/>
                      <a:gd name="T80" fmla="*/ 14 w 17"/>
                      <a:gd name="T81" fmla="*/ 34 h 70"/>
                      <a:gd name="T82" fmla="*/ 13 w 17"/>
                      <a:gd name="T83" fmla="*/ 36 h 70"/>
                      <a:gd name="T84" fmla="*/ 11 w 17"/>
                      <a:gd name="T85" fmla="*/ 36 h 70"/>
                      <a:gd name="T86" fmla="*/ 13 w 17"/>
                      <a:gd name="T87" fmla="*/ 38 h 70"/>
                      <a:gd name="T88" fmla="*/ 14 w 17"/>
                      <a:gd name="T89" fmla="*/ 40 h 70"/>
                      <a:gd name="T90" fmla="*/ 16 w 17"/>
                      <a:gd name="T91" fmla="*/ 39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7" h="70">
                        <a:moveTo>
                          <a:pt x="16" y="39"/>
                        </a:moveTo>
                        <a:cubicBezTo>
                          <a:pt x="16" y="46"/>
                          <a:pt x="17" y="53"/>
                          <a:pt x="13" y="56"/>
                        </a:cubicBezTo>
                        <a:cubicBezTo>
                          <a:pt x="16" y="56"/>
                          <a:pt x="16" y="56"/>
                          <a:pt x="16" y="56"/>
                        </a:cubicBezTo>
                        <a:cubicBezTo>
                          <a:pt x="16" y="58"/>
                          <a:pt x="11" y="55"/>
                          <a:pt x="11" y="57"/>
                        </a:cubicBezTo>
                        <a:cubicBezTo>
                          <a:pt x="11" y="61"/>
                          <a:pt x="14" y="60"/>
                          <a:pt x="16" y="62"/>
                        </a:cubicBezTo>
                        <a:cubicBezTo>
                          <a:pt x="15" y="64"/>
                          <a:pt x="16" y="64"/>
                          <a:pt x="16" y="67"/>
                        </a:cubicBezTo>
                        <a:cubicBezTo>
                          <a:pt x="12" y="66"/>
                          <a:pt x="13" y="70"/>
                          <a:pt x="10" y="69"/>
                        </a:cubicBezTo>
                        <a:cubicBezTo>
                          <a:pt x="9" y="67"/>
                          <a:pt x="8" y="64"/>
                          <a:pt x="5" y="63"/>
                        </a:cubicBezTo>
                        <a:cubicBezTo>
                          <a:pt x="4" y="62"/>
                          <a:pt x="4" y="62"/>
                          <a:pt x="4" y="62"/>
                        </a:cubicBezTo>
                        <a:cubicBezTo>
                          <a:pt x="2" y="62"/>
                          <a:pt x="2" y="62"/>
                          <a:pt x="2" y="6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3" y="53"/>
                          <a:pt x="3" y="53"/>
                          <a:pt x="3" y="53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7" y="51"/>
                          <a:pt x="10" y="51"/>
                          <a:pt x="11" y="49"/>
                        </a:cubicBezTo>
                        <a:cubicBezTo>
                          <a:pt x="3" y="49"/>
                          <a:pt x="3" y="49"/>
                          <a:pt x="3" y="49"/>
                        </a:cubicBezTo>
                        <a:cubicBezTo>
                          <a:pt x="3" y="47"/>
                          <a:pt x="3" y="47"/>
                          <a:pt x="3" y="47"/>
                        </a:cubicBezTo>
                        <a:cubicBezTo>
                          <a:pt x="2" y="48"/>
                          <a:pt x="2" y="48"/>
                          <a:pt x="2" y="48"/>
                        </a:cubicBezTo>
                        <a:cubicBezTo>
                          <a:pt x="1" y="43"/>
                          <a:pt x="3" y="42"/>
                          <a:pt x="5" y="41"/>
                        </a:cubicBezTo>
                        <a:cubicBezTo>
                          <a:pt x="6" y="38"/>
                          <a:pt x="3" y="40"/>
                          <a:pt x="2" y="38"/>
                        </a:cubicBezTo>
                        <a:cubicBezTo>
                          <a:pt x="3" y="27"/>
                          <a:pt x="0" y="12"/>
                          <a:pt x="5" y="5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10" y="2"/>
                          <a:pt x="15" y="3"/>
                          <a:pt x="15" y="0"/>
                        </a:cubicBezTo>
                        <a:cubicBezTo>
                          <a:pt x="17" y="1"/>
                          <a:pt x="15" y="5"/>
                          <a:pt x="16" y="7"/>
                        </a:cubicBezTo>
                        <a:cubicBezTo>
                          <a:pt x="16" y="12"/>
                          <a:pt x="13" y="5"/>
                          <a:pt x="11" y="8"/>
                        </a:cubicBezTo>
                        <a:cubicBezTo>
                          <a:pt x="11" y="11"/>
                          <a:pt x="14" y="11"/>
                          <a:pt x="16" y="11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15" y="16"/>
                          <a:pt x="12" y="15"/>
                          <a:pt x="10" y="17"/>
                        </a:cubicBezTo>
                        <a:cubicBezTo>
                          <a:pt x="9" y="20"/>
                          <a:pt x="13" y="19"/>
                          <a:pt x="11" y="23"/>
                        </a:cubicBezTo>
                        <a:cubicBezTo>
                          <a:pt x="10" y="22"/>
                          <a:pt x="10" y="22"/>
                          <a:pt x="10" y="22"/>
                        </a:cubicBezTo>
                        <a:cubicBezTo>
                          <a:pt x="10" y="24"/>
                          <a:pt x="10" y="24"/>
                          <a:pt x="10" y="24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10" y="27"/>
                          <a:pt x="10" y="27"/>
                          <a:pt x="10" y="27"/>
                        </a:cubicBezTo>
                        <a:cubicBezTo>
                          <a:pt x="10" y="25"/>
                          <a:pt x="10" y="25"/>
                          <a:pt x="10" y="25"/>
                        </a:cubicBezTo>
                        <a:cubicBezTo>
                          <a:pt x="11" y="25"/>
                          <a:pt x="11" y="25"/>
                          <a:pt x="11" y="25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6" y="24"/>
                          <a:pt x="16" y="24"/>
                          <a:pt x="16" y="24"/>
                        </a:cubicBezTo>
                        <a:cubicBezTo>
                          <a:pt x="16" y="35"/>
                          <a:pt x="16" y="35"/>
                          <a:pt x="16" y="35"/>
                        </a:cubicBezTo>
                        <a:cubicBezTo>
                          <a:pt x="14" y="34"/>
                          <a:pt x="14" y="34"/>
                          <a:pt x="14" y="34"/>
                        </a:cubicBezTo>
                        <a:cubicBezTo>
                          <a:pt x="13" y="36"/>
                          <a:pt x="13" y="36"/>
                          <a:pt x="13" y="36"/>
                        </a:cubicBezTo>
                        <a:cubicBezTo>
                          <a:pt x="11" y="36"/>
                          <a:pt x="11" y="36"/>
                          <a:pt x="11" y="36"/>
                        </a:cubicBezTo>
                        <a:cubicBezTo>
                          <a:pt x="11" y="37"/>
                          <a:pt x="12" y="38"/>
                          <a:pt x="13" y="38"/>
                        </a:cubicBezTo>
                        <a:cubicBezTo>
                          <a:pt x="14" y="40"/>
                          <a:pt x="14" y="40"/>
                          <a:pt x="14" y="40"/>
                        </a:cubicBezTo>
                        <a:lnTo>
                          <a:pt x="16" y="3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265"/>
                  <p:cNvSpPr>
                    <a:spLocks/>
                  </p:cNvSpPr>
                  <p:nvPr/>
                </p:nvSpPr>
                <p:spPr bwMode="auto">
                  <a:xfrm>
                    <a:off x="784" y="383"/>
                    <a:ext cx="10" cy="9"/>
                  </a:xfrm>
                  <a:custGeom>
                    <a:avLst/>
                    <a:gdLst>
                      <a:gd name="T0" fmla="*/ 2 w 7"/>
                      <a:gd name="T1" fmla="*/ 1 h 6"/>
                      <a:gd name="T2" fmla="*/ 3 w 7"/>
                      <a:gd name="T3" fmla="*/ 0 h 6"/>
                      <a:gd name="T4" fmla="*/ 7 w 7"/>
                      <a:gd name="T5" fmla="*/ 4 h 6"/>
                      <a:gd name="T6" fmla="*/ 0 w 7"/>
                      <a:gd name="T7" fmla="*/ 4 h 6"/>
                      <a:gd name="T8" fmla="*/ 0 w 7"/>
                      <a:gd name="T9" fmla="*/ 1 h 6"/>
                      <a:gd name="T10" fmla="*/ 2 w 7"/>
                      <a:gd name="T11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5" y="4"/>
                          <a:pt x="7" y="4"/>
                        </a:cubicBezTo>
                        <a:cubicBezTo>
                          <a:pt x="6" y="6"/>
                          <a:pt x="1" y="5"/>
                          <a:pt x="0" y="4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5" name="Freeform 266"/>
                  <p:cNvSpPr>
                    <a:spLocks/>
                  </p:cNvSpPr>
                  <p:nvPr/>
                </p:nvSpPr>
                <p:spPr bwMode="auto">
                  <a:xfrm>
                    <a:off x="780" y="264"/>
                    <a:ext cx="20" cy="30"/>
                  </a:xfrm>
                  <a:custGeom>
                    <a:avLst/>
                    <a:gdLst>
                      <a:gd name="T0" fmla="*/ 7 w 14"/>
                      <a:gd name="T1" fmla="*/ 19 h 20"/>
                      <a:gd name="T2" fmla="*/ 6 w 14"/>
                      <a:gd name="T3" fmla="*/ 20 h 20"/>
                      <a:gd name="T4" fmla="*/ 5 w 14"/>
                      <a:gd name="T5" fmla="*/ 1 h 20"/>
                      <a:gd name="T6" fmla="*/ 8 w 14"/>
                      <a:gd name="T7" fmla="*/ 0 h 20"/>
                      <a:gd name="T8" fmla="*/ 10 w 14"/>
                      <a:gd name="T9" fmla="*/ 1 h 20"/>
                      <a:gd name="T10" fmla="*/ 11 w 14"/>
                      <a:gd name="T11" fmla="*/ 0 h 20"/>
                      <a:gd name="T12" fmla="*/ 14 w 14"/>
                      <a:gd name="T13" fmla="*/ 0 h 20"/>
                      <a:gd name="T14" fmla="*/ 14 w 14"/>
                      <a:gd name="T15" fmla="*/ 12 h 20"/>
                      <a:gd name="T16" fmla="*/ 13 w 14"/>
                      <a:gd name="T17" fmla="*/ 11 h 20"/>
                      <a:gd name="T18" fmla="*/ 12 w 14"/>
                      <a:gd name="T19" fmla="*/ 12 h 20"/>
                      <a:gd name="T20" fmla="*/ 9 w 14"/>
                      <a:gd name="T21" fmla="*/ 12 h 20"/>
                      <a:gd name="T22" fmla="*/ 8 w 14"/>
                      <a:gd name="T23" fmla="*/ 19 h 20"/>
                      <a:gd name="T24" fmla="*/ 7 w 14"/>
                      <a:gd name="T25" fmla="*/ 19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4" h="20">
                        <a:moveTo>
                          <a:pt x="7" y="19"/>
                        </a:move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0" y="18"/>
                          <a:pt x="4" y="6"/>
                          <a:pt x="5" y="1"/>
                        </a:cubicBezTo>
                        <a:cubicBezTo>
                          <a:pt x="6" y="1"/>
                          <a:pt x="8" y="2"/>
                          <a:pt x="8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1" y="0"/>
                          <a:pt x="11" y="0"/>
                          <a:pt x="11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4"/>
                          <a:pt x="14" y="6"/>
                          <a:pt x="14" y="12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2" y="12"/>
                          <a:pt x="12" y="12"/>
                          <a:pt x="12" y="12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cubicBezTo>
                          <a:pt x="7" y="13"/>
                          <a:pt x="9" y="17"/>
                          <a:pt x="8" y="19"/>
                        </a:cubicBezTo>
                        <a:lnTo>
                          <a:pt x="7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267"/>
                  <p:cNvSpPr>
                    <a:spLocks/>
                  </p:cNvSpPr>
                  <p:nvPr/>
                </p:nvSpPr>
                <p:spPr bwMode="auto">
                  <a:xfrm>
                    <a:off x="783" y="245"/>
                    <a:ext cx="23" cy="19"/>
                  </a:xfrm>
                  <a:custGeom>
                    <a:avLst/>
                    <a:gdLst>
                      <a:gd name="T0" fmla="*/ 7 w 16"/>
                      <a:gd name="T1" fmla="*/ 11 h 13"/>
                      <a:gd name="T2" fmla="*/ 6 w 16"/>
                      <a:gd name="T3" fmla="*/ 11 h 13"/>
                      <a:gd name="T4" fmla="*/ 2 w 16"/>
                      <a:gd name="T5" fmla="*/ 13 h 13"/>
                      <a:gd name="T6" fmla="*/ 1 w 16"/>
                      <a:gd name="T7" fmla="*/ 5 h 13"/>
                      <a:gd name="T8" fmla="*/ 14 w 16"/>
                      <a:gd name="T9" fmla="*/ 0 h 13"/>
                      <a:gd name="T10" fmla="*/ 15 w 16"/>
                      <a:gd name="T11" fmla="*/ 11 h 13"/>
                      <a:gd name="T12" fmla="*/ 9 w 16"/>
                      <a:gd name="T13" fmla="*/ 11 h 13"/>
                      <a:gd name="T14" fmla="*/ 9 w 16"/>
                      <a:gd name="T15" fmla="*/ 12 h 13"/>
                      <a:gd name="T16" fmla="*/ 7 w 16"/>
                      <a:gd name="T17" fmla="*/ 11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6" h="13">
                        <a:moveTo>
                          <a:pt x="7" y="11"/>
                        </a:move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3" y="10"/>
                          <a:pt x="2" y="12"/>
                          <a:pt x="2" y="13"/>
                        </a:cubicBezTo>
                        <a:cubicBezTo>
                          <a:pt x="0" y="12"/>
                          <a:pt x="2" y="7"/>
                          <a:pt x="1" y="5"/>
                        </a:cubicBezTo>
                        <a:cubicBezTo>
                          <a:pt x="5" y="3"/>
                          <a:pt x="10" y="2"/>
                          <a:pt x="14" y="0"/>
                        </a:cubicBezTo>
                        <a:cubicBezTo>
                          <a:pt x="16" y="2"/>
                          <a:pt x="14" y="7"/>
                          <a:pt x="15" y="11"/>
                        </a:cubicBezTo>
                        <a:cubicBezTo>
                          <a:pt x="9" y="11"/>
                          <a:pt x="9" y="11"/>
                          <a:pt x="9" y="11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lnTo>
                          <a:pt x="7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268"/>
                  <p:cNvSpPr>
                    <a:spLocks/>
                  </p:cNvSpPr>
                  <p:nvPr/>
                </p:nvSpPr>
                <p:spPr bwMode="auto">
                  <a:xfrm>
                    <a:off x="1103" y="245"/>
                    <a:ext cx="20" cy="28"/>
                  </a:xfrm>
                  <a:custGeom>
                    <a:avLst/>
                    <a:gdLst>
                      <a:gd name="T0" fmla="*/ 0 w 14"/>
                      <a:gd name="T1" fmla="*/ 17 h 19"/>
                      <a:gd name="T2" fmla="*/ 0 w 14"/>
                      <a:gd name="T3" fmla="*/ 0 h 19"/>
                      <a:gd name="T4" fmla="*/ 14 w 14"/>
                      <a:gd name="T5" fmla="*/ 5 h 19"/>
                      <a:gd name="T6" fmla="*/ 14 w 14"/>
                      <a:gd name="T7" fmla="*/ 17 h 19"/>
                      <a:gd name="T8" fmla="*/ 13 w 14"/>
                      <a:gd name="T9" fmla="*/ 16 h 19"/>
                      <a:gd name="T10" fmla="*/ 12 w 14"/>
                      <a:gd name="T11" fmla="*/ 18 h 19"/>
                      <a:gd name="T12" fmla="*/ 8 w 14"/>
                      <a:gd name="T13" fmla="*/ 19 h 19"/>
                      <a:gd name="T14" fmla="*/ 7 w 14"/>
                      <a:gd name="T15" fmla="*/ 18 h 19"/>
                      <a:gd name="T16" fmla="*/ 6 w 14"/>
                      <a:gd name="T17" fmla="*/ 18 h 19"/>
                      <a:gd name="T18" fmla="*/ 1 w 14"/>
                      <a:gd name="T19" fmla="*/ 18 h 19"/>
                      <a:gd name="T20" fmla="*/ 2 w 14"/>
                      <a:gd name="T21" fmla="*/ 16 h 19"/>
                      <a:gd name="T22" fmla="*/ 0 w 14"/>
                      <a:gd name="T23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4" h="19">
                        <a:moveTo>
                          <a:pt x="0" y="17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1"/>
                          <a:pt x="9" y="3"/>
                          <a:pt x="14" y="5"/>
                        </a:cubicBezTo>
                        <a:cubicBezTo>
                          <a:pt x="14" y="17"/>
                          <a:pt x="14" y="17"/>
                          <a:pt x="14" y="17"/>
                        </a:cubicBezTo>
                        <a:cubicBezTo>
                          <a:pt x="13" y="16"/>
                          <a:pt x="13" y="16"/>
                          <a:pt x="13" y="16"/>
                        </a:cubicBezTo>
                        <a:cubicBezTo>
                          <a:pt x="12" y="18"/>
                          <a:pt x="12" y="18"/>
                          <a:pt x="12" y="18"/>
                        </a:cubicBezTo>
                        <a:cubicBezTo>
                          <a:pt x="11" y="18"/>
                          <a:pt x="8" y="17"/>
                          <a:pt x="8" y="19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1" y="18"/>
                          <a:pt x="1" y="18"/>
                          <a:pt x="1" y="18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8" name="Freeform 269"/>
                  <p:cNvSpPr>
                    <a:spLocks/>
                  </p:cNvSpPr>
                  <p:nvPr/>
                </p:nvSpPr>
                <p:spPr bwMode="auto">
                  <a:xfrm>
                    <a:off x="1101" y="273"/>
                    <a:ext cx="27" cy="111"/>
                  </a:xfrm>
                  <a:custGeom>
                    <a:avLst/>
                    <a:gdLst>
                      <a:gd name="T0" fmla="*/ 13 w 18"/>
                      <a:gd name="T1" fmla="*/ 2 h 76"/>
                      <a:gd name="T2" fmla="*/ 15 w 18"/>
                      <a:gd name="T3" fmla="*/ 1 h 76"/>
                      <a:gd name="T4" fmla="*/ 15 w 18"/>
                      <a:gd name="T5" fmla="*/ 10 h 76"/>
                      <a:gd name="T6" fmla="*/ 13 w 18"/>
                      <a:gd name="T7" fmla="*/ 10 h 76"/>
                      <a:gd name="T8" fmla="*/ 13 w 18"/>
                      <a:gd name="T9" fmla="*/ 12 h 76"/>
                      <a:gd name="T10" fmla="*/ 6 w 18"/>
                      <a:gd name="T11" fmla="*/ 10 h 76"/>
                      <a:gd name="T12" fmla="*/ 6 w 18"/>
                      <a:gd name="T13" fmla="*/ 15 h 76"/>
                      <a:gd name="T14" fmla="*/ 13 w 18"/>
                      <a:gd name="T15" fmla="*/ 15 h 76"/>
                      <a:gd name="T16" fmla="*/ 13 w 18"/>
                      <a:gd name="T17" fmla="*/ 17 h 76"/>
                      <a:gd name="T18" fmla="*/ 15 w 18"/>
                      <a:gd name="T19" fmla="*/ 17 h 76"/>
                      <a:gd name="T20" fmla="*/ 15 w 18"/>
                      <a:gd name="T21" fmla="*/ 19 h 76"/>
                      <a:gd name="T22" fmla="*/ 14 w 18"/>
                      <a:gd name="T23" fmla="*/ 19 h 76"/>
                      <a:gd name="T24" fmla="*/ 13 w 18"/>
                      <a:gd name="T25" fmla="*/ 20 h 76"/>
                      <a:gd name="T26" fmla="*/ 11 w 18"/>
                      <a:gd name="T27" fmla="*/ 19 h 76"/>
                      <a:gd name="T28" fmla="*/ 13 w 18"/>
                      <a:gd name="T29" fmla="*/ 22 h 76"/>
                      <a:gd name="T30" fmla="*/ 14 w 18"/>
                      <a:gd name="T31" fmla="*/ 23 h 76"/>
                      <a:gd name="T32" fmla="*/ 15 w 18"/>
                      <a:gd name="T33" fmla="*/ 23 h 76"/>
                      <a:gd name="T34" fmla="*/ 13 w 18"/>
                      <a:gd name="T35" fmla="*/ 29 h 76"/>
                      <a:gd name="T36" fmla="*/ 15 w 18"/>
                      <a:gd name="T37" fmla="*/ 38 h 76"/>
                      <a:gd name="T38" fmla="*/ 14 w 18"/>
                      <a:gd name="T39" fmla="*/ 38 h 76"/>
                      <a:gd name="T40" fmla="*/ 12 w 18"/>
                      <a:gd name="T41" fmla="*/ 38 h 76"/>
                      <a:gd name="T42" fmla="*/ 7 w 18"/>
                      <a:gd name="T43" fmla="*/ 43 h 76"/>
                      <a:gd name="T44" fmla="*/ 13 w 18"/>
                      <a:gd name="T45" fmla="*/ 41 h 76"/>
                      <a:gd name="T46" fmla="*/ 14 w 18"/>
                      <a:gd name="T47" fmla="*/ 42 h 76"/>
                      <a:gd name="T48" fmla="*/ 15 w 18"/>
                      <a:gd name="T49" fmla="*/ 42 h 76"/>
                      <a:gd name="T50" fmla="*/ 12 w 18"/>
                      <a:gd name="T51" fmla="*/ 67 h 76"/>
                      <a:gd name="T52" fmla="*/ 10 w 18"/>
                      <a:gd name="T53" fmla="*/ 67 h 76"/>
                      <a:gd name="T54" fmla="*/ 9 w 18"/>
                      <a:gd name="T55" fmla="*/ 67 h 76"/>
                      <a:gd name="T56" fmla="*/ 7 w 18"/>
                      <a:gd name="T57" fmla="*/ 65 h 76"/>
                      <a:gd name="T58" fmla="*/ 9 w 18"/>
                      <a:gd name="T59" fmla="*/ 68 h 76"/>
                      <a:gd name="T60" fmla="*/ 9 w 18"/>
                      <a:gd name="T61" fmla="*/ 70 h 76"/>
                      <a:gd name="T62" fmla="*/ 12 w 18"/>
                      <a:gd name="T63" fmla="*/ 70 h 76"/>
                      <a:gd name="T64" fmla="*/ 14 w 18"/>
                      <a:gd name="T65" fmla="*/ 68 h 76"/>
                      <a:gd name="T66" fmla="*/ 15 w 18"/>
                      <a:gd name="T67" fmla="*/ 76 h 76"/>
                      <a:gd name="T68" fmla="*/ 1 w 18"/>
                      <a:gd name="T69" fmla="*/ 70 h 76"/>
                      <a:gd name="T70" fmla="*/ 1 w 18"/>
                      <a:gd name="T71" fmla="*/ 61 h 76"/>
                      <a:gd name="T72" fmla="*/ 7 w 18"/>
                      <a:gd name="T73" fmla="*/ 61 h 76"/>
                      <a:gd name="T74" fmla="*/ 1 w 18"/>
                      <a:gd name="T75" fmla="*/ 56 h 76"/>
                      <a:gd name="T76" fmla="*/ 1 w 18"/>
                      <a:gd name="T77" fmla="*/ 21 h 76"/>
                      <a:gd name="T78" fmla="*/ 5 w 18"/>
                      <a:gd name="T79" fmla="*/ 18 h 76"/>
                      <a:gd name="T80" fmla="*/ 1 w 18"/>
                      <a:gd name="T81" fmla="*/ 6 h 76"/>
                      <a:gd name="T82" fmla="*/ 12 w 18"/>
                      <a:gd name="T83" fmla="*/ 5 h 76"/>
                      <a:gd name="T84" fmla="*/ 2 w 18"/>
                      <a:gd name="T85" fmla="*/ 6 h 76"/>
                      <a:gd name="T86" fmla="*/ 1 w 18"/>
                      <a:gd name="T87" fmla="*/ 0 h 76"/>
                      <a:gd name="T88" fmla="*/ 3 w 18"/>
                      <a:gd name="T89" fmla="*/ 1 h 76"/>
                      <a:gd name="T90" fmla="*/ 2 w 18"/>
                      <a:gd name="T91" fmla="*/ 0 h 76"/>
                      <a:gd name="T92" fmla="*/ 7 w 18"/>
                      <a:gd name="T93" fmla="*/ 0 h 76"/>
                      <a:gd name="T94" fmla="*/ 8 w 18"/>
                      <a:gd name="T95" fmla="*/ 2 h 76"/>
                      <a:gd name="T96" fmla="*/ 9 w 18"/>
                      <a:gd name="T97" fmla="*/ 0 h 76"/>
                      <a:gd name="T98" fmla="*/ 13 w 18"/>
                      <a:gd name="T99" fmla="*/ 0 h 76"/>
                      <a:gd name="T100" fmla="*/ 13 w 18"/>
                      <a:gd name="T101" fmla="*/ 2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18" h="7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10"/>
                          <a:pt x="15" y="10"/>
                          <a:pt x="15" y="10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3" y="12"/>
                          <a:pt x="13" y="12"/>
                          <a:pt x="13" y="12"/>
                        </a:cubicBezTo>
                        <a:cubicBezTo>
                          <a:pt x="10" y="12"/>
                          <a:pt x="10" y="9"/>
                          <a:pt x="6" y="10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3" y="17"/>
                          <a:pt x="13" y="17"/>
                          <a:pt x="13" y="17"/>
                        </a:cubicBezTo>
                        <a:cubicBezTo>
                          <a:pt x="15" y="17"/>
                          <a:pt x="15" y="17"/>
                          <a:pt x="15" y="17"/>
                        </a:cubicBezTo>
                        <a:cubicBezTo>
                          <a:pt x="15" y="19"/>
                          <a:pt x="15" y="19"/>
                          <a:pt x="15" y="19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2" y="20"/>
                          <a:pt x="12" y="16"/>
                          <a:pt x="11" y="19"/>
                        </a:cubicBezTo>
                        <a:cubicBezTo>
                          <a:pt x="12" y="19"/>
                          <a:pt x="11" y="22"/>
                          <a:pt x="13" y="22"/>
                        </a:cubicBezTo>
                        <a:cubicBezTo>
                          <a:pt x="14" y="23"/>
                          <a:pt x="14" y="23"/>
                          <a:pt x="14" y="23"/>
                        </a:cubicBezTo>
                        <a:cubicBezTo>
                          <a:pt x="15" y="23"/>
                          <a:pt x="15" y="23"/>
                          <a:pt x="15" y="23"/>
                        </a:cubicBezTo>
                        <a:cubicBezTo>
                          <a:pt x="15" y="26"/>
                          <a:pt x="15" y="29"/>
                          <a:pt x="13" y="29"/>
                        </a:cubicBezTo>
                        <a:cubicBezTo>
                          <a:pt x="14" y="32"/>
                          <a:pt x="16" y="33"/>
                          <a:pt x="15" y="38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2" y="38"/>
                          <a:pt x="12" y="38"/>
                          <a:pt x="12" y="38"/>
                        </a:cubicBezTo>
                        <a:cubicBezTo>
                          <a:pt x="10" y="39"/>
                          <a:pt x="8" y="41"/>
                          <a:pt x="7" y="43"/>
                        </a:cubicBezTo>
                        <a:cubicBezTo>
                          <a:pt x="11" y="44"/>
                          <a:pt x="11" y="42"/>
                          <a:pt x="13" y="41"/>
                        </a:cubicBezTo>
                        <a:cubicBezTo>
                          <a:pt x="14" y="42"/>
                          <a:pt x="14" y="42"/>
                          <a:pt x="14" y="42"/>
                        </a:cubicBezTo>
                        <a:cubicBezTo>
                          <a:pt x="15" y="42"/>
                          <a:pt x="15" y="42"/>
                          <a:pt x="15" y="42"/>
                        </a:cubicBezTo>
                        <a:cubicBezTo>
                          <a:pt x="14" y="51"/>
                          <a:pt x="18" y="64"/>
                          <a:pt x="12" y="67"/>
                        </a:cubicBez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9" y="67"/>
                          <a:pt x="9" y="67"/>
                          <a:pt x="9" y="67"/>
                        </a:cubicBezTo>
                        <a:cubicBezTo>
                          <a:pt x="8" y="66"/>
                          <a:pt x="8" y="65"/>
                          <a:pt x="7" y="65"/>
                        </a:cubicBezTo>
                        <a:cubicBezTo>
                          <a:pt x="7" y="67"/>
                          <a:pt x="7" y="68"/>
                          <a:pt x="9" y="68"/>
                        </a:cubicBezTo>
                        <a:cubicBezTo>
                          <a:pt x="9" y="70"/>
                          <a:pt x="9" y="70"/>
                          <a:pt x="9" y="70"/>
                        </a:cubicBezTo>
                        <a:cubicBezTo>
                          <a:pt x="12" y="70"/>
                          <a:pt x="12" y="70"/>
                          <a:pt x="12" y="70"/>
                        </a:cubicBezTo>
                        <a:cubicBezTo>
                          <a:pt x="12" y="72"/>
                          <a:pt x="15" y="70"/>
                          <a:pt x="14" y="68"/>
                        </a:cubicBezTo>
                        <a:cubicBezTo>
                          <a:pt x="16" y="69"/>
                          <a:pt x="14" y="74"/>
                          <a:pt x="15" y="76"/>
                        </a:cubicBezTo>
                        <a:cubicBezTo>
                          <a:pt x="11" y="74"/>
                          <a:pt x="6" y="71"/>
                          <a:pt x="1" y="70"/>
                        </a:cubicBezTo>
                        <a:cubicBezTo>
                          <a:pt x="1" y="61"/>
                          <a:pt x="1" y="61"/>
                          <a:pt x="1" y="61"/>
                        </a:cubicBezTo>
                        <a:cubicBezTo>
                          <a:pt x="7" y="61"/>
                          <a:pt x="7" y="61"/>
                          <a:pt x="7" y="61"/>
                        </a:cubicBezTo>
                        <a:cubicBezTo>
                          <a:pt x="7" y="58"/>
                          <a:pt x="4" y="57"/>
                          <a:pt x="1" y="56"/>
                        </a:cubicBezTo>
                        <a:cubicBezTo>
                          <a:pt x="1" y="21"/>
                          <a:pt x="1" y="21"/>
                          <a:pt x="1" y="21"/>
                        </a:cubicBezTo>
                        <a:cubicBezTo>
                          <a:pt x="1" y="19"/>
                          <a:pt x="3" y="18"/>
                          <a:pt x="5" y="18"/>
                        </a:cubicBezTo>
                        <a:cubicBezTo>
                          <a:pt x="1" y="16"/>
                          <a:pt x="1" y="12"/>
                          <a:pt x="1" y="6"/>
                        </a:cubicBezTo>
                        <a:cubicBezTo>
                          <a:pt x="5" y="6"/>
                          <a:pt x="11" y="8"/>
                          <a:pt x="12" y="5"/>
                        </a:cubicBezTo>
                        <a:cubicBezTo>
                          <a:pt x="11" y="2"/>
                          <a:pt x="4" y="4"/>
                          <a:pt x="2" y="6"/>
                        </a:cubicBezTo>
                        <a:cubicBezTo>
                          <a:pt x="0" y="5"/>
                          <a:pt x="2" y="2"/>
                          <a:pt x="1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270"/>
                  <p:cNvSpPr>
                    <a:spLocks/>
                  </p:cNvSpPr>
                  <p:nvPr/>
                </p:nvSpPr>
                <p:spPr bwMode="auto">
                  <a:xfrm>
                    <a:off x="1151" y="269"/>
                    <a:ext cx="25" cy="114"/>
                  </a:xfrm>
                  <a:custGeom>
                    <a:avLst/>
                    <a:gdLst>
                      <a:gd name="T0" fmla="*/ 3 w 17"/>
                      <a:gd name="T1" fmla="*/ 77 h 78"/>
                      <a:gd name="T2" fmla="*/ 6 w 17"/>
                      <a:gd name="T3" fmla="*/ 54 h 78"/>
                      <a:gd name="T4" fmla="*/ 3 w 17"/>
                      <a:gd name="T5" fmla="*/ 24 h 78"/>
                      <a:gd name="T6" fmla="*/ 14 w 17"/>
                      <a:gd name="T7" fmla="*/ 10 h 78"/>
                      <a:gd name="T8" fmla="*/ 7 w 17"/>
                      <a:gd name="T9" fmla="*/ 14 h 78"/>
                      <a:gd name="T10" fmla="*/ 9 w 17"/>
                      <a:gd name="T11" fmla="*/ 19 h 78"/>
                      <a:gd name="T12" fmla="*/ 5 w 17"/>
                      <a:gd name="T13" fmla="*/ 21 h 78"/>
                      <a:gd name="T14" fmla="*/ 3 w 17"/>
                      <a:gd name="T15" fmla="*/ 0 h 78"/>
                      <a:gd name="T16" fmla="*/ 17 w 17"/>
                      <a:gd name="T17" fmla="*/ 7 h 78"/>
                      <a:gd name="T18" fmla="*/ 17 w 17"/>
                      <a:gd name="T19" fmla="*/ 66 h 78"/>
                      <a:gd name="T20" fmla="*/ 8 w 17"/>
                      <a:gd name="T21" fmla="*/ 64 h 78"/>
                      <a:gd name="T22" fmla="*/ 17 w 17"/>
                      <a:gd name="T23" fmla="*/ 70 h 78"/>
                      <a:gd name="T24" fmla="*/ 5 w 17"/>
                      <a:gd name="T25" fmla="*/ 78 h 78"/>
                      <a:gd name="T26" fmla="*/ 5 w 17"/>
                      <a:gd name="T27" fmla="*/ 77 h 78"/>
                      <a:gd name="T28" fmla="*/ 3 w 17"/>
                      <a:gd name="T29" fmla="*/ 77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78">
                        <a:moveTo>
                          <a:pt x="3" y="77"/>
                        </a:moveTo>
                        <a:cubicBezTo>
                          <a:pt x="4" y="69"/>
                          <a:pt x="1" y="58"/>
                          <a:pt x="6" y="54"/>
                        </a:cubicBezTo>
                        <a:cubicBezTo>
                          <a:pt x="0" y="47"/>
                          <a:pt x="6" y="33"/>
                          <a:pt x="3" y="24"/>
                        </a:cubicBezTo>
                        <a:cubicBezTo>
                          <a:pt x="14" y="25"/>
                          <a:pt x="11" y="15"/>
                          <a:pt x="14" y="10"/>
                        </a:cubicBezTo>
                        <a:cubicBezTo>
                          <a:pt x="11" y="11"/>
                          <a:pt x="9" y="12"/>
                          <a:pt x="7" y="14"/>
                        </a:cubicBezTo>
                        <a:cubicBezTo>
                          <a:pt x="6" y="17"/>
                          <a:pt x="8" y="17"/>
                          <a:pt x="9" y="19"/>
                        </a:cubicBezTo>
                        <a:cubicBezTo>
                          <a:pt x="9" y="21"/>
                          <a:pt x="5" y="19"/>
                          <a:pt x="5" y="21"/>
                        </a:cubicBezTo>
                        <a:cubicBezTo>
                          <a:pt x="1" y="16"/>
                          <a:pt x="6" y="6"/>
                          <a:pt x="3" y="0"/>
                        </a:cubicBezTo>
                        <a:cubicBezTo>
                          <a:pt x="8" y="2"/>
                          <a:pt x="13" y="4"/>
                          <a:pt x="17" y="7"/>
                        </a:cubicBezTo>
                        <a:cubicBezTo>
                          <a:pt x="17" y="28"/>
                          <a:pt x="17" y="45"/>
                          <a:pt x="17" y="66"/>
                        </a:cubicBezTo>
                        <a:cubicBezTo>
                          <a:pt x="13" y="67"/>
                          <a:pt x="13" y="64"/>
                          <a:pt x="8" y="64"/>
                        </a:cubicBezTo>
                        <a:cubicBezTo>
                          <a:pt x="8" y="70"/>
                          <a:pt x="14" y="69"/>
                          <a:pt x="17" y="70"/>
                        </a:cubicBezTo>
                        <a:cubicBezTo>
                          <a:pt x="17" y="76"/>
                          <a:pt x="9" y="75"/>
                          <a:pt x="5" y="78"/>
                        </a:cubicBezTo>
                        <a:cubicBezTo>
                          <a:pt x="5" y="77"/>
                          <a:pt x="5" y="77"/>
                          <a:pt x="5" y="77"/>
                        </a:cubicBezTo>
                        <a:lnTo>
                          <a:pt x="3" y="7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271"/>
                  <p:cNvSpPr>
                    <a:spLocks/>
                  </p:cNvSpPr>
                  <p:nvPr/>
                </p:nvSpPr>
                <p:spPr bwMode="auto">
                  <a:xfrm>
                    <a:off x="904" y="276"/>
                    <a:ext cx="9" cy="10"/>
                  </a:xfrm>
                  <a:custGeom>
                    <a:avLst/>
                    <a:gdLst>
                      <a:gd name="T0" fmla="*/ 3 w 6"/>
                      <a:gd name="T1" fmla="*/ 0 h 7"/>
                      <a:gd name="T2" fmla="*/ 5 w 6"/>
                      <a:gd name="T3" fmla="*/ 7 h 7"/>
                      <a:gd name="T4" fmla="*/ 1 w 6"/>
                      <a:gd name="T5" fmla="*/ 4 h 7"/>
                      <a:gd name="T6" fmla="*/ 3 w 6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3" y="0"/>
                        </a:moveTo>
                        <a:cubicBezTo>
                          <a:pt x="6" y="0"/>
                          <a:pt x="4" y="5"/>
                          <a:pt x="5" y="7"/>
                        </a:cubicBezTo>
                        <a:cubicBezTo>
                          <a:pt x="2" y="7"/>
                          <a:pt x="1" y="6"/>
                          <a:pt x="1" y="4"/>
                        </a:cubicBezTo>
                        <a:cubicBezTo>
                          <a:pt x="0" y="2"/>
                          <a:pt x="3" y="2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1" name="Freeform 272"/>
                  <p:cNvSpPr>
                    <a:spLocks/>
                  </p:cNvSpPr>
                  <p:nvPr/>
                </p:nvSpPr>
                <p:spPr bwMode="auto">
                  <a:xfrm>
                    <a:off x="732" y="279"/>
                    <a:ext cx="21" cy="111"/>
                  </a:xfrm>
                  <a:custGeom>
                    <a:avLst/>
                    <a:gdLst>
                      <a:gd name="T0" fmla="*/ 2 w 15"/>
                      <a:gd name="T1" fmla="*/ 76 h 76"/>
                      <a:gd name="T2" fmla="*/ 0 w 15"/>
                      <a:gd name="T3" fmla="*/ 76 h 76"/>
                      <a:gd name="T4" fmla="*/ 0 w 15"/>
                      <a:gd name="T5" fmla="*/ 52 h 76"/>
                      <a:gd name="T6" fmla="*/ 6 w 15"/>
                      <a:gd name="T7" fmla="*/ 52 h 76"/>
                      <a:gd name="T8" fmla="*/ 0 w 15"/>
                      <a:gd name="T9" fmla="*/ 48 h 76"/>
                      <a:gd name="T10" fmla="*/ 0 w 15"/>
                      <a:gd name="T11" fmla="*/ 38 h 76"/>
                      <a:gd name="T12" fmla="*/ 4 w 15"/>
                      <a:gd name="T13" fmla="*/ 39 h 76"/>
                      <a:gd name="T14" fmla="*/ 0 w 15"/>
                      <a:gd name="T15" fmla="*/ 32 h 76"/>
                      <a:gd name="T16" fmla="*/ 0 w 15"/>
                      <a:gd name="T17" fmla="*/ 0 h 76"/>
                      <a:gd name="T18" fmla="*/ 9 w 15"/>
                      <a:gd name="T19" fmla="*/ 3 h 76"/>
                      <a:gd name="T20" fmla="*/ 7 w 15"/>
                      <a:gd name="T21" fmla="*/ 4 h 76"/>
                      <a:gd name="T22" fmla="*/ 8 w 15"/>
                      <a:gd name="T23" fmla="*/ 6 h 76"/>
                      <a:gd name="T24" fmla="*/ 7 w 15"/>
                      <a:gd name="T25" fmla="*/ 6 h 76"/>
                      <a:gd name="T26" fmla="*/ 8 w 15"/>
                      <a:gd name="T27" fmla="*/ 9 h 76"/>
                      <a:gd name="T28" fmla="*/ 6 w 15"/>
                      <a:gd name="T29" fmla="*/ 10 h 76"/>
                      <a:gd name="T30" fmla="*/ 7 w 15"/>
                      <a:gd name="T31" fmla="*/ 11 h 76"/>
                      <a:gd name="T32" fmla="*/ 6 w 15"/>
                      <a:gd name="T33" fmla="*/ 11 h 76"/>
                      <a:gd name="T34" fmla="*/ 6 w 15"/>
                      <a:gd name="T35" fmla="*/ 16 h 76"/>
                      <a:gd name="T36" fmla="*/ 12 w 15"/>
                      <a:gd name="T37" fmla="*/ 15 h 76"/>
                      <a:gd name="T38" fmla="*/ 12 w 15"/>
                      <a:gd name="T39" fmla="*/ 17 h 76"/>
                      <a:gd name="T40" fmla="*/ 14 w 15"/>
                      <a:gd name="T41" fmla="*/ 16 h 76"/>
                      <a:gd name="T42" fmla="*/ 14 w 15"/>
                      <a:gd name="T43" fmla="*/ 22 h 76"/>
                      <a:gd name="T44" fmla="*/ 6 w 15"/>
                      <a:gd name="T45" fmla="*/ 29 h 76"/>
                      <a:gd name="T46" fmla="*/ 14 w 15"/>
                      <a:gd name="T47" fmla="*/ 34 h 76"/>
                      <a:gd name="T48" fmla="*/ 10 w 15"/>
                      <a:gd name="T49" fmla="*/ 44 h 76"/>
                      <a:gd name="T50" fmla="*/ 14 w 15"/>
                      <a:gd name="T51" fmla="*/ 45 h 76"/>
                      <a:gd name="T52" fmla="*/ 14 w 15"/>
                      <a:gd name="T53" fmla="*/ 60 h 76"/>
                      <a:gd name="T54" fmla="*/ 8 w 15"/>
                      <a:gd name="T55" fmla="*/ 59 h 76"/>
                      <a:gd name="T56" fmla="*/ 14 w 15"/>
                      <a:gd name="T57" fmla="*/ 76 h 76"/>
                      <a:gd name="T58" fmla="*/ 7 w 15"/>
                      <a:gd name="T59" fmla="*/ 76 h 76"/>
                      <a:gd name="T60" fmla="*/ 7 w 15"/>
                      <a:gd name="T61" fmla="*/ 75 h 76"/>
                      <a:gd name="T62" fmla="*/ 6 w 15"/>
                      <a:gd name="T63" fmla="*/ 75 h 76"/>
                      <a:gd name="T64" fmla="*/ 7 w 15"/>
                      <a:gd name="T65" fmla="*/ 71 h 76"/>
                      <a:gd name="T66" fmla="*/ 3 w 15"/>
                      <a:gd name="T67" fmla="*/ 71 h 76"/>
                      <a:gd name="T68" fmla="*/ 3 w 15"/>
                      <a:gd name="T69" fmla="*/ 75 h 76"/>
                      <a:gd name="T70" fmla="*/ 2 w 15"/>
                      <a:gd name="T71" fmla="*/ 75 h 76"/>
                      <a:gd name="T72" fmla="*/ 2 w 15"/>
                      <a:gd name="T73" fmla="*/ 76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5" h="76">
                        <a:moveTo>
                          <a:pt x="2" y="76"/>
                        </a:moveTo>
                        <a:cubicBezTo>
                          <a:pt x="0" y="76"/>
                          <a:pt x="0" y="76"/>
                          <a:pt x="0" y="76"/>
                        </a:cubicBezTo>
                        <a:cubicBezTo>
                          <a:pt x="0" y="52"/>
                          <a:pt x="0" y="52"/>
                          <a:pt x="0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6" y="48"/>
                          <a:pt x="4" y="48"/>
                          <a:pt x="0" y="4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1" y="39"/>
                          <a:pt x="3" y="38"/>
                          <a:pt x="4" y="39"/>
                        </a:cubicBezTo>
                        <a:cubicBezTo>
                          <a:pt x="4" y="36"/>
                          <a:pt x="2" y="34"/>
                          <a:pt x="0" y="32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7" y="1"/>
                          <a:pt x="9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7"/>
                          <a:pt x="8" y="8"/>
                          <a:pt x="8" y="9"/>
                        </a:cubicBezTo>
                        <a:cubicBezTo>
                          <a:pt x="6" y="10"/>
                          <a:pt x="6" y="10"/>
                          <a:pt x="6" y="10"/>
                        </a:cubicBezTo>
                        <a:cubicBezTo>
                          <a:pt x="7" y="11"/>
                          <a:pt x="7" y="11"/>
                          <a:pt x="7" y="11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9" y="17"/>
                          <a:pt x="9" y="15"/>
                          <a:pt x="12" y="15"/>
                        </a:cubicBezTo>
                        <a:cubicBezTo>
                          <a:pt x="12" y="17"/>
                          <a:pt x="12" y="17"/>
                          <a:pt x="12" y="17"/>
                        </a:cubicBezTo>
                        <a:cubicBezTo>
                          <a:pt x="14" y="16"/>
                          <a:pt x="14" y="16"/>
                          <a:pt x="14" y="16"/>
                        </a:cubicBezTo>
                        <a:cubicBezTo>
                          <a:pt x="14" y="22"/>
                          <a:pt x="14" y="22"/>
                          <a:pt x="14" y="22"/>
                        </a:cubicBezTo>
                        <a:cubicBezTo>
                          <a:pt x="11" y="25"/>
                          <a:pt x="7" y="25"/>
                          <a:pt x="6" y="29"/>
                        </a:cubicBezTo>
                        <a:cubicBezTo>
                          <a:pt x="7" y="33"/>
                          <a:pt x="12" y="32"/>
                          <a:pt x="14" y="34"/>
                        </a:cubicBezTo>
                        <a:cubicBezTo>
                          <a:pt x="13" y="38"/>
                          <a:pt x="12" y="41"/>
                          <a:pt x="10" y="44"/>
                        </a:cubicBezTo>
                        <a:cubicBezTo>
                          <a:pt x="11" y="45"/>
                          <a:pt x="12" y="44"/>
                          <a:pt x="14" y="45"/>
                        </a:cubicBezTo>
                        <a:cubicBezTo>
                          <a:pt x="15" y="51"/>
                          <a:pt x="12" y="55"/>
                          <a:pt x="14" y="60"/>
                        </a:cubicBezTo>
                        <a:cubicBezTo>
                          <a:pt x="11" y="60"/>
                          <a:pt x="11" y="58"/>
                          <a:pt x="8" y="59"/>
                        </a:cubicBezTo>
                        <a:cubicBezTo>
                          <a:pt x="8" y="67"/>
                          <a:pt x="15" y="67"/>
                          <a:pt x="14" y="76"/>
                        </a:cubicBezTo>
                        <a:cubicBezTo>
                          <a:pt x="7" y="76"/>
                          <a:pt x="7" y="76"/>
                          <a:pt x="7" y="76"/>
                        </a:cubicBezTo>
                        <a:cubicBezTo>
                          <a:pt x="7" y="75"/>
                          <a:pt x="7" y="75"/>
                          <a:pt x="7" y="75"/>
                        </a:cubicBezTo>
                        <a:cubicBezTo>
                          <a:pt x="6" y="75"/>
                          <a:pt x="6" y="75"/>
                          <a:pt x="6" y="75"/>
                        </a:cubicBezTo>
                        <a:cubicBezTo>
                          <a:pt x="7" y="74"/>
                          <a:pt x="7" y="73"/>
                          <a:pt x="7" y="71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3" y="75"/>
                          <a:pt x="3" y="75"/>
                          <a:pt x="3" y="75"/>
                        </a:cubicBezTo>
                        <a:cubicBezTo>
                          <a:pt x="2" y="75"/>
                          <a:pt x="2" y="75"/>
                          <a:pt x="2" y="75"/>
                        </a:cubicBezTo>
                        <a:lnTo>
                          <a:pt x="2" y="7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273"/>
                  <p:cNvSpPr>
                    <a:spLocks/>
                  </p:cNvSpPr>
                  <p:nvPr/>
                </p:nvSpPr>
                <p:spPr bwMode="auto">
                  <a:xfrm>
                    <a:off x="891" y="282"/>
                    <a:ext cx="23" cy="85"/>
                  </a:xfrm>
                  <a:custGeom>
                    <a:avLst/>
                    <a:gdLst>
                      <a:gd name="T0" fmla="*/ 10 w 16"/>
                      <a:gd name="T1" fmla="*/ 58 h 58"/>
                      <a:gd name="T2" fmla="*/ 5 w 16"/>
                      <a:gd name="T3" fmla="*/ 49 h 58"/>
                      <a:gd name="T4" fmla="*/ 0 w 16"/>
                      <a:gd name="T5" fmla="*/ 49 h 58"/>
                      <a:gd name="T6" fmla="*/ 1 w 16"/>
                      <a:gd name="T7" fmla="*/ 30 h 58"/>
                      <a:gd name="T8" fmla="*/ 9 w 16"/>
                      <a:gd name="T9" fmla="*/ 16 h 58"/>
                      <a:gd name="T10" fmla="*/ 7 w 16"/>
                      <a:gd name="T11" fmla="*/ 18 h 58"/>
                      <a:gd name="T12" fmla="*/ 0 w 16"/>
                      <a:gd name="T13" fmla="*/ 16 h 58"/>
                      <a:gd name="T14" fmla="*/ 0 w 16"/>
                      <a:gd name="T15" fmla="*/ 0 h 58"/>
                      <a:gd name="T16" fmla="*/ 8 w 16"/>
                      <a:gd name="T17" fmla="*/ 6 h 58"/>
                      <a:gd name="T18" fmla="*/ 6 w 16"/>
                      <a:gd name="T19" fmla="*/ 7 h 58"/>
                      <a:gd name="T20" fmla="*/ 7 w 16"/>
                      <a:gd name="T21" fmla="*/ 9 h 58"/>
                      <a:gd name="T22" fmla="*/ 3 w 16"/>
                      <a:gd name="T23" fmla="*/ 9 h 58"/>
                      <a:gd name="T24" fmla="*/ 7 w 16"/>
                      <a:gd name="T25" fmla="*/ 12 h 58"/>
                      <a:gd name="T26" fmla="*/ 7 w 16"/>
                      <a:gd name="T27" fmla="*/ 10 h 58"/>
                      <a:gd name="T28" fmla="*/ 9 w 16"/>
                      <a:gd name="T29" fmla="*/ 10 h 58"/>
                      <a:gd name="T30" fmla="*/ 10 w 16"/>
                      <a:gd name="T31" fmla="*/ 9 h 58"/>
                      <a:gd name="T32" fmla="*/ 14 w 16"/>
                      <a:gd name="T33" fmla="*/ 12 h 58"/>
                      <a:gd name="T34" fmla="*/ 14 w 16"/>
                      <a:gd name="T35" fmla="*/ 30 h 58"/>
                      <a:gd name="T36" fmla="*/ 7 w 16"/>
                      <a:gd name="T37" fmla="*/ 33 h 58"/>
                      <a:gd name="T38" fmla="*/ 14 w 16"/>
                      <a:gd name="T39" fmla="*/ 34 h 58"/>
                      <a:gd name="T40" fmla="*/ 14 w 16"/>
                      <a:gd name="T41" fmla="*/ 38 h 58"/>
                      <a:gd name="T42" fmla="*/ 5 w 16"/>
                      <a:gd name="T43" fmla="*/ 40 h 58"/>
                      <a:gd name="T44" fmla="*/ 14 w 16"/>
                      <a:gd name="T45" fmla="*/ 48 h 58"/>
                      <a:gd name="T46" fmla="*/ 11 w 16"/>
                      <a:gd name="T47" fmla="*/ 49 h 58"/>
                      <a:gd name="T48" fmla="*/ 11 w 16"/>
                      <a:gd name="T49" fmla="*/ 57 h 58"/>
                      <a:gd name="T50" fmla="*/ 10 w 16"/>
                      <a:gd name="T51" fmla="*/ 57 h 58"/>
                      <a:gd name="T52" fmla="*/ 10 w 16"/>
                      <a:gd name="T53" fmla="*/ 58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16" h="58">
                        <a:moveTo>
                          <a:pt x="10" y="58"/>
                        </a:moveTo>
                        <a:cubicBezTo>
                          <a:pt x="6" y="57"/>
                          <a:pt x="7" y="52"/>
                          <a:pt x="5" y="49"/>
                        </a:cubicBezTo>
                        <a:cubicBezTo>
                          <a:pt x="3" y="48"/>
                          <a:pt x="2" y="49"/>
                          <a:pt x="0" y="49"/>
                        </a:cubicBezTo>
                        <a:cubicBezTo>
                          <a:pt x="0" y="42"/>
                          <a:pt x="0" y="37"/>
                          <a:pt x="1" y="30"/>
                        </a:cubicBezTo>
                        <a:cubicBezTo>
                          <a:pt x="4" y="27"/>
                          <a:pt x="10" y="21"/>
                          <a:pt x="9" y="16"/>
                        </a:cubicBezTo>
                        <a:cubicBezTo>
                          <a:pt x="7" y="15"/>
                          <a:pt x="7" y="17"/>
                          <a:pt x="7" y="18"/>
                        </a:cubicBezTo>
                        <a:cubicBezTo>
                          <a:pt x="4" y="18"/>
                          <a:pt x="2" y="17"/>
                          <a:pt x="0" y="1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6" y="4"/>
                          <a:pt x="8" y="6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7" y="9"/>
                          <a:pt x="7" y="9"/>
                          <a:pt x="7" y="9"/>
                        </a:cubicBezTo>
                        <a:cubicBezTo>
                          <a:pt x="3" y="9"/>
                          <a:pt x="3" y="9"/>
                          <a:pt x="3" y="9"/>
                        </a:cubicBezTo>
                        <a:cubicBezTo>
                          <a:pt x="3" y="12"/>
                          <a:pt x="4" y="13"/>
                          <a:pt x="7" y="12"/>
                        </a:cubicBezTo>
                        <a:cubicBezTo>
                          <a:pt x="7" y="10"/>
                          <a:pt x="7" y="10"/>
                          <a:pt x="7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cubicBezTo>
                          <a:pt x="11" y="10"/>
                          <a:pt x="12" y="12"/>
                          <a:pt x="14" y="12"/>
                        </a:cubicBezTo>
                        <a:cubicBezTo>
                          <a:pt x="13" y="18"/>
                          <a:pt x="14" y="22"/>
                          <a:pt x="14" y="30"/>
                        </a:cubicBezTo>
                        <a:cubicBezTo>
                          <a:pt x="10" y="29"/>
                          <a:pt x="8" y="31"/>
                          <a:pt x="7" y="33"/>
                        </a:cubicBezTo>
                        <a:cubicBezTo>
                          <a:pt x="8" y="35"/>
                          <a:pt x="12" y="33"/>
                          <a:pt x="14" y="34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0" y="38"/>
                          <a:pt x="7" y="38"/>
                          <a:pt x="5" y="40"/>
                        </a:cubicBezTo>
                        <a:cubicBezTo>
                          <a:pt x="7" y="43"/>
                          <a:pt x="13" y="43"/>
                          <a:pt x="14" y="48"/>
                        </a:cubicBezTo>
                        <a:cubicBezTo>
                          <a:pt x="14" y="49"/>
                          <a:pt x="13" y="49"/>
                          <a:pt x="11" y="49"/>
                        </a:cubicBezTo>
                        <a:cubicBezTo>
                          <a:pt x="12" y="52"/>
                          <a:pt x="16" y="56"/>
                          <a:pt x="11" y="57"/>
                        </a:cubicBezTo>
                        <a:cubicBezTo>
                          <a:pt x="10" y="57"/>
                          <a:pt x="10" y="57"/>
                          <a:pt x="10" y="57"/>
                        </a:cubicBezTo>
                        <a:lnTo>
                          <a:pt x="10" y="5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274"/>
                  <p:cNvSpPr>
                    <a:spLocks/>
                  </p:cNvSpPr>
                  <p:nvPr/>
                </p:nvSpPr>
                <p:spPr bwMode="auto">
                  <a:xfrm>
                    <a:off x="888" y="362"/>
                    <a:ext cx="25" cy="28"/>
                  </a:xfrm>
                  <a:custGeom>
                    <a:avLst/>
                    <a:gdLst>
                      <a:gd name="T0" fmla="*/ 14 w 17"/>
                      <a:gd name="T1" fmla="*/ 5 h 19"/>
                      <a:gd name="T2" fmla="*/ 14 w 17"/>
                      <a:gd name="T3" fmla="*/ 4 h 19"/>
                      <a:gd name="T4" fmla="*/ 15 w 17"/>
                      <a:gd name="T5" fmla="*/ 19 h 19"/>
                      <a:gd name="T6" fmla="*/ 2 w 17"/>
                      <a:gd name="T7" fmla="*/ 19 h 19"/>
                      <a:gd name="T8" fmla="*/ 5 w 17"/>
                      <a:gd name="T9" fmla="*/ 15 h 19"/>
                      <a:gd name="T10" fmla="*/ 2 w 17"/>
                      <a:gd name="T11" fmla="*/ 0 h 19"/>
                      <a:gd name="T12" fmla="*/ 13 w 17"/>
                      <a:gd name="T13" fmla="*/ 5 h 19"/>
                      <a:gd name="T14" fmla="*/ 14 w 17"/>
                      <a:gd name="T15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7" h="19">
                        <a:moveTo>
                          <a:pt x="14" y="5"/>
                        </a:move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7" y="6"/>
                          <a:pt x="16" y="16"/>
                          <a:pt x="15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2" y="16"/>
                          <a:pt x="2" y="14"/>
                          <a:pt x="5" y="15"/>
                        </a:cubicBezTo>
                        <a:cubicBezTo>
                          <a:pt x="0" y="15"/>
                          <a:pt x="3" y="5"/>
                          <a:pt x="2" y="0"/>
                        </a:cubicBezTo>
                        <a:cubicBezTo>
                          <a:pt x="6" y="1"/>
                          <a:pt x="8" y="7"/>
                          <a:pt x="13" y="5"/>
                        </a:cubicBezTo>
                        <a:lnTo>
                          <a:pt x="14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4" name="Freeform 275"/>
                  <p:cNvSpPr>
                    <a:spLocks/>
                  </p:cNvSpPr>
                  <p:nvPr/>
                </p:nvSpPr>
                <p:spPr bwMode="auto">
                  <a:xfrm>
                    <a:off x="946" y="279"/>
                    <a:ext cx="15" cy="10"/>
                  </a:xfrm>
                  <a:custGeom>
                    <a:avLst/>
                    <a:gdLst>
                      <a:gd name="T0" fmla="*/ 9 w 10"/>
                      <a:gd name="T1" fmla="*/ 5 h 7"/>
                      <a:gd name="T2" fmla="*/ 1 w 10"/>
                      <a:gd name="T3" fmla="*/ 6 h 7"/>
                      <a:gd name="T4" fmla="*/ 9 w 10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7">
                        <a:moveTo>
                          <a:pt x="9" y="5"/>
                        </a:moveTo>
                        <a:cubicBezTo>
                          <a:pt x="8" y="7"/>
                          <a:pt x="4" y="6"/>
                          <a:pt x="1" y="6"/>
                        </a:cubicBezTo>
                        <a:cubicBezTo>
                          <a:pt x="0" y="2"/>
                          <a:pt x="10" y="0"/>
                          <a:pt x="9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276"/>
                  <p:cNvSpPr>
                    <a:spLocks/>
                  </p:cNvSpPr>
                  <p:nvPr/>
                </p:nvSpPr>
                <p:spPr bwMode="auto">
                  <a:xfrm>
                    <a:off x="957" y="291"/>
                    <a:ext cx="7" cy="7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2 h 5"/>
                      <a:gd name="T4" fmla="*/ 5 w 5"/>
                      <a:gd name="T5" fmla="*/ 0 h 5"/>
                      <a:gd name="T6" fmla="*/ 5 w 5"/>
                      <a:gd name="T7" fmla="*/ 4 h 5"/>
                      <a:gd name="T8" fmla="*/ 3 w 5"/>
                      <a:gd name="T9" fmla="*/ 3 h 5"/>
                      <a:gd name="T10" fmla="*/ 2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2" y="2"/>
                          <a:pt x="0" y="2"/>
                        </a:cubicBezTo>
                        <a:cubicBezTo>
                          <a:pt x="1" y="0"/>
                          <a:pt x="2" y="0"/>
                          <a:pt x="5" y="0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277"/>
                  <p:cNvSpPr>
                    <a:spLocks/>
                  </p:cNvSpPr>
                  <p:nvPr/>
                </p:nvSpPr>
                <p:spPr bwMode="auto">
                  <a:xfrm>
                    <a:off x="837" y="299"/>
                    <a:ext cx="17" cy="9"/>
                  </a:xfrm>
                  <a:custGeom>
                    <a:avLst/>
                    <a:gdLst>
                      <a:gd name="T0" fmla="*/ 3 w 12"/>
                      <a:gd name="T1" fmla="*/ 5 h 6"/>
                      <a:gd name="T2" fmla="*/ 1 w 12"/>
                      <a:gd name="T3" fmla="*/ 1 h 6"/>
                      <a:gd name="T4" fmla="*/ 11 w 12"/>
                      <a:gd name="T5" fmla="*/ 0 h 6"/>
                      <a:gd name="T6" fmla="*/ 12 w 12"/>
                      <a:gd name="T7" fmla="*/ 5 h 6"/>
                      <a:gd name="T8" fmla="*/ 11 w 12"/>
                      <a:gd name="T9" fmla="*/ 5 h 6"/>
                      <a:gd name="T10" fmla="*/ 10 w 12"/>
                      <a:gd name="T11" fmla="*/ 6 h 6"/>
                      <a:gd name="T12" fmla="*/ 4 w 12"/>
                      <a:gd name="T13" fmla="*/ 6 h 6"/>
                      <a:gd name="T14" fmla="*/ 4 w 12"/>
                      <a:gd name="T15" fmla="*/ 4 h 6"/>
                      <a:gd name="T16" fmla="*/ 3 w 12"/>
                      <a:gd name="T17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" h="6">
                        <a:moveTo>
                          <a:pt x="3" y="5"/>
                        </a:moveTo>
                        <a:cubicBezTo>
                          <a:pt x="2" y="3"/>
                          <a:pt x="0" y="4"/>
                          <a:pt x="1" y="1"/>
                        </a:cubicBezTo>
                        <a:cubicBezTo>
                          <a:pt x="5" y="2"/>
                          <a:pt x="7" y="0"/>
                          <a:pt x="11" y="0"/>
                        </a:cubicBezTo>
                        <a:cubicBezTo>
                          <a:pt x="11" y="3"/>
                          <a:pt x="12" y="3"/>
                          <a:pt x="12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9" y="5"/>
                          <a:pt x="7" y="6"/>
                          <a:pt x="4" y="6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278"/>
                  <p:cNvSpPr>
                    <a:spLocks/>
                  </p:cNvSpPr>
                  <p:nvPr/>
                </p:nvSpPr>
                <p:spPr bwMode="auto">
                  <a:xfrm>
                    <a:off x="835" y="310"/>
                    <a:ext cx="24" cy="48"/>
                  </a:xfrm>
                  <a:custGeom>
                    <a:avLst/>
                    <a:gdLst>
                      <a:gd name="T0" fmla="*/ 13 w 16"/>
                      <a:gd name="T1" fmla="*/ 6 h 33"/>
                      <a:gd name="T2" fmla="*/ 15 w 16"/>
                      <a:gd name="T3" fmla="*/ 6 h 33"/>
                      <a:gd name="T4" fmla="*/ 11 w 16"/>
                      <a:gd name="T5" fmla="*/ 16 h 33"/>
                      <a:gd name="T6" fmla="*/ 15 w 16"/>
                      <a:gd name="T7" fmla="*/ 30 h 33"/>
                      <a:gd name="T8" fmla="*/ 11 w 16"/>
                      <a:gd name="T9" fmla="*/ 30 h 33"/>
                      <a:gd name="T10" fmla="*/ 12 w 16"/>
                      <a:gd name="T11" fmla="*/ 28 h 33"/>
                      <a:gd name="T12" fmla="*/ 11 w 16"/>
                      <a:gd name="T13" fmla="*/ 28 h 33"/>
                      <a:gd name="T14" fmla="*/ 11 w 16"/>
                      <a:gd name="T15" fmla="*/ 25 h 33"/>
                      <a:gd name="T16" fmla="*/ 4 w 16"/>
                      <a:gd name="T17" fmla="*/ 32 h 33"/>
                      <a:gd name="T18" fmla="*/ 3 w 16"/>
                      <a:gd name="T19" fmla="*/ 31 h 33"/>
                      <a:gd name="T20" fmla="*/ 2 w 16"/>
                      <a:gd name="T21" fmla="*/ 31 h 33"/>
                      <a:gd name="T22" fmla="*/ 2 w 16"/>
                      <a:gd name="T23" fmla="*/ 18 h 33"/>
                      <a:gd name="T24" fmla="*/ 5 w 16"/>
                      <a:gd name="T25" fmla="*/ 17 h 33"/>
                      <a:gd name="T26" fmla="*/ 2 w 16"/>
                      <a:gd name="T27" fmla="*/ 15 h 33"/>
                      <a:gd name="T28" fmla="*/ 4 w 16"/>
                      <a:gd name="T29" fmla="*/ 0 h 33"/>
                      <a:gd name="T30" fmla="*/ 4 w 16"/>
                      <a:gd name="T31" fmla="*/ 2 h 33"/>
                      <a:gd name="T32" fmla="*/ 5 w 16"/>
                      <a:gd name="T33" fmla="*/ 1 h 33"/>
                      <a:gd name="T34" fmla="*/ 9 w 16"/>
                      <a:gd name="T35" fmla="*/ 8 h 33"/>
                      <a:gd name="T36" fmla="*/ 13 w 16"/>
                      <a:gd name="T37" fmla="*/ 5 h 33"/>
                      <a:gd name="T38" fmla="*/ 13 w 16"/>
                      <a:gd name="T39" fmla="*/ 6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" h="33">
                        <a:moveTo>
                          <a:pt x="13" y="6"/>
                        </a:move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3" y="9"/>
                          <a:pt x="11" y="12"/>
                          <a:pt x="11" y="16"/>
                        </a:cubicBezTo>
                        <a:cubicBezTo>
                          <a:pt x="15" y="18"/>
                          <a:pt x="16" y="23"/>
                          <a:pt x="15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8"/>
                          <a:pt x="11" y="28"/>
                          <a:pt x="11" y="28"/>
                        </a:cubicBezTo>
                        <a:cubicBezTo>
                          <a:pt x="11" y="27"/>
                          <a:pt x="11" y="26"/>
                          <a:pt x="11" y="25"/>
                        </a:cubicBezTo>
                        <a:cubicBezTo>
                          <a:pt x="6" y="25"/>
                          <a:pt x="9" y="33"/>
                          <a:pt x="4" y="32"/>
                        </a:cubicBezTo>
                        <a:cubicBezTo>
                          <a:pt x="3" y="31"/>
                          <a:pt x="3" y="31"/>
                          <a:pt x="3" y="31"/>
                        </a:cubicBezTo>
                        <a:cubicBezTo>
                          <a:pt x="2" y="31"/>
                          <a:pt x="2" y="31"/>
                          <a:pt x="2" y="31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3" y="18"/>
                          <a:pt x="5" y="19"/>
                          <a:pt x="5" y="17"/>
                        </a:cubicBezTo>
                        <a:cubicBezTo>
                          <a:pt x="6" y="15"/>
                          <a:pt x="4" y="15"/>
                          <a:pt x="2" y="15"/>
                        </a:cubicBezTo>
                        <a:cubicBezTo>
                          <a:pt x="3" y="10"/>
                          <a:pt x="0" y="2"/>
                          <a:pt x="4" y="0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5"/>
                          <a:pt x="6" y="8"/>
                          <a:pt x="9" y="8"/>
                        </a:cubicBezTo>
                        <a:cubicBezTo>
                          <a:pt x="11" y="8"/>
                          <a:pt x="10" y="4"/>
                          <a:pt x="13" y="5"/>
                        </a:cubicBezTo>
                        <a:lnTo>
                          <a:pt x="13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" name="Freeform 279"/>
                  <p:cNvSpPr>
                    <a:spLocks/>
                  </p:cNvSpPr>
                  <p:nvPr/>
                </p:nvSpPr>
                <p:spPr bwMode="auto">
                  <a:xfrm>
                    <a:off x="851" y="355"/>
                    <a:ext cx="8" cy="10"/>
                  </a:xfrm>
                  <a:custGeom>
                    <a:avLst/>
                    <a:gdLst>
                      <a:gd name="T0" fmla="*/ 1 w 5"/>
                      <a:gd name="T1" fmla="*/ 2 h 7"/>
                      <a:gd name="T2" fmla="*/ 0 w 5"/>
                      <a:gd name="T3" fmla="*/ 0 h 7"/>
                      <a:gd name="T4" fmla="*/ 3 w 5"/>
                      <a:gd name="T5" fmla="*/ 0 h 7"/>
                      <a:gd name="T6" fmla="*/ 4 w 5"/>
                      <a:gd name="T7" fmla="*/ 6 h 7"/>
                      <a:gd name="T8" fmla="*/ 0 w 5"/>
                      <a:gd name="T9" fmla="*/ 2 h 7"/>
                      <a:gd name="T10" fmla="*/ 1 w 5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7">
                        <a:moveTo>
                          <a:pt x="1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0"/>
                          <a:pt x="3" y="2"/>
                          <a:pt x="3" y="0"/>
                        </a:cubicBezTo>
                        <a:cubicBezTo>
                          <a:pt x="5" y="1"/>
                          <a:pt x="3" y="4"/>
                          <a:pt x="4" y="6"/>
                        </a:cubicBezTo>
                        <a:cubicBezTo>
                          <a:pt x="0" y="7"/>
                          <a:pt x="0" y="4"/>
                          <a:pt x="0" y="2"/>
                        </a:cubicBez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280"/>
                  <p:cNvSpPr>
                    <a:spLocks/>
                  </p:cNvSpPr>
                  <p:nvPr/>
                </p:nvSpPr>
                <p:spPr bwMode="auto">
                  <a:xfrm>
                    <a:off x="1208" y="299"/>
                    <a:ext cx="20" cy="91"/>
                  </a:xfrm>
                  <a:custGeom>
                    <a:avLst/>
                    <a:gdLst>
                      <a:gd name="T0" fmla="*/ 14 w 14"/>
                      <a:gd name="T1" fmla="*/ 37 h 62"/>
                      <a:gd name="T2" fmla="*/ 14 w 14"/>
                      <a:gd name="T3" fmla="*/ 62 h 62"/>
                      <a:gd name="T4" fmla="*/ 1 w 14"/>
                      <a:gd name="T5" fmla="*/ 62 h 62"/>
                      <a:gd name="T6" fmla="*/ 1 w 14"/>
                      <a:gd name="T7" fmla="*/ 45 h 62"/>
                      <a:gd name="T8" fmla="*/ 11 w 14"/>
                      <a:gd name="T9" fmla="*/ 47 h 62"/>
                      <a:gd name="T10" fmla="*/ 0 w 14"/>
                      <a:gd name="T11" fmla="*/ 43 h 62"/>
                      <a:gd name="T12" fmla="*/ 0 w 14"/>
                      <a:gd name="T13" fmla="*/ 0 h 62"/>
                      <a:gd name="T14" fmla="*/ 14 w 14"/>
                      <a:gd name="T15" fmla="*/ 10 h 62"/>
                      <a:gd name="T16" fmla="*/ 14 w 14"/>
                      <a:gd name="T17" fmla="*/ 33 h 62"/>
                      <a:gd name="T18" fmla="*/ 13 w 14"/>
                      <a:gd name="T19" fmla="*/ 33 h 62"/>
                      <a:gd name="T20" fmla="*/ 13 w 14"/>
                      <a:gd name="T21" fmla="*/ 34 h 62"/>
                      <a:gd name="T22" fmla="*/ 6 w 14"/>
                      <a:gd name="T23" fmla="*/ 34 h 62"/>
                      <a:gd name="T24" fmla="*/ 6 w 14"/>
                      <a:gd name="T25" fmla="*/ 37 h 62"/>
                      <a:gd name="T26" fmla="*/ 13 w 14"/>
                      <a:gd name="T27" fmla="*/ 37 h 62"/>
                      <a:gd name="T28" fmla="*/ 13 w 14"/>
                      <a:gd name="T29" fmla="*/ 38 h 62"/>
                      <a:gd name="T30" fmla="*/ 14 w 14"/>
                      <a:gd name="T31" fmla="*/ 37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4" h="62">
                        <a:moveTo>
                          <a:pt x="14" y="37"/>
                        </a:moveTo>
                        <a:cubicBezTo>
                          <a:pt x="14" y="62"/>
                          <a:pt x="14" y="62"/>
                          <a:pt x="14" y="62"/>
                        </a:cubicBezTo>
                        <a:cubicBezTo>
                          <a:pt x="10" y="58"/>
                          <a:pt x="7" y="61"/>
                          <a:pt x="1" y="62"/>
                        </a:cubicBezTo>
                        <a:cubicBezTo>
                          <a:pt x="0" y="58"/>
                          <a:pt x="0" y="49"/>
                          <a:pt x="1" y="45"/>
                        </a:cubicBezTo>
                        <a:cubicBezTo>
                          <a:pt x="6" y="44"/>
                          <a:pt x="7" y="47"/>
                          <a:pt x="11" y="47"/>
                        </a:cubicBezTo>
                        <a:cubicBezTo>
                          <a:pt x="10" y="41"/>
                          <a:pt x="4" y="40"/>
                          <a:pt x="0" y="4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6" y="3"/>
                          <a:pt x="10" y="7"/>
                          <a:pt x="14" y="10"/>
                        </a:cubicBezTo>
                        <a:cubicBezTo>
                          <a:pt x="14" y="33"/>
                          <a:pt x="14" y="33"/>
                          <a:pt x="14" y="33"/>
                        </a:cubicBezTo>
                        <a:cubicBezTo>
                          <a:pt x="13" y="33"/>
                          <a:pt x="13" y="33"/>
                          <a:pt x="13" y="33"/>
                        </a:cubicBezTo>
                        <a:cubicBezTo>
                          <a:pt x="13" y="34"/>
                          <a:pt x="13" y="34"/>
                          <a:pt x="13" y="34"/>
                        </a:cubicBezTo>
                        <a:cubicBezTo>
                          <a:pt x="12" y="33"/>
                          <a:pt x="8" y="33"/>
                          <a:pt x="6" y="34"/>
                        </a:cubicBezTo>
                        <a:cubicBezTo>
                          <a:pt x="6" y="37"/>
                          <a:pt x="6" y="37"/>
                          <a:pt x="6" y="37"/>
                        </a:cubicBezTo>
                        <a:cubicBezTo>
                          <a:pt x="13" y="37"/>
                          <a:pt x="13" y="37"/>
                          <a:pt x="13" y="37"/>
                        </a:cubicBezTo>
                        <a:cubicBezTo>
                          <a:pt x="13" y="38"/>
                          <a:pt x="13" y="38"/>
                          <a:pt x="13" y="38"/>
                        </a:cubicBezTo>
                        <a:lnTo>
                          <a:pt x="14" y="3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281"/>
                  <p:cNvSpPr>
                    <a:spLocks/>
                  </p:cNvSpPr>
                  <p:nvPr/>
                </p:nvSpPr>
                <p:spPr bwMode="auto">
                  <a:xfrm>
                    <a:off x="941" y="326"/>
                    <a:ext cx="26" cy="64"/>
                  </a:xfrm>
                  <a:custGeom>
                    <a:avLst/>
                    <a:gdLst>
                      <a:gd name="T0" fmla="*/ 16 w 18"/>
                      <a:gd name="T1" fmla="*/ 0 h 44"/>
                      <a:gd name="T2" fmla="*/ 12 w 18"/>
                      <a:gd name="T3" fmla="*/ 10 h 44"/>
                      <a:gd name="T4" fmla="*/ 16 w 18"/>
                      <a:gd name="T5" fmla="*/ 14 h 44"/>
                      <a:gd name="T6" fmla="*/ 13 w 18"/>
                      <a:gd name="T7" fmla="*/ 21 h 44"/>
                      <a:gd name="T8" fmla="*/ 16 w 18"/>
                      <a:gd name="T9" fmla="*/ 44 h 44"/>
                      <a:gd name="T10" fmla="*/ 2 w 18"/>
                      <a:gd name="T11" fmla="*/ 44 h 44"/>
                      <a:gd name="T12" fmla="*/ 3 w 18"/>
                      <a:gd name="T13" fmla="*/ 25 h 44"/>
                      <a:gd name="T14" fmla="*/ 6 w 18"/>
                      <a:gd name="T15" fmla="*/ 23 h 44"/>
                      <a:gd name="T16" fmla="*/ 3 w 18"/>
                      <a:gd name="T17" fmla="*/ 24 h 44"/>
                      <a:gd name="T18" fmla="*/ 2 w 18"/>
                      <a:gd name="T19" fmla="*/ 13 h 44"/>
                      <a:gd name="T20" fmla="*/ 9 w 18"/>
                      <a:gd name="T21" fmla="*/ 4 h 44"/>
                      <a:gd name="T22" fmla="*/ 11 w 18"/>
                      <a:gd name="T23" fmla="*/ 3 h 44"/>
                      <a:gd name="T24" fmla="*/ 13 w 18"/>
                      <a:gd name="T25" fmla="*/ 3 h 44"/>
                      <a:gd name="T26" fmla="*/ 12 w 18"/>
                      <a:gd name="T27" fmla="*/ 0 h 44"/>
                      <a:gd name="T28" fmla="*/ 14 w 18"/>
                      <a:gd name="T29" fmla="*/ 0 h 44"/>
                      <a:gd name="T30" fmla="*/ 15 w 18"/>
                      <a:gd name="T31" fmla="*/ 1 h 44"/>
                      <a:gd name="T32" fmla="*/ 16 w 18"/>
                      <a:gd name="T33" fmla="*/ 0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8" h="44">
                        <a:moveTo>
                          <a:pt x="16" y="0"/>
                        </a:moveTo>
                        <a:cubicBezTo>
                          <a:pt x="17" y="6"/>
                          <a:pt x="15" y="8"/>
                          <a:pt x="12" y="10"/>
                        </a:cubicBezTo>
                        <a:cubicBezTo>
                          <a:pt x="12" y="13"/>
                          <a:pt x="16" y="12"/>
                          <a:pt x="16" y="14"/>
                        </a:cubicBezTo>
                        <a:cubicBezTo>
                          <a:pt x="17" y="18"/>
                          <a:pt x="12" y="17"/>
                          <a:pt x="13" y="21"/>
                        </a:cubicBezTo>
                        <a:cubicBezTo>
                          <a:pt x="18" y="25"/>
                          <a:pt x="15" y="36"/>
                          <a:pt x="16" y="44"/>
                        </a:cubicBezTo>
                        <a:cubicBezTo>
                          <a:pt x="2" y="44"/>
                          <a:pt x="2" y="44"/>
                          <a:pt x="2" y="44"/>
                        </a:cubicBezTo>
                        <a:cubicBezTo>
                          <a:pt x="0" y="36"/>
                          <a:pt x="5" y="29"/>
                          <a:pt x="3" y="25"/>
                        </a:cubicBezTo>
                        <a:cubicBezTo>
                          <a:pt x="5" y="26"/>
                          <a:pt x="7" y="26"/>
                          <a:pt x="6" y="23"/>
                        </a:cubicBezTo>
                        <a:cubicBezTo>
                          <a:pt x="6" y="21"/>
                          <a:pt x="3" y="22"/>
                          <a:pt x="3" y="24"/>
                        </a:cubicBezTo>
                        <a:cubicBezTo>
                          <a:pt x="1" y="22"/>
                          <a:pt x="3" y="16"/>
                          <a:pt x="2" y="13"/>
                        </a:cubicBezTo>
                        <a:cubicBezTo>
                          <a:pt x="6" y="12"/>
                          <a:pt x="9" y="9"/>
                          <a:pt x="9" y="4"/>
                        </a:cubicBezTo>
                        <a:cubicBezTo>
                          <a:pt x="10" y="5"/>
                          <a:pt x="11" y="7"/>
                          <a:pt x="11" y="3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lnTo>
                          <a:pt x="16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1" name="Freeform 282"/>
                  <p:cNvSpPr>
                    <a:spLocks/>
                  </p:cNvSpPr>
                  <p:nvPr/>
                </p:nvSpPr>
                <p:spPr bwMode="auto">
                  <a:xfrm>
                    <a:off x="942" y="317"/>
                    <a:ext cx="12" cy="18"/>
                  </a:xfrm>
                  <a:custGeom>
                    <a:avLst/>
                    <a:gdLst>
                      <a:gd name="T0" fmla="*/ 7 w 8"/>
                      <a:gd name="T1" fmla="*/ 8 h 12"/>
                      <a:gd name="T2" fmla="*/ 8 w 8"/>
                      <a:gd name="T3" fmla="*/ 9 h 12"/>
                      <a:gd name="T4" fmla="*/ 2 w 8"/>
                      <a:gd name="T5" fmla="*/ 12 h 12"/>
                      <a:gd name="T6" fmla="*/ 2 w 8"/>
                      <a:gd name="T7" fmla="*/ 0 h 12"/>
                      <a:gd name="T8" fmla="*/ 5 w 8"/>
                      <a:gd name="T9" fmla="*/ 1 h 12"/>
                      <a:gd name="T10" fmla="*/ 5 w 8"/>
                      <a:gd name="T11" fmla="*/ 6 h 12"/>
                      <a:gd name="T12" fmla="*/ 7 w 8"/>
                      <a:gd name="T13" fmla="*/ 6 h 12"/>
                      <a:gd name="T14" fmla="*/ 7 w 8"/>
                      <a:gd name="T15" fmla="*/ 8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12">
                        <a:moveTo>
                          <a:pt x="7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7" y="11"/>
                          <a:pt x="2" y="9"/>
                          <a:pt x="2" y="12"/>
                        </a:cubicBezTo>
                        <a:cubicBezTo>
                          <a:pt x="0" y="10"/>
                          <a:pt x="1" y="2"/>
                          <a:pt x="2" y="0"/>
                        </a:cubicBezTo>
                        <a:cubicBezTo>
                          <a:pt x="3" y="1"/>
                          <a:pt x="4" y="1"/>
                          <a:pt x="5" y="1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7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283"/>
                  <p:cNvSpPr>
                    <a:spLocks/>
                  </p:cNvSpPr>
                  <p:nvPr/>
                </p:nvSpPr>
                <p:spPr bwMode="auto">
                  <a:xfrm>
                    <a:off x="961" y="324"/>
                    <a:ext cx="3" cy="2"/>
                  </a:xfrm>
                  <a:custGeom>
                    <a:avLst/>
                    <a:gdLst>
                      <a:gd name="T0" fmla="*/ 1 w 3"/>
                      <a:gd name="T1" fmla="*/ 0 h 2"/>
                      <a:gd name="T2" fmla="*/ 0 w 3"/>
                      <a:gd name="T3" fmla="*/ 2 h 2"/>
                      <a:gd name="T4" fmla="*/ 0 w 3"/>
                      <a:gd name="T5" fmla="*/ 0 h 2"/>
                      <a:gd name="T6" fmla="*/ 1 w 3"/>
                      <a:gd name="T7" fmla="*/ 0 h 2"/>
                      <a:gd name="T8" fmla="*/ 3 w 3"/>
                      <a:gd name="T9" fmla="*/ 0 h 2"/>
                      <a:gd name="T10" fmla="*/ 3 w 3"/>
                      <a:gd name="T11" fmla="*/ 2 h 2"/>
                      <a:gd name="T12" fmla="*/ 1 w 3"/>
                      <a:gd name="T1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2">
                        <a:moveTo>
                          <a:pt x="1" y="0"/>
                        </a:moveTo>
                        <a:lnTo>
                          <a:pt x="0" y="2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  <a:lnTo>
                          <a:pt x="3" y="0"/>
                        </a:lnTo>
                        <a:lnTo>
                          <a:pt x="3" y="2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284"/>
                  <p:cNvSpPr>
                    <a:spLocks/>
                  </p:cNvSpPr>
                  <p:nvPr/>
                </p:nvSpPr>
                <p:spPr bwMode="auto">
                  <a:xfrm>
                    <a:off x="949" y="307"/>
                    <a:ext cx="15" cy="16"/>
                  </a:xfrm>
                  <a:custGeom>
                    <a:avLst/>
                    <a:gdLst>
                      <a:gd name="T0" fmla="*/ 9 w 10"/>
                      <a:gd name="T1" fmla="*/ 9 h 11"/>
                      <a:gd name="T2" fmla="*/ 9 w 10"/>
                      <a:gd name="T3" fmla="*/ 10 h 11"/>
                      <a:gd name="T4" fmla="*/ 0 w 10"/>
                      <a:gd name="T5" fmla="*/ 2 h 11"/>
                      <a:gd name="T6" fmla="*/ 2 w 10"/>
                      <a:gd name="T7" fmla="*/ 1 h 11"/>
                      <a:gd name="T8" fmla="*/ 10 w 10"/>
                      <a:gd name="T9" fmla="*/ 5 h 11"/>
                      <a:gd name="T10" fmla="*/ 10 w 10"/>
                      <a:gd name="T11" fmla="*/ 9 h 11"/>
                      <a:gd name="T12" fmla="*/ 9 w 10"/>
                      <a:gd name="T13" fmla="*/ 9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" h="11">
                        <a:moveTo>
                          <a:pt x="9" y="9"/>
                        </a:move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" y="11"/>
                          <a:pt x="2" y="8"/>
                          <a:pt x="0" y="2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7" y="0"/>
                          <a:pt x="6" y="5"/>
                          <a:pt x="10" y="5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4" name="Freeform 285"/>
                  <p:cNvSpPr>
                    <a:spLocks/>
                  </p:cNvSpPr>
                  <p:nvPr/>
                </p:nvSpPr>
                <p:spPr bwMode="auto">
                  <a:xfrm>
                    <a:off x="749" y="317"/>
                    <a:ext cx="4" cy="7"/>
                  </a:xfrm>
                  <a:custGeom>
                    <a:avLst/>
                    <a:gdLst>
                      <a:gd name="T0" fmla="*/ 0 w 3"/>
                      <a:gd name="T1" fmla="*/ 1 h 5"/>
                      <a:gd name="T2" fmla="*/ 2 w 3"/>
                      <a:gd name="T3" fmla="*/ 5 h 5"/>
                      <a:gd name="T4" fmla="*/ 0 w 3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0" y="1"/>
                        </a:moveTo>
                        <a:cubicBezTo>
                          <a:pt x="3" y="0"/>
                          <a:pt x="1" y="3"/>
                          <a:pt x="2" y="5"/>
                        </a:cubicBezTo>
                        <a:cubicBezTo>
                          <a:pt x="0" y="5"/>
                          <a:pt x="0" y="3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286"/>
                  <p:cNvSpPr>
                    <a:spLocks/>
                  </p:cNvSpPr>
                  <p:nvPr/>
                </p:nvSpPr>
                <p:spPr bwMode="auto">
                  <a:xfrm>
                    <a:off x="622" y="345"/>
                    <a:ext cx="25" cy="45"/>
                  </a:xfrm>
                  <a:custGeom>
                    <a:avLst/>
                    <a:gdLst>
                      <a:gd name="T0" fmla="*/ 2 w 17"/>
                      <a:gd name="T1" fmla="*/ 20 h 31"/>
                      <a:gd name="T2" fmla="*/ 15 w 17"/>
                      <a:gd name="T3" fmla="*/ 0 h 31"/>
                      <a:gd name="T4" fmla="*/ 16 w 17"/>
                      <a:gd name="T5" fmla="*/ 31 h 31"/>
                      <a:gd name="T6" fmla="*/ 9 w 17"/>
                      <a:gd name="T7" fmla="*/ 31 h 31"/>
                      <a:gd name="T8" fmla="*/ 4 w 17"/>
                      <a:gd name="T9" fmla="*/ 21 h 31"/>
                      <a:gd name="T10" fmla="*/ 3 w 17"/>
                      <a:gd name="T11" fmla="*/ 20 h 31"/>
                      <a:gd name="T12" fmla="*/ 2 w 17"/>
                      <a:gd name="T13" fmla="*/ 2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" h="31">
                        <a:moveTo>
                          <a:pt x="2" y="20"/>
                        </a:moveTo>
                        <a:cubicBezTo>
                          <a:pt x="0" y="8"/>
                          <a:pt x="11" y="7"/>
                          <a:pt x="15" y="0"/>
                        </a:cubicBezTo>
                        <a:cubicBezTo>
                          <a:pt x="17" y="8"/>
                          <a:pt x="15" y="21"/>
                          <a:pt x="16" y="31"/>
                        </a:cubicBezTo>
                        <a:cubicBezTo>
                          <a:pt x="9" y="31"/>
                          <a:pt x="9" y="31"/>
                          <a:pt x="9" y="31"/>
                        </a:cubicBezTo>
                        <a:cubicBezTo>
                          <a:pt x="11" y="27"/>
                          <a:pt x="9" y="15"/>
                          <a:pt x="4" y="21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lnTo>
                          <a:pt x="2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287"/>
                  <p:cNvSpPr>
                    <a:spLocks/>
                  </p:cNvSpPr>
                  <p:nvPr/>
                </p:nvSpPr>
                <p:spPr bwMode="auto">
                  <a:xfrm>
                    <a:off x="1262" y="345"/>
                    <a:ext cx="20" cy="45"/>
                  </a:xfrm>
                  <a:custGeom>
                    <a:avLst/>
                    <a:gdLst>
                      <a:gd name="T0" fmla="*/ 0 w 14"/>
                      <a:gd name="T1" fmla="*/ 0 h 31"/>
                      <a:gd name="T2" fmla="*/ 14 w 14"/>
                      <a:gd name="T3" fmla="*/ 13 h 31"/>
                      <a:gd name="T4" fmla="*/ 14 w 14"/>
                      <a:gd name="T5" fmla="*/ 30 h 31"/>
                      <a:gd name="T6" fmla="*/ 0 w 14"/>
                      <a:gd name="T7" fmla="*/ 31 h 31"/>
                      <a:gd name="T8" fmla="*/ 0 w 14"/>
                      <a:gd name="T9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31">
                        <a:moveTo>
                          <a:pt x="0" y="0"/>
                        </a:moveTo>
                        <a:cubicBezTo>
                          <a:pt x="5" y="4"/>
                          <a:pt x="10" y="8"/>
                          <a:pt x="14" y="13"/>
                        </a:cubicBezTo>
                        <a:cubicBezTo>
                          <a:pt x="14" y="30"/>
                          <a:pt x="14" y="30"/>
                          <a:pt x="14" y="30"/>
                        </a:cubicBezTo>
                        <a:cubicBezTo>
                          <a:pt x="10" y="31"/>
                          <a:pt x="6" y="31"/>
                          <a:pt x="0" y="31"/>
                        </a:cubicBezTo>
                        <a:cubicBezTo>
                          <a:pt x="0" y="19"/>
                          <a:pt x="1" y="1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7" name="Freeform 288"/>
                  <p:cNvSpPr>
                    <a:spLocks/>
                  </p:cNvSpPr>
                  <p:nvPr/>
                </p:nvSpPr>
                <p:spPr bwMode="auto">
                  <a:xfrm>
                    <a:off x="838" y="362"/>
                    <a:ext cx="19" cy="24"/>
                  </a:xfrm>
                  <a:custGeom>
                    <a:avLst/>
                    <a:gdLst>
                      <a:gd name="T0" fmla="*/ 3 w 13"/>
                      <a:gd name="T1" fmla="*/ 15 h 16"/>
                      <a:gd name="T2" fmla="*/ 0 w 13"/>
                      <a:gd name="T3" fmla="*/ 3 h 16"/>
                      <a:gd name="T4" fmla="*/ 4 w 13"/>
                      <a:gd name="T5" fmla="*/ 0 h 16"/>
                      <a:gd name="T6" fmla="*/ 9 w 13"/>
                      <a:gd name="T7" fmla="*/ 11 h 16"/>
                      <a:gd name="T8" fmla="*/ 13 w 13"/>
                      <a:gd name="T9" fmla="*/ 15 h 16"/>
                      <a:gd name="T10" fmla="*/ 3 w 13"/>
                      <a:gd name="T11" fmla="*/ 16 h 16"/>
                      <a:gd name="T12" fmla="*/ 3 w 13"/>
                      <a:gd name="T13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" h="16">
                        <a:moveTo>
                          <a:pt x="3" y="15"/>
                        </a:moveTo>
                        <a:cubicBezTo>
                          <a:pt x="1" y="12"/>
                          <a:pt x="0" y="8"/>
                          <a:pt x="0" y="3"/>
                        </a:cubicBezTo>
                        <a:cubicBezTo>
                          <a:pt x="2" y="5"/>
                          <a:pt x="6" y="4"/>
                          <a:pt x="4" y="0"/>
                        </a:cubicBezTo>
                        <a:cubicBezTo>
                          <a:pt x="6" y="1"/>
                          <a:pt x="7" y="8"/>
                          <a:pt x="9" y="11"/>
                        </a:cubicBezTo>
                        <a:cubicBezTo>
                          <a:pt x="10" y="13"/>
                          <a:pt x="13" y="12"/>
                          <a:pt x="13" y="15"/>
                        </a:cubicBezTo>
                        <a:cubicBezTo>
                          <a:pt x="10" y="15"/>
                          <a:pt x="5" y="14"/>
                          <a:pt x="3" y="16"/>
                        </a:cubicBezTo>
                        <a:cubicBezTo>
                          <a:pt x="3" y="15"/>
                          <a:pt x="3" y="15"/>
                          <a:pt x="3" y="15"/>
                        </a:cubicBez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289"/>
                  <p:cNvSpPr>
                    <a:spLocks/>
                  </p:cNvSpPr>
                  <p:nvPr/>
                </p:nvSpPr>
                <p:spPr bwMode="auto">
                  <a:xfrm>
                    <a:off x="1103" y="380"/>
                    <a:ext cx="20" cy="15"/>
                  </a:xfrm>
                  <a:custGeom>
                    <a:avLst/>
                    <a:gdLst>
                      <a:gd name="T0" fmla="*/ 0 w 14"/>
                      <a:gd name="T1" fmla="*/ 0 h 10"/>
                      <a:gd name="T2" fmla="*/ 14 w 14"/>
                      <a:gd name="T3" fmla="*/ 5 h 10"/>
                      <a:gd name="T4" fmla="*/ 0 w 14"/>
                      <a:gd name="T5" fmla="*/ 7 h 10"/>
                      <a:gd name="T6" fmla="*/ 0 w 14"/>
                      <a:gd name="T7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10">
                        <a:moveTo>
                          <a:pt x="0" y="0"/>
                        </a:moveTo>
                        <a:cubicBezTo>
                          <a:pt x="3" y="3"/>
                          <a:pt x="9" y="4"/>
                          <a:pt x="14" y="5"/>
                        </a:cubicBezTo>
                        <a:cubicBezTo>
                          <a:pt x="14" y="10"/>
                          <a:pt x="4" y="6"/>
                          <a:pt x="0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290"/>
                  <p:cNvSpPr>
                    <a:spLocks/>
                  </p:cNvSpPr>
                  <p:nvPr/>
                </p:nvSpPr>
                <p:spPr bwMode="auto">
                  <a:xfrm>
                    <a:off x="848" y="411"/>
                    <a:ext cx="12" cy="5"/>
                  </a:xfrm>
                  <a:custGeom>
                    <a:avLst/>
                    <a:gdLst>
                      <a:gd name="T0" fmla="*/ 1 w 8"/>
                      <a:gd name="T1" fmla="*/ 0 h 4"/>
                      <a:gd name="T2" fmla="*/ 8 w 8"/>
                      <a:gd name="T3" fmla="*/ 1 h 4"/>
                      <a:gd name="T4" fmla="*/ 1 w 8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4">
                        <a:moveTo>
                          <a:pt x="1" y="0"/>
                        </a:moveTo>
                        <a:cubicBezTo>
                          <a:pt x="3" y="0"/>
                          <a:pt x="6" y="0"/>
                          <a:pt x="8" y="1"/>
                        </a:cubicBezTo>
                        <a:cubicBezTo>
                          <a:pt x="7" y="4"/>
                          <a:pt x="0" y="3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0" name="Freeform 291"/>
                  <p:cNvSpPr>
                    <a:spLocks/>
                  </p:cNvSpPr>
                  <p:nvPr/>
                </p:nvSpPr>
                <p:spPr bwMode="auto">
                  <a:xfrm>
                    <a:off x="1239" y="411"/>
                    <a:ext cx="30" cy="23"/>
                  </a:xfrm>
                  <a:custGeom>
                    <a:avLst/>
                    <a:gdLst>
                      <a:gd name="T0" fmla="*/ 15 w 21"/>
                      <a:gd name="T1" fmla="*/ 3 h 16"/>
                      <a:gd name="T2" fmla="*/ 20 w 21"/>
                      <a:gd name="T3" fmla="*/ 13 h 16"/>
                      <a:gd name="T4" fmla="*/ 12 w 21"/>
                      <a:gd name="T5" fmla="*/ 10 h 16"/>
                      <a:gd name="T6" fmla="*/ 9 w 21"/>
                      <a:gd name="T7" fmla="*/ 14 h 16"/>
                      <a:gd name="T8" fmla="*/ 0 w 21"/>
                      <a:gd name="T9" fmla="*/ 14 h 16"/>
                      <a:gd name="T10" fmla="*/ 3 w 21"/>
                      <a:gd name="T11" fmla="*/ 3 h 16"/>
                      <a:gd name="T12" fmla="*/ 5 w 21"/>
                      <a:gd name="T13" fmla="*/ 2 h 16"/>
                      <a:gd name="T14" fmla="*/ 4 w 21"/>
                      <a:gd name="T15" fmla="*/ 0 h 16"/>
                      <a:gd name="T16" fmla="*/ 14 w 21"/>
                      <a:gd name="T17" fmla="*/ 0 h 16"/>
                      <a:gd name="T18" fmla="*/ 13 w 21"/>
                      <a:gd name="T19" fmla="*/ 2 h 16"/>
                      <a:gd name="T20" fmla="*/ 15 w 21"/>
                      <a:gd name="T21" fmla="*/ 3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1" h="16">
                        <a:moveTo>
                          <a:pt x="15" y="3"/>
                        </a:moveTo>
                        <a:cubicBezTo>
                          <a:pt x="14" y="9"/>
                          <a:pt x="21" y="7"/>
                          <a:pt x="20" y="13"/>
                        </a:cubicBezTo>
                        <a:cubicBezTo>
                          <a:pt x="16" y="16"/>
                          <a:pt x="15" y="11"/>
                          <a:pt x="12" y="10"/>
                        </a:cubicBezTo>
                        <a:cubicBezTo>
                          <a:pt x="9" y="10"/>
                          <a:pt x="11" y="14"/>
                          <a:pt x="9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1" y="10"/>
                          <a:pt x="7" y="8"/>
                          <a:pt x="3" y="3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lnTo>
                          <a:pt x="15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1" name="Freeform 292"/>
                  <p:cNvSpPr>
                    <a:spLocks noEditPoints="1"/>
                  </p:cNvSpPr>
                  <p:nvPr/>
                </p:nvSpPr>
                <p:spPr bwMode="auto">
                  <a:xfrm>
                    <a:off x="1266" y="411"/>
                    <a:ext cx="60" cy="20"/>
                  </a:xfrm>
                  <a:custGeom>
                    <a:avLst/>
                    <a:gdLst>
                      <a:gd name="T0" fmla="*/ 1 w 41"/>
                      <a:gd name="T1" fmla="*/ 2 h 14"/>
                      <a:gd name="T2" fmla="*/ 1 w 41"/>
                      <a:gd name="T3" fmla="*/ 0 h 14"/>
                      <a:gd name="T4" fmla="*/ 39 w 41"/>
                      <a:gd name="T5" fmla="*/ 0 h 14"/>
                      <a:gd name="T6" fmla="*/ 40 w 41"/>
                      <a:gd name="T7" fmla="*/ 14 h 14"/>
                      <a:gd name="T8" fmla="*/ 2 w 41"/>
                      <a:gd name="T9" fmla="*/ 14 h 14"/>
                      <a:gd name="T10" fmla="*/ 0 w 41"/>
                      <a:gd name="T11" fmla="*/ 3 h 14"/>
                      <a:gd name="T12" fmla="*/ 1 w 41"/>
                      <a:gd name="T13" fmla="*/ 2 h 14"/>
                      <a:gd name="T14" fmla="*/ 12 w 41"/>
                      <a:gd name="T15" fmla="*/ 9 h 14"/>
                      <a:gd name="T16" fmla="*/ 10 w 41"/>
                      <a:gd name="T17" fmla="*/ 4 h 14"/>
                      <a:gd name="T18" fmla="*/ 12 w 41"/>
                      <a:gd name="T19" fmla="*/ 9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1" h="14">
                        <a:moveTo>
                          <a:pt x="1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1" y="3"/>
                          <a:pt x="40" y="9"/>
                          <a:pt x="40" y="14"/>
                        </a:cubicBezTo>
                        <a:cubicBezTo>
                          <a:pt x="27" y="13"/>
                          <a:pt x="16" y="14"/>
                          <a:pt x="2" y="14"/>
                        </a:cubicBezTo>
                        <a:cubicBezTo>
                          <a:pt x="6" y="11"/>
                          <a:pt x="2" y="4"/>
                          <a:pt x="0" y="3"/>
                        </a:cubicBezTo>
                        <a:lnTo>
                          <a:pt x="1" y="2"/>
                        </a:lnTo>
                        <a:close/>
                        <a:moveTo>
                          <a:pt x="12" y="9"/>
                        </a:moveTo>
                        <a:cubicBezTo>
                          <a:pt x="12" y="7"/>
                          <a:pt x="13" y="3"/>
                          <a:pt x="10" y="4"/>
                        </a:cubicBezTo>
                        <a:cubicBezTo>
                          <a:pt x="10" y="6"/>
                          <a:pt x="10" y="9"/>
                          <a:pt x="12" y="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2" name="Freeform 293"/>
                  <p:cNvSpPr>
                    <a:spLocks/>
                  </p:cNvSpPr>
                  <p:nvPr/>
                </p:nvSpPr>
                <p:spPr bwMode="auto">
                  <a:xfrm>
                    <a:off x="1133" y="428"/>
                    <a:ext cx="6" cy="5"/>
                  </a:xfrm>
                  <a:custGeom>
                    <a:avLst/>
                    <a:gdLst>
                      <a:gd name="T0" fmla="*/ 0 w 4"/>
                      <a:gd name="T1" fmla="*/ 2 h 3"/>
                      <a:gd name="T2" fmla="*/ 4 w 4"/>
                      <a:gd name="T3" fmla="*/ 1 h 3"/>
                      <a:gd name="T4" fmla="*/ 0 w 4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2"/>
                        </a:moveTo>
                        <a:cubicBezTo>
                          <a:pt x="0" y="0"/>
                          <a:pt x="3" y="1"/>
                          <a:pt x="4" y="1"/>
                        </a:cubicBezTo>
                        <a:cubicBezTo>
                          <a:pt x="4" y="3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3" name="Freeform 294"/>
                  <p:cNvSpPr>
                    <a:spLocks/>
                  </p:cNvSpPr>
                  <p:nvPr/>
                </p:nvSpPr>
                <p:spPr bwMode="auto">
                  <a:xfrm>
                    <a:off x="1198" y="882"/>
                    <a:ext cx="4" cy="7"/>
                  </a:xfrm>
                  <a:custGeom>
                    <a:avLst/>
                    <a:gdLst>
                      <a:gd name="T0" fmla="*/ 1 w 3"/>
                      <a:gd name="T1" fmla="*/ 5 h 5"/>
                      <a:gd name="T2" fmla="*/ 2 w 3"/>
                      <a:gd name="T3" fmla="*/ 1 h 5"/>
                      <a:gd name="T4" fmla="*/ 1 w 3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1" y="5"/>
                        </a:moveTo>
                        <a:cubicBezTo>
                          <a:pt x="0" y="5"/>
                          <a:pt x="0" y="0"/>
                          <a:pt x="2" y="1"/>
                        </a:cubicBezTo>
                        <a:cubicBezTo>
                          <a:pt x="3" y="3"/>
                          <a:pt x="2" y="3"/>
                          <a:pt x="1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4" name="Freeform 295"/>
                  <p:cNvSpPr>
                    <a:spLocks/>
                  </p:cNvSpPr>
                  <p:nvPr/>
                </p:nvSpPr>
                <p:spPr bwMode="auto">
                  <a:xfrm>
                    <a:off x="1122" y="899"/>
                    <a:ext cx="6" cy="3"/>
                  </a:xfrm>
                  <a:custGeom>
                    <a:avLst/>
                    <a:gdLst>
                      <a:gd name="T0" fmla="*/ 4 w 4"/>
                      <a:gd name="T1" fmla="*/ 0 h 2"/>
                      <a:gd name="T2" fmla="*/ 0 w 4"/>
                      <a:gd name="T3" fmla="*/ 2 h 2"/>
                      <a:gd name="T4" fmla="*/ 4 w 4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4" y="0"/>
                        </a:moveTo>
                        <a:cubicBezTo>
                          <a:pt x="3" y="2"/>
                          <a:pt x="2" y="2"/>
                          <a:pt x="0" y="2"/>
                        </a:cubicBezTo>
                        <a:cubicBezTo>
                          <a:pt x="1" y="1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5" name="Freeform 296"/>
                  <p:cNvSpPr>
                    <a:spLocks/>
                  </p:cNvSpPr>
                  <p:nvPr/>
                </p:nvSpPr>
                <p:spPr bwMode="auto">
                  <a:xfrm>
                    <a:off x="628" y="924"/>
                    <a:ext cx="20" cy="45"/>
                  </a:xfrm>
                  <a:custGeom>
                    <a:avLst/>
                    <a:gdLst>
                      <a:gd name="T0" fmla="*/ 10 w 14"/>
                      <a:gd name="T1" fmla="*/ 1 h 31"/>
                      <a:gd name="T2" fmla="*/ 9 w 14"/>
                      <a:gd name="T3" fmla="*/ 2 h 31"/>
                      <a:gd name="T4" fmla="*/ 14 w 14"/>
                      <a:gd name="T5" fmla="*/ 6 h 31"/>
                      <a:gd name="T6" fmla="*/ 14 w 14"/>
                      <a:gd name="T7" fmla="*/ 31 h 31"/>
                      <a:gd name="T8" fmla="*/ 0 w 14"/>
                      <a:gd name="T9" fmla="*/ 18 h 31"/>
                      <a:gd name="T10" fmla="*/ 0 w 14"/>
                      <a:gd name="T11" fmla="*/ 0 h 31"/>
                      <a:gd name="T12" fmla="*/ 9 w 14"/>
                      <a:gd name="T13" fmla="*/ 0 h 31"/>
                      <a:gd name="T14" fmla="*/ 9 w 14"/>
                      <a:gd name="T15" fmla="*/ 1 h 31"/>
                      <a:gd name="T16" fmla="*/ 10 w 14"/>
                      <a:gd name="T17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31">
                        <a:moveTo>
                          <a:pt x="10" y="1"/>
                        </a:moveTo>
                        <a:cubicBezTo>
                          <a:pt x="10" y="2"/>
                          <a:pt x="10" y="2"/>
                          <a:pt x="9" y="2"/>
                        </a:cubicBezTo>
                        <a:cubicBezTo>
                          <a:pt x="12" y="4"/>
                          <a:pt x="10" y="6"/>
                          <a:pt x="14" y="6"/>
                        </a:cubicBezTo>
                        <a:cubicBezTo>
                          <a:pt x="14" y="31"/>
                          <a:pt x="14" y="31"/>
                          <a:pt x="14" y="31"/>
                        </a:cubicBezTo>
                        <a:cubicBezTo>
                          <a:pt x="8" y="27"/>
                          <a:pt x="5" y="22"/>
                          <a:pt x="0" y="1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lnTo>
                          <a:pt x="10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297"/>
                  <p:cNvSpPr>
                    <a:spLocks/>
                  </p:cNvSpPr>
                  <p:nvPr/>
                </p:nvSpPr>
                <p:spPr bwMode="auto">
                  <a:xfrm>
                    <a:off x="682" y="923"/>
                    <a:ext cx="19" cy="90"/>
                  </a:xfrm>
                  <a:custGeom>
                    <a:avLst/>
                    <a:gdLst>
                      <a:gd name="T0" fmla="*/ 13 w 13"/>
                      <a:gd name="T1" fmla="*/ 53 h 62"/>
                      <a:gd name="T2" fmla="*/ 13 w 13"/>
                      <a:gd name="T3" fmla="*/ 62 h 62"/>
                      <a:gd name="T4" fmla="*/ 2 w 13"/>
                      <a:gd name="T5" fmla="*/ 55 h 62"/>
                      <a:gd name="T6" fmla="*/ 0 w 13"/>
                      <a:gd name="T7" fmla="*/ 50 h 62"/>
                      <a:gd name="T8" fmla="*/ 0 w 13"/>
                      <a:gd name="T9" fmla="*/ 1 h 62"/>
                      <a:gd name="T10" fmla="*/ 13 w 13"/>
                      <a:gd name="T11" fmla="*/ 1 h 62"/>
                      <a:gd name="T12" fmla="*/ 13 w 13"/>
                      <a:gd name="T13" fmla="*/ 13 h 62"/>
                      <a:gd name="T14" fmla="*/ 8 w 13"/>
                      <a:gd name="T15" fmla="*/ 17 h 62"/>
                      <a:gd name="T16" fmla="*/ 8 w 13"/>
                      <a:gd name="T17" fmla="*/ 18 h 62"/>
                      <a:gd name="T18" fmla="*/ 9 w 13"/>
                      <a:gd name="T19" fmla="*/ 19 h 62"/>
                      <a:gd name="T20" fmla="*/ 5 w 13"/>
                      <a:gd name="T21" fmla="*/ 29 h 62"/>
                      <a:gd name="T22" fmla="*/ 13 w 13"/>
                      <a:gd name="T23" fmla="*/ 36 h 62"/>
                      <a:gd name="T24" fmla="*/ 11 w 13"/>
                      <a:gd name="T25" fmla="*/ 35 h 62"/>
                      <a:gd name="T26" fmla="*/ 11 w 13"/>
                      <a:gd name="T27" fmla="*/ 37 h 62"/>
                      <a:gd name="T28" fmla="*/ 9 w 13"/>
                      <a:gd name="T29" fmla="*/ 36 h 62"/>
                      <a:gd name="T30" fmla="*/ 8 w 13"/>
                      <a:gd name="T31" fmla="*/ 38 h 62"/>
                      <a:gd name="T32" fmla="*/ 7 w 13"/>
                      <a:gd name="T33" fmla="*/ 38 h 62"/>
                      <a:gd name="T34" fmla="*/ 6 w 13"/>
                      <a:gd name="T35" fmla="*/ 38 h 62"/>
                      <a:gd name="T36" fmla="*/ 6 w 13"/>
                      <a:gd name="T37" fmla="*/ 40 h 62"/>
                      <a:gd name="T38" fmla="*/ 8 w 13"/>
                      <a:gd name="T39" fmla="*/ 40 h 62"/>
                      <a:gd name="T40" fmla="*/ 9 w 13"/>
                      <a:gd name="T41" fmla="*/ 41 h 62"/>
                      <a:gd name="T42" fmla="*/ 11 w 13"/>
                      <a:gd name="T43" fmla="*/ 41 h 62"/>
                      <a:gd name="T44" fmla="*/ 13 w 13"/>
                      <a:gd name="T45" fmla="*/ 45 h 62"/>
                      <a:gd name="T46" fmla="*/ 13 w 13"/>
                      <a:gd name="T47" fmla="*/ 48 h 62"/>
                      <a:gd name="T48" fmla="*/ 12 w 13"/>
                      <a:gd name="T49" fmla="*/ 47 h 62"/>
                      <a:gd name="T50" fmla="*/ 12 w 13"/>
                      <a:gd name="T51" fmla="*/ 49 h 62"/>
                      <a:gd name="T52" fmla="*/ 7 w 13"/>
                      <a:gd name="T53" fmla="*/ 49 h 62"/>
                      <a:gd name="T54" fmla="*/ 7 w 13"/>
                      <a:gd name="T55" fmla="*/ 53 h 62"/>
                      <a:gd name="T56" fmla="*/ 12 w 13"/>
                      <a:gd name="T57" fmla="*/ 52 h 62"/>
                      <a:gd name="T58" fmla="*/ 12 w 13"/>
                      <a:gd name="T59" fmla="*/ 53 h 62"/>
                      <a:gd name="T60" fmla="*/ 13 w 13"/>
                      <a:gd name="T61" fmla="*/ 53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" h="62">
                        <a:moveTo>
                          <a:pt x="13" y="53"/>
                        </a:moveTo>
                        <a:cubicBezTo>
                          <a:pt x="13" y="62"/>
                          <a:pt x="13" y="62"/>
                          <a:pt x="13" y="62"/>
                        </a:cubicBezTo>
                        <a:cubicBezTo>
                          <a:pt x="9" y="60"/>
                          <a:pt x="6" y="57"/>
                          <a:pt x="2" y="55"/>
                        </a:cubicBezTo>
                        <a:cubicBezTo>
                          <a:pt x="2" y="52"/>
                          <a:pt x="3" y="49"/>
                          <a:pt x="0" y="5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3"/>
                          <a:pt x="6" y="0"/>
                          <a:pt x="13" y="1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1" y="11"/>
                          <a:pt x="6" y="14"/>
                          <a:pt x="8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8" y="23"/>
                          <a:pt x="5" y="25"/>
                          <a:pt x="5" y="29"/>
                        </a:cubicBezTo>
                        <a:cubicBezTo>
                          <a:pt x="8" y="28"/>
                          <a:pt x="13" y="31"/>
                          <a:pt x="13" y="36"/>
                        </a:cubicBezTo>
                        <a:cubicBezTo>
                          <a:pt x="12" y="36"/>
                          <a:pt x="12" y="35"/>
                          <a:pt x="11" y="35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9" y="36"/>
                          <a:pt x="9" y="36"/>
                          <a:pt x="9" y="36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7" y="38"/>
                          <a:pt x="7" y="38"/>
                          <a:pt x="6" y="38"/>
                        </a:cubicBezTo>
                        <a:cubicBezTo>
                          <a:pt x="6" y="40"/>
                          <a:pt x="6" y="40"/>
                          <a:pt x="6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1"/>
                          <a:pt x="11" y="41"/>
                          <a:pt x="11" y="41"/>
                        </a:cubicBezTo>
                        <a:cubicBezTo>
                          <a:pt x="11" y="43"/>
                          <a:pt x="10" y="46"/>
                          <a:pt x="13" y="45"/>
                        </a:cubicBezTo>
                        <a:cubicBezTo>
                          <a:pt x="13" y="48"/>
                          <a:pt x="13" y="48"/>
                          <a:pt x="13" y="48"/>
                        </a:cubicBezTo>
                        <a:cubicBezTo>
                          <a:pt x="12" y="47"/>
                          <a:pt x="12" y="47"/>
                          <a:pt x="12" y="47"/>
                        </a:cubicBezTo>
                        <a:cubicBezTo>
                          <a:pt x="12" y="49"/>
                          <a:pt x="12" y="49"/>
                          <a:pt x="12" y="49"/>
                        </a:cubicBezTo>
                        <a:cubicBezTo>
                          <a:pt x="7" y="49"/>
                          <a:pt x="7" y="49"/>
                          <a:pt x="7" y="49"/>
                        </a:cubicBezTo>
                        <a:cubicBezTo>
                          <a:pt x="7" y="53"/>
                          <a:pt x="7" y="53"/>
                          <a:pt x="7" y="53"/>
                        </a:cubicBezTo>
                        <a:cubicBezTo>
                          <a:pt x="10" y="54"/>
                          <a:pt x="10" y="52"/>
                          <a:pt x="12" y="52"/>
                        </a:cubicBezTo>
                        <a:cubicBezTo>
                          <a:pt x="12" y="53"/>
                          <a:pt x="12" y="53"/>
                          <a:pt x="12" y="53"/>
                        </a:cubicBezTo>
                        <a:lnTo>
                          <a:pt x="13" y="5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298"/>
                  <p:cNvSpPr>
                    <a:spLocks/>
                  </p:cNvSpPr>
                  <p:nvPr/>
                </p:nvSpPr>
                <p:spPr bwMode="auto">
                  <a:xfrm>
                    <a:off x="838" y="923"/>
                    <a:ext cx="25" cy="42"/>
                  </a:xfrm>
                  <a:custGeom>
                    <a:avLst/>
                    <a:gdLst>
                      <a:gd name="T0" fmla="*/ 12 w 17"/>
                      <a:gd name="T1" fmla="*/ 2 h 29"/>
                      <a:gd name="T2" fmla="*/ 9 w 17"/>
                      <a:gd name="T3" fmla="*/ 7 h 29"/>
                      <a:gd name="T4" fmla="*/ 15 w 17"/>
                      <a:gd name="T5" fmla="*/ 10 h 29"/>
                      <a:gd name="T6" fmla="*/ 12 w 17"/>
                      <a:gd name="T7" fmla="*/ 13 h 29"/>
                      <a:gd name="T8" fmla="*/ 15 w 17"/>
                      <a:gd name="T9" fmla="*/ 16 h 29"/>
                      <a:gd name="T10" fmla="*/ 4 w 17"/>
                      <a:gd name="T11" fmla="*/ 29 h 29"/>
                      <a:gd name="T12" fmla="*/ 3 w 17"/>
                      <a:gd name="T13" fmla="*/ 28 h 29"/>
                      <a:gd name="T14" fmla="*/ 2 w 17"/>
                      <a:gd name="T15" fmla="*/ 28 h 29"/>
                      <a:gd name="T16" fmla="*/ 2 w 17"/>
                      <a:gd name="T17" fmla="*/ 19 h 29"/>
                      <a:gd name="T18" fmla="*/ 6 w 17"/>
                      <a:gd name="T19" fmla="*/ 22 h 29"/>
                      <a:gd name="T20" fmla="*/ 2 w 17"/>
                      <a:gd name="T21" fmla="*/ 7 h 29"/>
                      <a:gd name="T22" fmla="*/ 3 w 17"/>
                      <a:gd name="T23" fmla="*/ 1 h 29"/>
                      <a:gd name="T24" fmla="*/ 11 w 17"/>
                      <a:gd name="T25" fmla="*/ 1 h 29"/>
                      <a:gd name="T26" fmla="*/ 11 w 17"/>
                      <a:gd name="T27" fmla="*/ 2 h 29"/>
                      <a:gd name="T28" fmla="*/ 12 w 17"/>
                      <a:gd name="T29" fmla="*/ 2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29">
                        <a:moveTo>
                          <a:pt x="12" y="2"/>
                        </a:moveTo>
                        <a:cubicBezTo>
                          <a:pt x="11" y="4"/>
                          <a:pt x="10" y="5"/>
                          <a:pt x="9" y="7"/>
                        </a:cubicBezTo>
                        <a:cubicBezTo>
                          <a:pt x="10" y="9"/>
                          <a:pt x="14" y="9"/>
                          <a:pt x="15" y="10"/>
                        </a:cubicBezTo>
                        <a:cubicBezTo>
                          <a:pt x="17" y="13"/>
                          <a:pt x="12" y="10"/>
                          <a:pt x="12" y="13"/>
                        </a:cubicBezTo>
                        <a:cubicBezTo>
                          <a:pt x="11" y="16"/>
                          <a:pt x="16" y="13"/>
                          <a:pt x="15" y="16"/>
                        </a:cubicBezTo>
                        <a:cubicBezTo>
                          <a:pt x="15" y="23"/>
                          <a:pt x="10" y="26"/>
                          <a:pt x="4" y="29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3" y="19"/>
                          <a:pt x="3" y="22"/>
                          <a:pt x="6" y="22"/>
                        </a:cubicBezTo>
                        <a:cubicBezTo>
                          <a:pt x="7" y="18"/>
                          <a:pt x="0" y="14"/>
                          <a:pt x="2" y="7"/>
                        </a:cubicBezTo>
                        <a:cubicBezTo>
                          <a:pt x="6" y="8"/>
                          <a:pt x="6" y="2"/>
                          <a:pt x="3" y="1"/>
                        </a:cubicBezTo>
                        <a:cubicBezTo>
                          <a:pt x="4" y="0"/>
                          <a:pt x="9" y="1"/>
                          <a:pt x="11" y="1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lnTo>
                          <a:pt x="12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299"/>
                  <p:cNvSpPr>
                    <a:spLocks/>
                  </p:cNvSpPr>
                  <p:nvPr/>
                </p:nvSpPr>
                <p:spPr bwMode="auto">
                  <a:xfrm>
                    <a:off x="945" y="924"/>
                    <a:ext cx="16" cy="10"/>
                  </a:xfrm>
                  <a:custGeom>
                    <a:avLst/>
                    <a:gdLst>
                      <a:gd name="T0" fmla="*/ 5 w 11"/>
                      <a:gd name="T1" fmla="*/ 6 h 7"/>
                      <a:gd name="T2" fmla="*/ 1 w 11"/>
                      <a:gd name="T3" fmla="*/ 0 h 7"/>
                      <a:gd name="T4" fmla="*/ 9 w 11"/>
                      <a:gd name="T5" fmla="*/ 0 h 7"/>
                      <a:gd name="T6" fmla="*/ 8 w 11"/>
                      <a:gd name="T7" fmla="*/ 7 h 7"/>
                      <a:gd name="T8" fmla="*/ 7 w 11"/>
                      <a:gd name="T9" fmla="*/ 6 h 7"/>
                      <a:gd name="T10" fmla="*/ 5 w 11"/>
                      <a:gd name="T11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" h="7">
                        <a:moveTo>
                          <a:pt x="5" y="6"/>
                        </a:moveTo>
                        <a:cubicBezTo>
                          <a:pt x="3" y="5"/>
                          <a:pt x="0" y="5"/>
                          <a:pt x="1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2"/>
                          <a:pt x="11" y="6"/>
                          <a:pt x="8" y="7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5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300"/>
                  <p:cNvSpPr>
                    <a:spLocks/>
                  </p:cNvSpPr>
                  <p:nvPr/>
                </p:nvSpPr>
                <p:spPr bwMode="auto">
                  <a:xfrm>
                    <a:off x="949" y="931"/>
                    <a:ext cx="19" cy="25"/>
                  </a:xfrm>
                  <a:custGeom>
                    <a:avLst/>
                    <a:gdLst>
                      <a:gd name="T0" fmla="*/ 3 w 13"/>
                      <a:gd name="T1" fmla="*/ 3 h 17"/>
                      <a:gd name="T2" fmla="*/ 5 w 13"/>
                      <a:gd name="T3" fmla="*/ 3 h 17"/>
                      <a:gd name="T4" fmla="*/ 9 w 13"/>
                      <a:gd name="T5" fmla="*/ 0 h 17"/>
                      <a:gd name="T6" fmla="*/ 10 w 13"/>
                      <a:gd name="T7" fmla="*/ 1 h 17"/>
                      <a:gd name="T8" fmla="*/ 12 w 13"/>
                      <a:gd name="T9" fmla="*/ 1 h 17"/>
                      <a:gd name="T10" fmla="*/ 10 w 13"/>
                      <a:gd name="T11" fmla="*/ 9 h 17"/>
                      <a:gd name="T12" fmla="*/ 12 w 13"/>
                      <a:gd name="T13" fmla="*/ 16 h 17"/>
                      <a:gd name="T14" fmla="*/ 10 w 13"/>
                      <a:gd name="T15" fmla="*/ 16 h 17"/>
                      <a:gd name="T16" fmla="*/ 9 w 13"/>
                      <a:gd name="T17" fmla="*/ 17 h 17"/>
                      <a:gd name="T18" fmla="*/ 6 w 13"/>
                      <a:gd name="T19" fmla="*/ 16 h 17"/>
                      <a:gd name="T20" fmla="*/ 6 w 13"/>
                      <a:gd name="T21" fmla="*/ 15 h 17"/>
                      <a:gd name="T22" fmla="*/ 5 w 13"/>
                      <a:gd name="T23" fmla="*/ 15 h 17"/>
                      <a:gd name="T24" fmla="*/ 5 w 13"/>
                      <a:gd name="T25" fmla="*/ 9 h 17"/>
                      <a:gd name="T26" fmla="*/ 0 w 13"/>
                      <a:gd name="T27" fmla="*/ 6 h 17"/>
                      <a:gd name="T28" fmla="*/ 1 w 13"/>
                      <a:gd name="T29" fmla="*/ 5 h 17"/>
                      <a:gd name="T30" fmla="*/ 0 w 13"/>
                      <a:gd name="T31" fmla="*/ 3 h 17"/>
                      <a:gd name="T32" fmla="*/ 2 w 13"/>
                      <a:gd name="T33" fmla="*/ 2 h 17"/>
                      <a:gd name="T34" fmla="*/ 3 w 13"/>
                      <a:gd name="T35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3" h="17">
                        <a:moveTo>
                          <a:pt x="3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8" y="4"/>
                          <a:pt x="7" y="1"/>
                          <a:pt x="9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1" y="4"/>
                          <a:pt x="13" y="8"/>
                          <a:pt x="10" y="9"/>
                        </a:cubicBezTo>
                        <a:cubicBezTo>
                          <a:pt x="11" y="11"/>
                          <a:pt x="12" y="12"/>
                          <a:pt x="12" y="16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9" y="17"/>
                          <a:pt x="9" y="17"/>
                          <a:pt x="9" y="17"/>
                        </a:cubicBezTo>
                        <a:cubicBezTo>
                          <a:pt x="8" y="16"/>
                          <a:pt x="8" y="16"/>
                          <a:pt x="6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5" y="15"/>
                          <a:pt x="5" y="15"/>
                          <a:pt x="5" y="15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4" y="7"/>
                          <a:pt x="1" y="8"/>
                          <a:pt x="0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301"/>
                  <p:cNvSpPr>
                    <a:spLocks/>
                  </p:cNvSpPr>
                  <p:nvPr/>
                </p:nvSpPr>
                <p:spPr bwMode="auto">
                  <a:xfrm>
                    <a:off x="999" y="975"/>
                    <a:ext cx="22" cy="24"/>
                  </a:xfrm>
                  <a:custGeom>
                    <a:avLst/>
                    <a:gdLst>
                      <a:gd name="T0" fmla="*/ 5 w 15"/>
                      <a:gd name="T1" fmla="*/ 1 h 16"/>
                      <a:gd name="T2" fmla="*/ 15 w 15"/>
                      <a:gd name="T3" fmla="*/ 0 h 16"/>
                      <a:gd name="T4" fmla="*/ 15 w 15"/>
                      <a:gd name="T5" fmla="*/ 9 h 16"/>
                      <a:gd name="T6" fmla="*/ 3 w 15"/>
                      <a:gd name="T7" fmla="*/ 16 h 16"/>
                      <a:gd name="T8" fmla="*/ 2 w 15"/>
                      <a:gd name="T9" fmla="*/ 15 h 16"/>
                      <a:gd name="T10" fmla="*/ 1 w 15"/>
                      <a:gd name="T11" fmla="*/ 15 h 16"/>
                      <a:gd name="T12" fmla="*/ 3 w 15"/>
                      <a:gd name="T13" fmla="*/ 2 h 16"/>
                      <a:gd name="T14" fmla="*/ 4 w 15"/>
                      <a:gd name="T15" fmla="*/ 2 h 16"/>
                      <a:gd name="T16" fmla="*/ 5 w 15"/>
                      <a:gd name="T17" fmla="*/ 1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" h="16">
                        <a:moveTo>
                          <a:pt x="5" y="1"/>
                        </a:moveTo>
                        <a:cubicBezTo>
                          <a:pt x="8" y="3"/>
                          <a:pt x="11" y="0"/>
                          <a:pt x="15" y="0"/>
                        </a:cubicBezTo>
                        <a:cubicBezTo>
                          <a:pt x="15" y="9"/>
                          <a:pt x="15" y="9"/>
                          <a:pt x="15" y="9"/>
                        </a:cubicBezTo>
                        <a:cubicBezTo>
                          <a:pt x="7" y="6"/>
                          <a:pt x="8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0" y="9"/>
                          <a:pt x="3" y="7"/>
                          <a:pt x="3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302"/>
                  <p:cNvSpPr>
                    <a:spLocks/>
                  </p:cNvSpPr>
                  <p:nvPr/>
                </p:nvSpPr>
                <p:spPr bwMode="auto">
                  <a:xfrm>
                    <a:off x="999" y="991"/>
                    <a:ext cx="25" cy="103"/>
                  </a:xfrm>
                  <a:custGeom>
                    <a:avLst/>
                    <a:gdLst>
                      <a:gd name="T0" fmla="*/ 2 w 17"/>
                      <a:gd name="T1" fmla="*/ 8 h 70"/>
                      <a:gd name="T2" fmla="*/ 3 w 17"/>
                      <a:gd name="T3" fmla="*/ 7 h 70"/>
                      <a:gd name="T4" fmla="*/ 15 w 17"/>
                      <a:gd name="T5" fmla="*/ 3 h 70"/>
                      <a:gd name="T6" fmla="*/ 15 w 17"/>
                      <a:gd name="T7" fmla="*/ 15 h 70"/>
                      <a:gd name="T8" fmla="*/ 13 w 17"/>
                      <a:gd name="T9" fmla="*/ 14 h 70"/>
                      <a:gd name="T10" fmla="*/ 13 w 17"/>
                      <a:gd name="T11" fmla="*/ 15 h 70"/>
                      <a:gd name="T12" fmla="*/ 9 w 17"/>
                      <a:gd name="T13" fmla="*/ 14 h 70"/>
                      <a:gd name="T14" fmla="*/ 13 w 17"/>
                      <a:gd name="T15" fmla="*/ 17 h 70"/>
                      <a:gd name="T16" fmla="*/ 13 w 17"/>
                      <a:gd name="T17" fmla="*/ 18 h 70"/>
                      <a:gd name="T18" fmla="*/ 15 w 17"/>
                      <a:gd name="T19" fmla="*/ 18 h 70"/>
                      <a:gd name="T20" fmla="*/ 12 w 17"/>
                      <a:gd name="T21" fmla="*/ 29 h 70"/>
                      <a:gd name="T22" fmla="*/ 15 w 17"/>
                      <a:gd name="T23" fmla="*/ 67 h 70"/>
                      <a:gd name="T24" fmla="*/ 1 w 17"/>
                      <a:gd name="T25" fmla="*/ 64 h 70"/>
                      <a:gd name="T26" fmla="*/ 3 w 17"/>
                      <a:gd name="T27" fmla="*/ 52 h 70"/>
                      <a:gd name="T28" fmla="*/ 4 w 17"/>
                      <a:gd name="T29" fmla="*/ 52 h 70"/>
                      <a:gd name="T30" fmla="*/ 4 w 17"/>
                      <a:gd name="T31" fmla="*/ 51 h 70"/>
                      <a:gd name="T32" fmla="*/ 9 w 17"/>
                      <a:gd name="T33" fmla="*/ 50 h 70"/>
                      <a:gd name="T34" fmla="*/ 9 w 17"/>
                      <a:gd name="T35" fmla="*/ 46 h 70"/>
                      <a:gd name="T36" fmla="*/ 3 w 17"/>
                      <a:gd name="T37" fmla="*/ 48 h 70"/>
                      <a:gd name="T38" fmla="*/ 2 w 17"/>
                      <a:gd name="T39" fmla="*/ 47 h 70"/>
                      <a:gd name="T40" fmla="*/ 1 w 17"/>
                      <a:gd name="T41" fmla="*/ 47 h 70"/>
                      <a:gd name="T42" fmla="*/ 1 w 17"/>
                      <a:gd name="T43" fmla="*/ 26 h 70"/>
                      <a:gd name="T44" fmla="*/ 8 w 17"/>
                      <a:gd name="T45" fmla="*/ 22 h 70"/>
                      <a:gd name="T46" fmla="*/ 1 w 17"/>
                      <a:gd name="T47" fmla="*/ 23 h 70"/>
                      <a:gd name="T48" fmla="*/ 1 w 17"/>
                      <a:gd name="T49" fmla="*/ 8 h 70"/>
                      <a:gd name="T50" fmla="*/ 2 w 17"/>
                      <a:gd name="T51" fmla="*/ 8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17" h="70">
                        <a:moveTo>
                          <a:pt x="2" y="8"/>
                        </a:moveTo>
                        <a:cubicBezTo>
                          <a:pt x="3" y="7"/>
                          <a:pt x="3" y="7"/>
                          <a:pt x="3" y="7"/>
                        </a:cubicBezTo>
                        <a:cubicBezTo>
                          <a:pt x="7" y="7"/>
                          <a:pt x="10" y="0"/>
                          <a:pt x="15" y="3"/>
                        </a:cubicBezTo>
                        <a:cubicBezTo>
                          <a:pt x="12" y="8"/>
                          <a:pt x="15" y="8"/>
                          <a:pt x="15" y="15"/>
                        </a:cubicBezTo>
                        <a:cubicBezTo>
                          <a:pt x="13" y="14"/>
                          <a:pt x="13" y="14"/>
                          <a:pt x="13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1" y="15"/>
                          <a:pt x="12" y="13"/>
                          <a:pt x="9" y="14"/>
                        </a:cubicBezTo>
                        <a:cubicBezTo>
                          <a:pt x="9" y="16"/>
                          <a:pt x="11" y="17"/>
                          <a:pt x="13" y="17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4" y="22"/>
                          <a:pt x="16" y="29"/>
                          <a:pt x="12" y="29"/>
                        </a:cubicBezTo>
                        <a:cubicBezTo>
                          <a:pt x="17" y="38"/>
                          <a:pt x="14" y="54"/>
                          <a:pt x="15" y="67"/>
                        </a:cubicBezTo>
                        <a:cubicBezTo>
                          <a:pt x="8" y="70"/>
                          <a:pt x="6" y="65"/>
                          <a:pt x="1" y="64"/>
                        </a:cubicBezTo>
                        <a:cubicBezTo>
                          <a:pt x="1" y="59"/>
                          <a:pt x="0" y="54"/>
                          <a:pt x="3" y="52"/>
                        </a:cubicBezTo>
                        <a:cubicBezTo>
                          <a:pt x="4" y="52"/>
                          <a:pt x="4" y="52"/>
                          <a:pt x="4" y="52"/>
                        </a:cubicBezTo>
                        <a:cubicBezTo>
                          <a:pt x="4" y="51"/>
                          <a:pt x="4" y="51"/>
                          <a:pt x="4" y="51"/>
                        </a:cubicBezTo>
                        <a:cubicBezTo>
                          <a:pt x="6" y="51"/>
                          <a:pt x="8" y="51"/>
                          <a:pt x="9" y="50"/>
                        </a:cubicBezTo>
                        <a:cubicBezTo>
                          <a:pt x="9" y="46"/>
                          <a:pt x="9" y="46"/>
                          <a:pt x="9" y="46"/>
                        </a:cubicBezTo>
                        <a:cubicBezTo>
                          <a:pt x="5" y="46"/>
                          <a:pt x="4" y="47"/>
                          <a:pt x="3" y="48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1" y="47"/>
                          <a:pt x="1" y="47"/>
                          <a:pt x="1" y="47"/>
                        </a:cubicBezTo>
                        <a:cubicBezTo>
                          <a:pt x="1" y="38"/>
                          <a:pt x="1" y="35"/>
                          <a:pt x="1" y="26"/>
                        </a:cubicBezTo>
                        <a:cubicBezTo>
                          <a:pt x="3" y="28"/>
                          <a:pt x="6" y="24"/>
                          <a:pt x="8" y="22"/>
                        </a:cubicBezTo>
                        <a:cubicBezTo>
                          <a:pt x="4" y="20"/>
                          <a:pt x="4" y="23"/>
                          <a:pt x="1" y="23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lnTo>
                          <a:pt x="2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303"/>
                  <p:cNvSpPr>
                    <a:spLocks noEditPoints="1"/>
                  </p:cNvSpPr>
                  <p:nvPr/>
                </p:nvSpPr>
                <p:spPr bwMode="auto">
                  <a:xfrm>
                    <a:off x="996" y="921"/>
                    <a:ext cx="26" cy="57"/>
                  </a:xfrm>
                  <a:custGeom>
                    <a:avLst/>
                    <a:gdLst>
                      <a:gd name="T0" fmla="*/ 6 w 18"/>
                      <a:gd name="T1" fmla="*/ 37 h 39"/>
                      <a:gd name="T2" fmla="*/ 5 w 18"/>
                      <a:gd name="T3" fmla="*/ 39 h 39"/>
                      <a:gd name="T4" fmla="*/ 3 w 18"/>
                      <a:gd name="T5" fmla="*/ 23 h 39"/>
                      <a:gd name="T6" fmla="*/ 4 w 18"/>
                      <a:gd name="T7" fmla="*/ 23 h 39"/>
                      <a:gd name="T8" fmla="*/ 4 w 18"/>
                      <a:gd name="T9" fmla="*/ 22 h 39"/>
                      <a:gd name="T10" fmla="*/ 6 w 18"/>
                      <a:gd name="T11" fmla="*/ 22 h 39"/>
                      <a:gd name="T12" fmla="*/ 6 w 18"/>
                      <a:gd name="T13" fmla="*/ 20 h 39"/>
                      <a:gd name="T14" fmla="*/ 5 w 18"/>
                      <a:gd name="T15" fmla="*/ 20 h 39"/>
                      <a:gd name="T16" fmla="*/ 4 w 18"/>
                      <a:gd name="T17" fmla="*/ 20 h 39"/>
                      <a:gd name="T18" fmla="*/ 4 w 18"/>
                      <a:gd name="T19" fmla="*/ 18 h 39"/>
                      <a:gd name="T20" fmla="*/ 3 w 18"/>
                      <a:gd name="T21" fmla="*/ 19 h 39"/>
                      <a:gd name="T22" fmla="*/ 3 w 18"/>
                      <a:gd name="T23" fmla="*/ 2 h 39"/>
                      <a:gd name="T24" fmla="*/ 10 w 18"/>
                      <a:gd name="T25" fmla="*/ 4 h 39"/>
                      <a:gd name="T26" fmla="*/ 17 w 18"/>
                      <a:gd name="T27" fmla="*/ 2 h 39"/>
                      <a:gd name="T28" fmla="*/ 17 w 18"/>
                      <a:gd name="T29" fmla="*/ 18 h 39"/>
                      <a:gd name="T30" fmla="*/ 10 w 18"/>
                      <a:gd name="T31" fmla="*/ 18 h 39"/>
                      <a:gd name="T32" fmla="*/ 17 w 18"/>
                      <a:gd name="T33" fmla="*/ 24 h 39"/>
                      <a:gd name="T34" fmla="*/ 16 w 18"/>
                      <a:gd name="T35" fmla="*/ 36 h 39"/>
                      <a:gd name="T36" fmla="*/ 11 w 18"/>
                      <a:gd name="T37" fmla="*/ 33 h 39"/>
                      <a:gd name="T38" fmla="*/ 7 w 18"/>
                      <a:gd name="T39" fmla="*/ 38 h 39"/>
                      <a:gd name="T40" fmla="*/ 6 w 18"/>
                      <a:gd name="T41" fmla="*/ 37 h 39"/>
                      <a:gd name="T42" fmla="*/ 10 w 18"/>
                      <a:gd name="T43" fmla="*/ 8 h 39"/>
                      <a:gd name="T44" fmla="*/ 6 w 18"/>
                      <a:gd name="T45" fmla="*/ 8 h 39"/>
                      <a:gd name="T46" fmla="*/ 10 w 18"/>
                      <a:gd name="T47" fmla="*/ 8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8" h="39">
                        <a:moveTo>
                          <a:pt x="6" y="37"/>
                        </a:moveTo>
                        <a:cubicBezTo>
                          <a:pt x="5" y="39"/>
                          <a:pt x="5" y="39"/>
                          <a:pt x="5" y="39"/>
                        </a:cubicBezTo>
                        <a:cubicBezTo>
                          <a:pt x="0" y="36"/>
                          <a:pt x="4" y="26"/>
                          <a:pt x="3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4" y="22"/>
                          <a:pt x="4" y="22"/>
                          <a:pt x="4" y="22"/>
                        </a:cubicBezTo>
                        <a:cubicBezTo>
                          <a:pt x="6" y="22"/>
                          <a:pt x="6" y="22"/>
                          <a:pt x="6" y="22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5" y="20"/>
                          <a:pt x="5" y="20"/>
                          <a:pt x="5" y="20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8"/>
                          <a:pt x="4" y="18"/>
                          <a:pt x="4" y="18"/>
                        </a:cubicBezTo>
                        <a:cubicBezTo>
                          <a:pt x="3" y="19"/>
                          <a:pt x="3" y="19"/>
                          <a:pt x="3" y="19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5" y="2"/>
                          <a:pt x="11" y="0"/>
                          <a:pt x="10" y="4"/>
                        </a:cubicBezTo>
                        <a:cubicBezTo>
                          <a:pt x="12" y="4"/>
                          <a:pt x="13" y="1"/>
                          <a:pt x="17" y="2"/>
                        </a:cubicBezTo>
                        <a:cubicBezTo>
                          <a:pt x="14" y="7"/>
                          <a:pt x="18" y="10"/>
                          <a:pt x="17" y="18"/>
                        </a:cubicBezTo>
                        <a:cubicBezTo>
                          <a:pt x="10" y="18"/>
                          <a:pt x="10" y="18"/>
                          <a:pt x="10" y="18"/>
                        </a:cubicBezTo>
                        <a:cubicBezTo>
                          <a:pt x="11" y="21"/>
                          <a:pt x="14" y="22"/>
                          <a:pt x="17" y="24"/>
                        </a:cubicBezTo>
                        <a:cubicBezTo>
                          <a:pt x="16" y="28"/>
                          <a:pt x="17" y="33"/>
                          <a:pt x="16" y="36"/>
                        </a:cubicBezTo>
                        <a:cubicBezTo>
                          <a:pt x="12" y="37"/>
                          <a:pt x="13" y="33"/>
                          <a:pt x="11" y="33"/>
                        </a:cubicBezTo>
                        <a:cubicBezTo>
                          <a:pt x="9" y="34"/>
                          <a:pt x="7" y="34"/>
                          <a:pt x="7" y="38"/>
                        </a:cubicBezTo>
                        <a:lnTo>
                          <a:pt x="6" y="37"/>
                        </a:lnTo>
                        <a:close/>
                        <a:moveTo>
                          <a:pt x="10" y="8"/>
                        </a:moveTo>
                        <a:cubicBezTo>
                          <a:pt x="10" y="7"/>
                          <a:pt x="8" y="8"/>
                          <a:pt x="6" y="8"/>
                        </a:cubicBezTo>
                        <a:cubicBezTo>
                          <a:pt x="4" y="11"/>
                          <a:pt x="11" y="11"/>
                          <a:pt x="10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304"/>
                  <p:cNvSpPr>
                    <a:spLocks noEditPoints="1"/>
                  </p:cNvSpPr>
                  <p:nvPr/>
                </p:nvSpPr>
                <p:spPr bwMode="auto">
                  <a:xfrm>
                    <a:off x="1049" y="924"/>
                    <a:ext cx="26" cy="158"/>
                  </a:xfrm>
                  <a:custGeom>
                    <a:avLst/>
                    <a:gdLst>
                      <a:gd name="T0" fmla="*/ 6 w 18"/>
                      <a:gd name="T1" fmla="*/ 42 h 108"/>
                      <a:gd name="T2" fmla="*/ 3 w 18"/>
                      <a:gd name="T3" fmla="*/ 30 h 108"/>
                      <a:gd name="T4" fmla="*/ 8 w 18"/>
                      <a:gd name="T5" fmla="*/ 31 h 108"/>
                      <a:gd name="T6" fmla="*/ 3 w 18"/>
                      <a:gd name="T7" fmla="*/ 25 h 108"/>
                      <a:gd name="T8" fmla="*/ 5 w 18"/>
                      <a:gd name="T9" fmla="*/ 18 h 108"/>
                      <a:gd name="T10" fmla="*/ 3 w 18"/>
                      <a:gd name="T11" fmla="*/ 0 h 108"/>
                      <a:gd name="T12" fmla="*/ 17 w 18"/>
                      <a:gd name="T13" fmla="*/ 0 h 108"/>
                      <a:gd name="T14" fmla="*/ 15 w 18"/>
                      <a:gd name="T15" fmla="*/ 13 h 108"/>
                      <a:gd name="T16" fmla="*/ 14 w 18"/>
                      <a:gd name="T17" fmla="*/ 14 h 108"/>
                      <a:gd name="T18" fmla="*/ 14 w 18"/>
                      <a:gd name="T19" fmla="*/ 15 h 108"/>
                      <a:gd name="T20" fmla="*/ 11 w 18"/>
                      <a:gd name="T21" fmla="*/ 15 h 108"/>
                      <a:gd name="T22" fmla="*/ 14 w 18"/>
                      <a:gd name="T23" fmla="*/ 17 h 108"/>
                      <a:gd name="T24" fmla="*/ 15 w 18"/>
                      <a:gd name="T25" fmla="*/ 18 h 108"/>
                      <a:gd name="T26" fmla="*/ 17 w 18"/>
                      <a:gd name="T27" fmla="*/ 18 h 108"/>
                      <a:gd name="T28" fmla="*/ 17 w 18"/>
                      <a:gd name="T29" fmla="*/ 25 h 108"/>
                      <a:gd name="T30" fmla="*/ 17 w 18"/>
                      <a:gd name="T31" fmla="*/ 34 h 108"/>
                      <a:gd name="T32" fmla="*/ 17 w 18"/>
                      <a:gd name="T33" fmla="*/ 57 h 108"/>
                      <a:gd name="T34" fmla="*/ 15 w 18"/>
                      <a:gd name="T35" fmla="*/ 57 h 108"/>
                      <a:gd name="T36" fmla="*/ 14 w 18"/>
                      <a:gd name="T37" fmla="*/ 58 h 108"/>
                      <a:gd name="T38" fmla="*/ 13 w 18"/>
                      <a:gd name="T39" fmla="*/ 58 h 108"/>
                      <a:gd name="T40" fmla="*/ 14 w 18"/>
                      <a:gd name="T41" fmla="*/ 57 h 108"/>
                      <a:gd name="T42" fmla="*/ 13 w 18"/>
                      <a:gd name="T43" fmla="*/ 55 h 108"/>
                      <a:gd name="T44" fmla="*/ 10 w 18"/>
                      <a:gd name="T45" fmla="*/ 45 h 108"/>
                      <a:gd name="T46" fmla="*/ 11 w 18"/>
                      <a:gd name="T47" fmla="*/ 55 h 108"/>
                      <a:gd name="T48" fmla="*/ 11 w 18"/>
                      <a:gd name="T49" fmla="*/ 57 h 108"/>
                      <a:gd name="T50" fmla="*/ 11 w 18"/>
                      <a:gd name="T51" fmla="*/ 58 h 108"/>
                      <a:gd name="T52" fmla="*/ 11 w 18"/>
                      <a:gd name="T53" fmla="*/ 58 h 108"/>
                      <a:gd name="T54" fmla="*/ 14 w 18"/>
                      <a:gd name="T55" fmla="*/ 61 h 108"/>
                      <a:gd name="T56" fmla="*/ 15 w 18"/>
                      <a:gd name="T57" fmla="*/ 62 h 108"/>
                      <a:gd name="T58" fmla="*/ 17 w 18"/>
                      <a:gd name="T59" fmla="*/ 61 h 108"/>
                      <a:gd name="T60" fmla="*/ 17 w 18"/>
                      <a:gd name="T61" fmla="*/ 79 h 108"/>
                      <a:gd name="T62" fmla="*/ 15 w 18"/>
                      <a:gd name="T63" fmla="*/ 78 h 108"/>
                      <a:gd name="T64" fmla="*/ 14 w 18"/>
                      <a:gd name="T65" fmla="*/ 79 h 108"/>
                      <a:gd name="T66" fmla="*/ 13 w 18"/>
                      <a:gd name="T67" fmla="*/ 76 h 108"/>
                      <a:gd name="T68" fmla="*/ 7 w 18"/>
                      <a:gd name="T69" fmla="*/ 78 h 108"/>
                      <a:gd name="T70" fmla="*/ 14 w 18"/>
                      <a:gd name="T71" fmla="*/ 82 h 108"/>
                      <a:gd name="T72" fmla="*/ 15 w 18"/>
                      <a:gd name="T73" fmla="*/ 82 h 108"/>
                      <a:gd name="T74" fmla="*/ 17 w 18"/>
                      <a:gd name="T75" fmla="*/ 83 h 108"/>
                      <a:gd name="T76" fmla="*/ 17 w 18"/>
                      <a:gd name="T77" fmla="*/ 96 h 108"/>
                      <a:gd name="T78" fmla="*/ 15 w 18"/>
                      <a:gd name="T79" fmla="*/ 95 h 108"/>
                      <a:gd name="T80" fmla="*/ 15 w 18"/>
                      <a:gd name="T81" fmla="*/ 97 h 108"/>
                      <a:gd name="T82" fmla="*/ 12 w 18"/>
                      <a:gd name="T83" fmla="*/ 96 h 108"/>
                      <a:gd name="T84" fmla="*/ 16 w 18"/>
                      <a:gd name="T85" fmla="*/ 98 h 108"/>
                      <a:gd name="T86" fmla="*/ 15 w 18"/>
                      <a:gd name="T87" fmla="*/ 100 h 108"/>
                      <a:gd name="T88" fmla="*/ 17 w 18"/>
                      <a:gd name="T89" fmla="*/ 100 h 108"/>
                      <a:gd name="T90" fmla="*/ 17 w 18"/>
                      <a:gd name="T91" fmla="*/ 106 h 108"/>
                      <a:gd name="T92" fmla="*/ 5 w 18"/>
                      <a:gd name="T93" fmla="*/ 108 h 108"/>
                      <a:gd name="T94" fmla="*/ 3 w 18"/>
                      <a:gd name="T95" fmla="*/ 101 h 108"/>
                      <a:gd name="T96" fmla="*/ 7 w 18"/>
                      <a:gd name="T97" fmla="*/ 88 h 108"/>
                      <a:gd name="T98" fmla="*/ 3 w 18"/>
                      <a:gd name="T99" fmla="*/ 87 h 108"/>
                      <a:gd name="T100" fmla="*/ 3 w 18"/>
                      <a:gd name="T101" fmla="*/ 65 h 108"/>
                      <a:gd name="T102" fmla="*/ 5 w 18"/>
                      <a:gd name="T103" fmla="*/ 63 h 108"/>
                      <a:gd name="T104" fmla="*/ 3 w 18"/>
                      <a:gd name="T105" fmla="*/ 47 h 108"/>
                      <a:gd name="T106" fmla="*/ 6 w 18"/>
                      <a:gd name="T107" fmla="*/ 43 h 108"/>
                      <a:gd name="T108" fmla="*/ 6 w 18"/>
                      <a:gd name="T109" fmla="*/ 42 h 108"/>
                      <a:gd name="T110" fmla="*/ 8 w 18"/>
                      <a:gd name="T111" fmla="*/ 42 h 108"/>
                      <a:gd name="T112" fmla="*/ 9 w 18"/>
                      <a:gd name="T113" fmla="*/ 41 h 108"/>
                      <a:gd name="T114" fmla="*/ 9 w 18"/>
                      <a:gd name="T115" fmla="*/ 39 h 108"/>
                      <a:gd name="T116" fmla="*/ 7 w 18"/>
                      <a:gd name="T117" fmla="*/ 40 h 108"/>
                      <a:gd name="T118" fmla="*/ 6 w 18"/>
                      <a:gd name="T119" fmla="*/ 42 h 108"/>
                      <a:gd name="T120" fmla="*/ 13 w 18"/>
                      <a:gd name="T121" fmla="*/ 71 h 108"/>
                      <a:gd name="T122" fmla="*/ 9 w 18"/>
                      <a:gd name="T123" fmla="*/ 71 h 108"/>
                      <a:gd name="T124" fmla="*/ 13 w 18"/>
                      <a:gd name="T125" fmla="*/ 71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8" h="108">
                        <a:moveTo>
                          <a:pt x="6" y="42"/>
                        </a:moveTo>
                        <a:cubicBezTo>
                          <a:pt x="3" y="40"/>
                          <a:pt x="2" y="35"/>
                          <a:pt x="3" y="30"/>
                        </a:cubicBezTo>
                        <a:cubicBezTo>
                          <a:pt x="5" y="30"/>
                          <a:pt x="5" y="31"/>
                          <a:pt x="8" y="31"/>
                        </a:cubicBezTo>
                        <a:cubicBezTo>
                          <a:pt x="8" y="27"/>
                          <a:pt x="6" y="25"/>
                          <a:pt x="3" y="25"/>
                        </a:cubicBezTo>
                        <a:cubicBezTo>
                          <a:pt x="2" y="21"/>
                          <a:pt x="3" y="18"/>
                          <a:pt x="5" y="18"/>
                        </a:cubicBezTo>
                        <a:cubicBezTo>
                          <a:pt x="0" y="13"/>
                          <a:pt x="7" y="5"/>
                          <a:pt x="3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10"/>
                          <a:pt x="15" y="13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10" y="18"/>
                          <a:pt x="13" y="18"/>
                          <a:pt x="14" y="1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7" y="25"/>
                          <a:pt x="17" y="25"/>
                          <a:pt x="17" y="25"/>
                        </a:cubicBezTo>
                        <a:cubicBezTo>
                          <a:pt x="15" y="26"/>
                          <a:pt x="11" y="32"/>
                          <a:pt x="17" y="34"/>
                        </a:cubicBezTo>
                        <a:cubicBezTo>
                          <a:pt x="17" y="57"/>
                          <a:pt x="17" y="57"/>
                          <a:pt x="17" y="57"/>
                        </a:cubicBezTo>
                        <a:cubicBezTo>
                          <a:pt x="15" y="57"/>
                          <a:pt x="15" y="57"/>
                          <a:pt x="15" y="57"/>
                        </a:cubicBezTo>
                        <a:cubicBezTo>
                          <a:pt x="14" y="58"/>
                          <a:pt x="14" y="58"/>
                          <a:pt x="14" y="58"/>
                        </a:cubicBezTo>
                        <a:cubicBezTo>
                          <a:pt x="13" y="58"/>
                          <a:pt x="13" y="58"/>
                          <a:pt x="13" y="58"/>
                        </a:cubicBezTo>
                        <a:cubicBezTo>
                          <a:pt x="14" y="57"/>
                          <a:pt x="14" y="57"/>
                          <a:pt x="14" y="57"/>
                        </a:cubicBezTo>
                        <a:cubicBezTo>
                          <a:pt x="13" y="55"/>
                          <a:pt x="13" y="55"/>
                          <a:pt x="13" y="55"/>
                        </a:cubicBezTo>
                        <a:cubicBezTo>
                          <a:pt x="11" y="53"/>
                          <a:pt x="14" y="46"/>
                          <a:pt x="10" y="45"/>
                        </a:cubicBezTo>
                        <a:cubicBezTo>
                          <a:pt x="8" y="48"/>
                          <a:pt x="9" y="53"/>
                          <a:pt x="11" y="55"/>
                        </a:cubicBezTo>
                        <a:cubicBezTo>
                          <a:pt x="11" y="57"/>
                          <a:pt x="11" y="57"/>
                          <a:pt x="11" y="57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0" y="61"/>
                          <a:pt x="12" y="61"/>
                          <a:pt x="14" y="61"/>
                        </a:cubicBezTo>
                        <a:cubicBezTo>
                          <a:pt x="15" y="62"/>
                          <a:pt x="15" y="62"/>
                          <a:pt x="15" y="62"/>
                        </a:cubicBezTo>
                        <a:cubicBezTo>
                          <a:pt x="17" y="61"/>
                          <a:pt x="17" y="61"/>
                          <a:pt x="17" y="61"/>
                        </a:cubicBezTo>
                        <a:cubicBezTo>
                          <a:pt x="17" y="79"/>
                          <a:pt x="17" y="79"/>
                          <a:pt x="17" y="79"/>
                        </a:cubicBezTo>
                        <a:cubicBezTo>
                          <a:pt x="15" y="78"/>
                          <a:pt x="15" y="78"/>
                          <a:pt x="15" y="78"/>
                        </a:cubicBezTo>
                        <a:cubicBezTo>
                          <a:pt x="14" y="79"/>
                          <a:pt x="14" y="79"/>
                          <a:pt x="14" y="79"/>
                        </a:cubicBezTo>
                        <a:cubicBezTo>
                          <a:pt x="13" y="79"/>
                          <a:pt x="12" y="77"/>
                          <a:pt x="13" y="76"/>
                        </a:cubicBezTo>
                        <a:cubicBezTo>
                          <a:pt x="11" y="76"/>
                          <a:pt x="7" y="75"/>
                          <a:pt x="7" y="78"/>
                        </a:cubicBezTo>
                        <a:cubicBezTo>
                          <a:pt x="11" y="77"/>
                          <a:pt x="9" y="83"/>
                          <a:pt x="14" y="82"/>
                        </a:cubicBezTo>
                        <a:cubicBezTo>
                          <a:pt x="15" y="82"/>
                          <a:pt x="15" y="82"/>
                          <a:pt x="15" y="82"/>
                        </a:cubicBezTo>
                        <a:cubicBezTo>
                          <a:pt x="17" y="83"/>
                          <a:pt x="17" y="83"/>
                          <a:pt x="17" y="83"/>
                        </a:cubicBezTo>
                        <a:cubicBezTo>
                          <a:pt x="15" y="86"/>
                          <a:pt x="18" y="91"/>
                          <a:pt x="17" y="96"/>
                        </a:cubicBezTo>
                        <a:cubicBezTo>
                          <a:pt x="15" y="95"/>
                          <a:pt x="15" y="95"/>
                          <a:pt x="15" y="95"/>
                        </a:cubicBezTo>
                        <a:cubicBezTo>
                          <a:pt x="15" y="97"/>
                          <a:pt x="15" y="97"/>
                          <a:pt x="15" y="97"/>
                        </a:cubicBezTo>
                        <a:cubicBezTo>
                          <a:pt x="14" y="97"/>
                          <a:pt x="13" y="93"/>
                          <a:pt x="12" y="96"/>
                        </a:cubicBezTo>
                        <a:cubicBezTo>
                          <a:pt x="13" y="97"/>
                          <a:pt x="14" y="98"/>
                          <a:pt x="16" y="98"/>
                        </a:cubicBezTo>
                        <a:cubicBezTo>
                          <a:pt x="15" y="100"/>
                          <a:pt x="15" y="100"/>
                          <a:pt x="15" y="100"/>
                        </a:cubicBezTo>
                        <a:cubicBezTo>
                          <a:pt x="17" y="100"/>
                          <a:pt x="17" y="100"/>
                          <a:pt x="17" y="100"/>
                        </a:cubicBezTo>
                        <a:cubicBezTo>
                          <a:pt x="17" y="106"/>
                          <a:pt x="17" y="106"/>
                          <a:pt x="17" y="106"/>
                        </a:cubicBezTo>
                        <a:cubicBezTo>
                          <a:pt x="12" y="106"/>
                          <a:pt x="10" y="108"/>
                          <a:pt x="5" y="108"/>
                        </a:cubicBezTo>
                        <a:cubicBezTo>
                          <a:pt x="9" y="106"/>
                          <a:pt x="7" y="100"/>
                          <a:pt x="3" y="101"/>
                        </a:cubicBezTo>
                        <a:cubicBezTo>
                          <a:pt x="1" y="93"/>
                          <a:pt x="7" y="94"/>
                          <a:pt x="7" y="88"/>
                        </a:cubicBezTo>
                        <a:cubicBezTo>
                          <a:pt x="6" y="86"/>
                          <a:pt x="5" y="87"/>
                          <a:pt x="3" y="87"/>
                        </a:cubicBezTo>
                        <a:cubicBezTo>
                          <a:pt x="4" y="81"/>
                          <a:pt x="2" y="71"/>
                          <a:pt x="3" y="65"/>
                        </a:cubicBezTo>
                        <a:cubicBezTo>
                          <a:pt x="3" y="64"/>
                          <a:pt x="3" y="63"/>
                          <a:pt x="5" y="63"/>
                        </a:cubicBezTo>
                        <a:cubicBezTo>
                          <a:pt x="1" y="59"/>
                          <a:pt x="5" y="52"/>
                          <a:pt x="3" y="47"/>
                        </a:cubicBezTo>
                        <a:cubicBezTo>
                          <a:pt x="3" y="44"/>
                          <a:pt x="6" y="45"/>
                          <a:pt x="6" y="43"/>
                        </a:cubicBezTo>
                        <a:cubicBezTo>
                          <a:pt x="6" y="42"/>
                          <a:pt x="6" y="42"/>
                          <a:pt x="6" y="42"/>
                        </a:cubicBezTo>
                        <a:cubicBezTo>
                          <a:pt x="8" y="42"/>
                          <a:pt x="8" y="42"/>
                          <a:pt x="8" y="42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0"/>
                          <a:pt x="10" y="39"/>
                          <a:pt x="9" y="39"/>
                        </a:cubicBezTo>
                        <a:cubicBezTo>
                          <a:pt x="9" y="41"/>
                          <a:pt x="7" y="40"/>
                          <a:pt x="7" y="40"/>
                        </a:cubicBezTo>
                        <a:lnTo>
                          <a:pt x="6" y="42"/>
                        </a:lnTo>
                        <a:close/>
                        <a:moveTo>
                          <a:pt x="13" y="71"/>
                        </a:moveTo>
                        <a:cubicBezTo>
                          <a:pt x="13" y="70"/>
                          <a:pt x="9" y="69"/>
                          <a:pt x="9" y="71"/>
                        </a:cubicBezTo>
                        <a:cubicBezTo>
                          <a:pt x="9" y="71"/>
                          <a:pt x="13" y="73"/>
                          <a:pt x="13" y="7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305"/>
                  <p:cNvSpPr>
                    <a:spLocks/>
                  </p:cNvSpPr>
                  <p:nvPr/>
                </p:nvSpPr>
                <p:spPr bwMode="auto">
                  <a:xfrm>
                    <a:off x="1263" y="924"/>
                    <a:ext cx="24" cy="32"/>
                  </a:xfrm>
                  <a:custGeom>
                    <a:avLst/>
                    <a:gdLst>
                      <a:gd name="T0" fmla="*/ 1 w 16"/>
                      <a:gd name="T1" fmla="*/ 0 h 22"/>
                      <a:gd name="T2" fmla="*/ 6 w 16"/>
                      <a:gd name="T3" fmla="*/ 0 h 22"/>
                      <a:gd name="T4" fmla="*/ 8 w 16"/>
                      <a:gd name="T5" fmla="*/ 10 h 22"/>
                      <a:gd name="T6" fmla="*/ 15 w 16"/>
                      <a:gd name="T7" fmla="*/ 12 h 22"/>
                      <a:gd name="T8" fmla="*/ 11 w 16"/>
                      <a:gd name="T9" fmla="*/ 22 h 22"/>
                      <a:gd name="T10" fmla="*/ 1 w 16"/>
                      <a:gd name="T11" fmla="*/ 16 h 22"/>
                      <a:gd name="T12" fmla="*/ 4 w 16"/>
                      <a:gd name="T13" fmla="*/ 10 h 22"/>
                      <a:gd name="T14" fmla="*/ 1 w 16"/>
                      <a:gd name="T15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" h="22">
                        <a:moveTo>
                          <a:pt x="1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8" y="2"/>
                          <a:pt x="8" y="6"/>
                          <a:pt x="8" y="10"/>
                        </a:cubicBezTo>
                        <a:cubicBezTo>
                          <a:pt x="9" y="12"/>
                          <a:pt x="11" y="13"/>
                          <a:pt x="15" y="12"/>
                        </a:cubicBezTo>
                        <a:cubicBezTo>
                          <a:pt x="16" y="18"/>
                          <a:pt x="13" y="19"/>
                          <a:pt x="11" y="22"/>
                        </a:cubicBezTo>
                        <a:cubicBezTo>
                          <a:pt x="7" y="21"/>
                          <a:pt x="8" y="14"/>
                          <a:pt x="1" y="16"/>
                        </a:cubicBezTo>
                        <a:cubicBezTo>
                          <a:pt x="1" y="13"/>
                          <a:pt x="3" y="12"/>
                          <a:pt x="4" y="10"/>
                        </a:cubicBezTo>
                        <a:cubicBezTo>
                          <a:pt x="0" y="11"/>
                          <a:pt x="1" y="4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306"/>
                  <p:cNvSpPr>
                    <a:spLocks/>
                  </p:cNvSpPr>
                  <p:nvPr/>
                </p:nvSpPr>
                <p:spPr bwMode="auto">
                  <a:xfrm>
                    <a:off x="892" y="924"/>
                    <a:ext cx="11" cy="9"/>
                  </a:xfrm>
                  <a:custGeom>
                    <a:avLst/>
                    <a:gdLst>
                      <a:gd name="T0" fmla="*/ 7 w 7"/>
                      <a:gd name="T1" fmla="*/ 3 h 6"/>
                      <a:gd name="T2" fmla="*/ 7 w 7"/>
                      <a:gd name="T3" fmla="*/ 6 h 6"/>
                      <a:gd name="T4" fmla="*/ 1 w 7"/>
                      <a:gd name="T5" fmla="*/ 0 h 6"/>
                      <a:gd name="T6" fmla="*/ 7 w 7"/>
                      <a:gd name="T7" fmla="*/ 1 h 6"/>
                      <a:gd name="T8" fmla="*/ 6 w 7"/>
                      <a:gd name="T9" fmla="*/ 2 h 6"/>
                      <a:gd name="T10" fmla="*/ 7 w 7"/>
                      <a:gd name="T11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7" y="3"/>
                        </a:move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4" y="5"/>
                          <a:pt x="0" y="5"/>
                          <a:pt x="1" y="0"/>
                        </a:cubicBezTo>
                        <a:cubicBezTo>
                          <a:pt x="3" y="0"/>
                          <a:pt x="6" y="0"/>
                          <a:pt x="7" y="1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lnTo>
                          <a:pt x="7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307"/>
                  <p:cNvSpPr>
                    <a:spLocks/>
                  </p:cNvSpPr>
                  <p:nvPr/>
                </p:nvSpPr>
                <p:spPr bwMode="auto">
                  <a:xfrm>
                    <a:off x="892" y="934"/>
                    <a:ext cx="22" cy="21"/>
                  </a:xfrm>
                  <a:custGeom>
                    <a:avLst/>
                    <a:gdLst>
                      <a:gd name="T0" fmla="*/ 9 w 15"/>
                      <a:gd name="T1" fmla="*/ 12 h 14"/>
                      <a:gd name="T2" fmla="*/ 1 w 15"/>
                      <a:gd name="T3" fmla="*/ 13 h 14"/>
                      <a:gd name="T4" fmla="*/ 1 w 15"/>
                      <a:gd name="T5" fmla="*/ 0 h 14"/>
                      <a:gd name="T6" fmla="*/ 15 w 15"/>
                      <a:gd name="T7" fmla="*/ 5 h 14"/>
                      <a:gd name="T8" fmla="*/ 11 w 15"/>
                      <a:gd name="T9" fmla="*/ 12 h 14"/>
                      <a:gd name="T10" fmla="*/ 10 w 15"/>
                      <a:gd name="T11" fmla="*/ 12 h 14"/>
                      <a:gd name="T12" fmla="*/ 9 w 15"/>
                      <a:gd name="T13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" h="14">
                        <a:moveTo>
                          <a:pt x="9" y="12"/>
                        </a:moveTo>
                        <a:cubicBezTo>
                          <a:pt x="5" y="12"/>
                          <a:pt x="4" y="14"/>
                          <a:pt x="1" y="13"/>
                        </a:cubicBezTo>
                        <a:cubicBezTo>
                          <a:pt x="3" y="8"/>
                          <a:pt x="0" y="8"/>
                          <a:pt x="1" y="0"/>
                        </a:cubicBezTo>
                        <a:cubicBezTo>
                          <a:pt x="6" y="1"/>
                          <a:pt x="9" y="5"/>
                          <a:pt x="15" y="5"/>
                        </a:cubicBezTo>
                        <a:cubicBezTo>
                          <a:pt x="15" y="10"/>
                          <a:pt x="12" y="10"/>
                          <a:pt x="11" y="12"/>
                        </a:cubicBezTo>
                        <a:cubicBezTo>
                          <a:pt x="10" y="12"/>
                          <a:pt x="10" y="12"/>
                          <a:pt x="10" y="12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308"/>
                  <p:cNvSpPr>
                    <a:spLocks/>
                  </p:cNvSpPr>
                  <p:nvPr/>
                </p:nvSpPr>
                <p:spPr bwMode="auto">
                  <a:xfrm>
                    <a:off x="894" y="952"/>
                    <a:ext cx="20" cy="25"/>
                  </a:xfrm>
                  <a:custGeom>
                    <a:avLst/>
                    <a:gdLst>
                      <a:gd name="T0" fmla="*/ 9 w 14"/>
                      <a:gd name="T1" fmla="*/ 2 h 17"/>
                      <a:gd name="T2" fmla="*/ 10 w 14"/>
                      <a:gd name="T3" fmla="*/ 0 h 17"/>
                      <a:gd name="T4" fmla="*/ 14 w 14"/>
                      <a:gd name="T5" fmla="*/ 0 h 17"/>
                      <a:gd name="T6" fmla="*/ 14 w 14"/>
                      <a:gd name="T7" fmla="*/ 13 h 17"/>
                      <a:gd name="T8" fmla="*/ 6 w 14"/>
                      <a:gd name="T9" fmla="*/ 12 h 17"/>
                      <a:gd name="T10" fmla="*/ 7 w 14"/>
                      <a:gd name="T11" fmla="*/ 15 h 17"/>
                      <a:gd name="T12" fmla="*/ 5 w 14"/>
                      <a:gd name="T13" fmla="*/ 16 h 17"/>
                      <a:gd name="T14" fmla="*/ 4 w 14"/>
                      <a:gd name="T15" fmla="*/ 17 h 17"/>
                      <a:gd name="T16" fmla="*/ 0 w 14"/>
                      <a:gd name="T17" fmla="*/ 14 h 17"/>
                      <a:gd name="T18" fmla="*/ 0 w 14"/>
                      <a:gd name="T19" fmla="*/ 12 h 17"/>
                      <a:gd name="T20" fmla="*/ 1 w 14"/>
                      <a:gd name="T21" fmla="*/ 12 h 17"/>
                      <a:gd name="T22" fmla="*/ 2 w 14"/>
                      <a:gd name="T23" fmla="*/ 11 h 17"/>
                      <a:gd name="T24" fmla="*/ 8 w 14"/>
                      <a:gd name="T25" fmla="*/ 1 h 17"/>
                      <a:gd name="T26" fmla="*/ 9 w 14"/>
                      <a:gd name="T27" fmla="*/ 2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17">
                        <a:moveTo>
                          <a:pt x="9" y="2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13"/>
                          <a:pt x="14" y="13"/>
                          <a:pt x="14" y="13"/>
                        </a:cubicBezTo>
                        <a:cubicBezTo>
                          <a:pt x="11" y="13"/>
                          <a:pt x="9" y="12"/>
                          <a:pt x="6" y="12"/>
                        </a:cubicBezTo>
                        <a:cubicBezTo>
                          <a:pt x="6" y="14"/>
                          <a:pt x="7" y="14"/>
                          <a:pt x="7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4" y="17"/>
                          <a:pt x="4" y="17"/>
                          <a:pt x="4" y="17"/>
                        </a:cubicBezTo>
                        <a:cubicBezTo>
                          <a:pt x="1" y="17"/>
                          <a:pt x="2" y="14"/>
                          <a:pt x="0" y="14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2"/>
                          <a:pt x="1" y="12"/>
                          <a:pt x="1" y="12"/>
                        </a:cubicBezTo>
                        <a:cubicBezTo>
                          <a:pt x="2" y="11"/>
                          <a:pt x="2" y="11"/>
                          <a:pt x="2" y="11"/>
                        </a:cubicBezTo>
                        <a:cubicBezTo>
                          <a:pt x="5" y="8"/>
                          <a:pt x="7" y="6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309"/>
                  <p:cNvSpPr>
                    <a:spLocks/>
                  </p:cNvSpPr>
                  <p:nvPr/>
                </p:nvSpPr>
                <p:spPr bwMode="auto">
                  <a:xfrm>
                    <a:off x="946" y="942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4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4"/>
                        </a:cubicBezTo>
                        <a:cubicBezTo>
                          <a:pt x="3" y="5"/>
                          <a:pt x="1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310"/>
                  <p:cNvSpPr>
                    <a:spLocks/>
                  </p:cNvSpPr>
                  <p:nvPr/>
                </p:nvSpPr>
                <p:spPr bwMode="auto">
                  <a:xfrm>
                    <a:off x="1265" y="959"/>
                    <a:ext cx="10" cy="10"/>
                  </a:xfrm>
                  <a:custGeom>
                    <a:avLst/>
                    <a:gdLst>
                      <a:gd name="T0" fmla="*/ 3 w 7"/>
                      <a:gd name="T1" fmla="*/ 0 h 7"/>
                      <a:gd name="T2" fmla="*/ 7 w 7"/>
                      <a:gd name="T3" fmla="*/ 0 h 7"/>
                      <a:gd name="T4" fmla="*/ 0 w 7"/>
                      <a:gd name="T5" fmla="*/ 7 h 7"/>
                      <a:gd name="T6" fmla="*/ 0 w 7"/>
                      <a:gd name="T7" fmla="*/ 1 h 7"/>
                      <a:gd name="T8" fmla="*/ 2 w 7"/>
                      <a:gd name="T9" fmla="*/ 1 h 7"/>
                      <a:gd name="T10" fmla="*/ 3 w 7"/>
                      <a:gd name="T11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7">
                        <a:moveTo>
                          <a:pt x="3" y="0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6" y="3"/>
                          <a:pt x="3" y="5"/>
                          <a:pt x="0" y="7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311"/>
                  <p:cNvSpPr>
                    <a:spLocks/>
                  </p:cNvSpPr>
                  <p:nvPr/>
                </p:nvSpPr>
                <p:spPr bwMode="auto">
                  <a:xfrm>
                    <a:off x="853" y="958"/>
                    <a:ext cx="9" cy="10"/>
                  </a:xfrm>
                  <a:custGeom>
                    <a:avLst/>
                    <a:gdLst>
                      <a:gd name="T0" fmla="*/ 5 w 6"/>
                      <a:gd name="T1" fmla="*/ 1 h 7"/>
                      <a:gd name="T2" fmla="*/ 5 w 6"/>
                      <a:gd name="T3" fmla="*/ 7 h 7"/>
                      <a:gd name="T4" fmla="*/ 0 w 6"/>
                      <a:gd name="T5" fmla="*/ 4 h 7"/>
                      <a:gd name="T6" fmla="*/ 5 w 6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5" y="1"/>
                        </a:moveTo>
                        <a:cubicBezTo>
                          <a:pt x="6" y="2"/>
                          <a:pt x="5" y="4"/>
                          <a:pt x="5" y="7"/>
                        </a:cubicBezTo>
                        <a:cubicBezTo>
                          <a:pt x="3" y="7"/>
                          <a:pt x="1" y="6"/>
                          <a:pt x="0" y="4"/>
                        </a:cubicBezTo>
                        <a:cubicBezTo>
                          <a:pt x="1" y="2"/>
                          <a:pt x="2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312"/>
                  <p:cNvSpPr>
                    <a:spLocks/>
                  </p:cNvSpPr>
                  <p:nvPr/>
                </p:nvSpPr>
                <p:spPr bwMode="auto">
                  <a:xfrm>
                    <a:off x="958" y="972"/>
                    <a:ext cx="9" cy="12"/>
                  </a:xfrm>
                  <a:custGeom>
                    <a:avLst/>
                    <a:gdLst>
                      <a:gd name="T0" fmla="*/ 0 w 6"/>
                      <a:gd name="T1" fmla="*/ 5 h 8"/>
                      <a:gd name="T2" fmla="*/ 3 w 6"/>
                      <a:gd name="T3" fmla="*/ 0 h 8"/>
                      <a:gd name="T4" fmla="*/ 6 w 6"/>
                      <a:gd name="T5" fmla="*/ 0 h 8"/>
                      <a:gd name="T6" fmla="*/ 2 w 6"/>
                      <a:gd name="T7" fmla="*/ 8 h 8"/>
                      <a:gd name="T8" fmla="*/ 2 w 6"/>
                      <a:gd name="T9" fmla="*/ 6 h 8"/>
                      <a:gd name="T10" fmla="*/ 0 w 6"/>
                      <a:gd name="T11" fmla="*/ 5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0" y="5"/>
                        </a:moveTo>
                        <a:cubicBezTo>
                          <a:pt x="0" y="3"/>
                          <a:pt x="3" y="2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4"/>
                          <a:pt x="5" y="7"/>
                          <a:pt x="2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" name="Freeform 313"/>
                  <p:cNvSpPr>
                    <a:spLocks/>
                  </p:cNvSpPr>
                  <p:nvPr/>
                </p:nvSpPr>
                <p:spPr bwMode="auto">
                  <a:xfrm>
                    <a:off x="946" y="981"/>
                    <a:ext cx="15" cy="13"/>
                  </a:xfrm>
                  <a:custGeom>
                    <a:avLst/>
                    <a:gdLst>
                      <a:gd name="T0" fmla="*/ 8 w 10"/>
                      <a:gd name="T1" fmla="*/ 2 h 9"/>
                      <a:gd name="T2" fmla="*/ 10 w 10"/>
                      <a:gd name="T3" fmla="*/ 2 h 9"/>
                      <a:gd name="T4" fmla="*/ 10 w 10"/>
                      <a:gd name="T5" fmla="*/ 3 h 9"/>
                      <a:gd name="T6" fmla="*/ 9 w 10"/>
                      <a:gd name="T7" fmla="*/ 2 h 9"/>
                      <a:gd name="T8" fmla="*/ 9 w 10"/>
                      <a:gd name="T9" fmla="*/ 4 h 9"/>
                      <a:gd name="T10" fmla="*/ 6 w 10"/>
                      <a:gd name="T11" fmla="*/ 9 h 9"/>
                      <a:gd name="T12" fmla="*/ 0 w 10"/>
                      <a:gd name="T13" fmla="*/ 4 h 9"/>
                      <a:gd name="T14" fmla="*/ 2 w 10"/>
                      <a:gd name="T15" fmla="*/ 0 h 9"/>
                      <a:gd name="T16" fmla="*/ 3 w 10"/>
                      <a:gd name="T17" fmla="*/ 1 h 9"/>
                      <a:gd name="T18" fmla="*/ 4 w 10"/>
                      <a:gd name="T19" fmla="*/ 1 h 9"/>
                      <a:gd name="T20" fmla="*/ 7 w 10"/>
                      <a:gd name="T21" fmla="*/ 1 h 9"/>
                      <a:gd name="T22" fmla="*/ 8 w 10"/>
                      <a:gd name="T23" fmla="*/ 2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" h="9">
                        <a:moveTo>
                          <a:pt x="8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9" y="6"/>
                          <a:pt x="7" y="7"/>
                          <a:pt x="6" y="9"/>
                        </a:cubicBezTo>
                        <a:cubicBezTo>
                          <a:pt x="5" y="5"/>
                          <a:pt x="2" y="4"/>
                          <a:pt x="0" y="4"/>
                        </a:cubicBezTo>
                        <a:cubicBezTo>
                          <a:pt x="0" y="3"/>
                          <a:pt x="2" y="2"/>
                          <a:pt x="2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lnTo>
                          <a:pt x="8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" name="Freeform 314"/>
                  <p:cNvSpPr>
                    <a:spLocks/>
                  </p:cNvSpPr>
                  <p:nvPr/>
                </p:nvSpPr>
                <p:spPr bwMode="auto">
                  <a:xfrm>
                    <a:off x="946" y="974"/>
                    <a:ext cx="6" cy="9"/>
                  </a:xfrm>
                  <a:custGeom>
                    <a:avLst/>
                    <a:gdLst>
                      <a:gd name="T0" fmla="*/ 3 w 4"/>
                      <a:gd name="T1" fmla="*/ 4 h 6"/>
                      <a:gd name="T2" fmla="*/ 2 w 4"/>
                      <a:gd name="T3" fmla="*/ 5 h 6"/>
                      <a:gd name="T4" fmla="*/ 0 w 4"/>
                      <a:gd name="T5" fmla="*/ 1 h 6"/>
                      <a:gd name="T6" fmla="*/ 4 w 4"/>
                      <a:gd name="T7" fmla="*/ 0 h 6"/>
                      <a:gd name="T8" fmla="*/ 4 w 4"/>
                      <a:gd name="T9" fmla="*/ 4 h 6"/>
                      <a:gd name="T10" fmla="*/ 3 w 4"/>
                      <a:gd name="T11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6">
                        <a:moveTo>
                          <a:pt x="3" y="4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0" y="6"/>
                          <a:pt x="0" y="3"/>
                          <a:pt x="0" y="1"/>
                        </a:cubicBezTo>
                        <a:cubicBezTo>
                          <a:pt x="1" y="0"/>
                          <a:pt x="2" y="0"/>
                          <a:pt x="4" y="0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" name="Freeform 315"/>
                  <p:cNvSpPr>
                    <a:spLocks/>
                  </p:cNvSpPr>
                  <p:nvPr/>
                </p:nvSpPr>
                <p:spPr bwMode="auto">
                  <a:xfrm>
                    <a:off x="894" y="987"/>
                    <a:ext cx="4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1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1"/>
                        </a:cubicBezTo>
                        <a:cubicBezTo>
                          <a:pt x="2" y="3"/>
                          <a:pt x="2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5" name="Freeform 316"/>
                  <p:cNvSpPr>
                    <a:spLocks/>
                  </p:cNvSpPr>
                  <p:nvPr/>
                </p:nvSpPr>
                <p:spPr bwMode="auto">
                  <a:xfrm>
                    <a:off x="945" y="996"/>
                    <a:ext cx="23" cy="25"/>
                  </a:xfrm>
                  <a:custGeom>
                    <a:avLst/>
                    <a:gdLst>
                      <a:gd name="T0" fmla="*/ 8 w 16"/>
                      <a:gd name="T1" fmla="*/ 16 h 17"/>
                      <a:gd name="T2" fmla="*/ 1 w 16"/>
                      <a:gd name="T3" fmla="*/ 15 h 17"/>
                      <a:gd name="T4" fmla="*/ 2 w 16"/>
                      <a:gd name="T5" fmla="*/ 1 h 17"/>
                      <a:gd name="T6" fmla="*/ 13 w 16"/>
                      <a:gd name="T7" fmla="*/ 0 h 17"/>
                      <a:gd name="T8" fmla="*/ 13 w 16"/>
                      <a:gd name="T9" fmla="*/ 1 h 17"/>
                      <a:gd name="T10" fmla="*/ 13 w 16"/>
                      <a:gd name="T11" fmla="*/ 4 h 17"/>
                      <a:gd name="T12" fmla="*/ 12 w 16"/>
                      <a:gd name="T13" fmla="*/ 4 h 17"/>
                      <a:gd name="T14" fmla="*/ 12 w 16"/>
                      <a:gd name="T15" fmla="*/ 6 h 17"/>
                      <a:gd name="T16" fmla="*/ 7 w 16"/>
                      <a:gd name="T17" fmla="*/ 6 h 17"/>
                      <a:gd name="T18" fmla="*/ 13 w 16"/>
                      <a:gd name="T19" fmla="*/ 9 h 17"/>
                      <a:gd name="T20" fmla="*/ 13 w 16"/>
                      <a:gd name="T21" fmla="*/ 10 h 17"/>
                      <a:gd name="T22" fmla="*/ 15 w 16"/>
                      <a:gd name="T23" fmla="*/ 11 h 17"/>
                      <a:gd name="T24" fmla="*/ 15 w 16"/>
                      <a:gd name="T25" fmla="*/ 12 h 17"/>
                      <a:gd name="T26" fmla="*/ 10 w 16"/>
                      <a:gd name="T27" fmla="*/ 12 h 17"/>
                      <a:gd name="T28" fmla="*/ 10 w 16"/>
                      <a:gd name="T29" fmla="*/ 15 h 17"/>
                      <a:gd name="T30" fmla="*/ 9 w 16"/>
                      <a:gd name="T31" fmla="*/ 15 h 17"/>
                      <a:gd name="T32" fmla="*/ 8 w 16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6" h="17">
                        <a:moveTo>
                          <a:pt x="8" y="16"/>
                        </a:moveTo>
                        <a:cubicBezTo>
                          <a:pt x="4" y="17"/>
                          <a:pt x="4" y="15"/>
                          <a:pt x="1" y="15"/>
                        </a:cubicBezTo>
                        <a:cubicBezTo>
                          <a:pt x="0" y="9"/>
                          <a:pt x="2" y="7"/>
                          <a:pt x="2" y="1"/>
                        </a:cubicBezTo>
                        <a:cubicBezTo>
                          <a:pt x="5" y="2"/>
                          <a:pt x="11" y="3"/>
                          <a:pt x="13" y="0"/>
                        </a:cubicBezTo>
                        <a:cubicBezTo>
                          <a:pt x="14" y="0"/>
                          <a:pt x="16" y="2"/>
                          <a:pt x="13" y="1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9"/>
                          <a:pt x="11" y="8"/>
                          <a:pt x="13" y="9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5" y="11"/>
                          <a:pt x="15" y="11"/>
                          <a:pt x="15" y="11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3"/>
                          <a:pt x="13" y="11"/>
                          <a:pt x="10" y="12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lnTo>
                          <a:pt x="8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Freeform 317"/>
                  <p:cNvSpPr>
                    <a:spLocks/>
                  </p:cNvSpPr>
                  <p:nvPr/>
                </p:nvSpPr>
                <p:spPr bwMode="auto">
                  <a:xfrm>
                    <a:off x="945" y="1022"/>
                    <a:ext cx="25" cy="72"/>
                  </a:xfrm>
                  <a:custGeom>
                    <a:avLst/>
                    <a:gdLst>
                      <a:gd name="T0" fmla="*/ 1 w 17"/>
                      <a:gd name="T1" fmla="*/ 26 h 49"/>
                      <a:gd name="T2" fmla="*/ 1 w 17"/>
                      <a:gd name="T3" fmla="*/ 0 h 49"/>
                      <a:gd name="T4" fmla="*/ 9 w 17"/>
                      <a:gd name="T5" fmla="*/ 4 h 49"/>
                      <a:gd name="T6" fmla="*/ 15 w 17"/>
                      <a:gd name="T7" fmla="*/ 0 h 49"/>
                      <a:gd name="T8" fmla="*/ 15 w 17"/>
                      <a:gd name="T9" fmla="*/ 7 h 49"/>
                      <a:gd name="T10" fmla="*/ 13 w 17"/>
                      <a:gd name="T11" fmla="*/ 7 h 49"/>
                      <a:gd name="T12" fmla="*/ 13 w 17"/>
                      <a:gd name="T13" fmla="*/ 8 h 49"/>
                      <a:gd name="T14" fmla="*/ 5 w 17"/>
                      <a:gd name="T15" fmla="*/ 12 h 49"/>
                      <a:gd name="T16" fmla="*/ 9 w 17"/>
                      <a:gd name="T17" fmla="*/ 13 h 49"/>
                      <a:gd name="T18" fmla="*/ 10 w 17"/>
                      <a:gd name="T19" fmla="*/ 14 h 49"/>
                      <a:gd name="T20" fmla="*/ 10 w 17"/>
                      <a:gd name="T21" fmla="*/ 15 h 49"/>
                      <a:gd name="T22" fmla="*/ 9 w 17"/>
                      <a:gd name="T23" fmla="*/ 15 h 49"/>
                      <a:gd name="T24" fmla="*/ 11 w 17"/>
                      <a:gd name="T25" fmla="*/ 16 h 49"/>
                      <a:gd name="T26" fmla="*/ 12 w 17"/>
                      <a:gd name="T27" fmla="*/ 15 h 49"/>
                      <a:gd name="T28" fmla="*/ 11 w 17"/>
                      <a:gd name="T29" fmla="*/ 13 h 49"/>
                      <a:gd name="T30" fmla="*/ 13 w 17"/>
                      <a:gd name="T31" fmla="*/ 13 h 49"/>
                      <a:gd name="T32" fmla="*/ 13 w 17"/>
                      <a:gd name="T33" fmla="*/ 15 h 49"/>
                      <a:gd name="T34" fmla="*/ 15 w 17"/>
                      <a:gd name="T35" fmla="*/ 14 h 49"/>
                      <a:gd name="T36" fmla="*/ 12 w 17"/>
                      <a:gd name="T37" fmla="*/ 22 h 49"/>
                      <a:gd name="T38" fmla="*/ 12 w 17"/>
                      <a:gd name="T39" fmla="*/ 32 h 49"/>
                      <a:gd name="T40" fmla="*/ 15 w 17"/>
                      <a:gd name="T41" fmla="*/ 37 h 49"/>
                      <a:gd name="T42" fmla="*/ 11 w 17"/>
                      <a:gd name="T43" fmla="*/ 39 h 49"/>
                      <a:gd name="T44" fmla="*/ 15 w 17"/>
                      <a:gd name="T45" fmla="*/ 49 h 49"/>
                      <a:gd name="T46" fmla="*/ 2 w 17"/>
                      <a:gd name="T47" fmla="*/ 49 h 49"/>
                      <a:gd name="T48" fmla="*/ 1 w 17"/>
                      <a:gd name="T49" fmla="*/ 30 h 49"/>
                      <a:gd name="T50" fmla="*/ 2 w 17"/>
                      <a:gd name="T51" fmla="*/ 30 h 49"/>
                      <a:gd name="T52" fmla="*/ 3 w 17"/>
                      <a:gd name="T53" fmla="*/ 29 h 49"/>
                      <a:gd name="T54" fmla="*/ 8 w 17"/>
                      <a:gd name="T55" fmla="*/ 28 h 49"/>
                      <a:gd name="T56" fmla="*/ 3 w 17"/>
                      <a:gd name="T57" fmla="*/ 27 h 49"/>
                      <a:gd name="T58" fmla="*/ 2 w 17"/>
                      <a:gd name="T59" fmla="*/ 26 h 49"/>
                      <a:gd name="T60" fmla="*/ 1 w 17"/>
                      <a:gd name="T61" fmla="*/ 26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49">
                        <a:moveTo>
                          <a:pt x="1" y="26"/>
                        </a:moveTo>
                        <a:cubicBezTo>
                          <a:pt x="1" y="16"/>
                          <a:pt x="1" y="8"/>
                          <a:pt x="1" y="0"/>
                        </a:cubicBezTo>
                        <a:cubicBezTo>
                          <a:pt x="5" y="1"/>
                          <a:pt x="7" y="2"/>
                          <a:pt x="9" y="4"/>
                        </a:cubicBezTo>
                        <a:cubicBezTo>
                          <a:pt x="12" y="4"/>
                          <a:pt x="11" y="0"/>
                          <a:pt x="15" y="0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1" y="5"/>
                          <a:pt x="5" y="8"/>
                          <a:pt x="5" y="12"/>
                        </a:cubicBezTo>
                        <a:cubicBezTo>
                          <a:pt x="7" y="12"/>
                          <a:pt x="9" y="12"/>
                          <a:pt x="9" y="13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8" y="18"/>
                          <a:pt x="12" y="19"/>
                          <a:pt x="11" y="16"/>
                        </a:cubicBezTo>
                        <a:cubicBezTo>
                          <a:pt x="12" y="15"/>
                          <a:pt x="12" y="15"/>
                          <a:pt x="12" y="15"/>
                        </a:cubicBezTo>
                        <a:cubicBezTo>
                          <a:pt x="11" y="13"/>
                          <a:pt x="11" y="13"/>
                          <a:pt x="11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14" y="17"/>
                          <a:pt x="17" y="23"/>
                          <a:pt x="12" y="22"/>
                        </a:cubicBezTo>
                        <a:cubicBezTo>
                          <a:pt x="15" y="23"/>
                          <a:pt x="16" y="31"/>
                          <a:pt x="12" y="32"/>
                        </a:cubicBezTo>
                        <a:cubicBezTo>
                          <a:pt x="13" y="34"/>
                          <a:pt x="16" y="34"/>
                          <a:pt x="15" y="37"/>
                        </a:cubicBezTo>
                        <a:cubicBezTo>
                          <a:pt x="15" y="41"/>
                          <a:pt x="12" y="37"/>
                          <a:pt x="11" y="39"/>
                        </a:cubicBezTo>
                        <a:cubicBezTo>
                          <a:pt x="11" y="44"/>
                          <a:pt x="16" y="44"/>
                          <a:pt x="15" y="49"/>
                        </a:cubicBezTo>
                        <a:cubicBezTo>
                          <a:pt x="2" y="49"/>
                          <a:pt x="2" y="49"/>
                          <a:pt x="2" y="49"/>
                        </a:cubicBezTo>
                        <a:cubicBezTo>
                          <a:pt x="0" y="44"/>
                          <a:pt x="1" y="36"/>
                          <a:pt x="1" y="30"/>
                        </a:cubicBezTo>
                        <a:cubicBezTo>
                          <a:pt x="2" y="30"/>
                          <a:pt x="2" y="30"/>
                          <a:pt x="2" y="30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5" y="28"/>
                          <a:pt x="8" y="30"/>
                          <a:pt x="8" y="28"/>
                        </a:cubicBezTo>
                        <a:cubicBezTo>
                          <a:pt x="6" y="27"/>
                          <a:pt x="5" y="25"/>
                          <a:pt x="3" y="27"/>
                        </a:cubicBezTo>
                        <a:cubicBezTo>
                          <a:pt x="2" y="26"/>
                          <a:pt x="2" y="26"/>
                          <a:pt x="2" y="26"/>
                        </a:cubicBezTo>
                        <a:lnTo>
                          <a:pt x="1" y="2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7" name="Freeform 318"/>
                  <p:cNvSpPr>
                    <a:spLocks/>
                  </p:cNvSpPr>
                  <p:nvPr/>
                </p:nvSpPr>
                <p:spPr bwMode="auto">
                  <a:xfrm>
                    <a:off x="1044" y="232"/>
                    <a:ext cx="29" cy="67"/>
                  </a:xfrm>
                  <a:custGeom>
                    <a:avLst/>
                    <a:gdLst>
                      <a:gd name="T0" fmla="*/ 11 w 20"/>
                      <a:gd name="T1" fmla="*/ 0 h 46"/>
                      <a:gd name="T2" fmla="*/ 18 w 20"/>
                      <a:gd name="T3" fmla="*/ 2 h 46"/>
                      <a:gd name="T4" fmla="*/ 15 w 20"/>
                      <a:gd name="T5" fmla="*/ 22 h 46"/>
                      <a:gd name="T6" fmla="*/ 18 w 20"/>
                      <a:gd name="T7" fmla="*/ 22 h 46"/>
                      <a:gd name="T8" fmla="*/ 13 w 20"/>
                      <a:gd name="T9" fmla="*/ 29 h 46"/>
                      <a:gd name="T10" fmla="*/ 18 w 20"/>
                      <a:gd name="T11" fmla="*/ 30 h 46"/>
                      <a:gd name="T12" fmla="*/ 18 w 20"/>
                      <a:gd name="T13" fmla="*/ 45 h 46"/>
                      <a:gd name="T14" fmla="*/ 10 w 20"/>
                      <a:gd name="T15" fmla="*/ 42 h 46"/>
                      <a:gd name="T16" fmla="*/ 9 w 20"/>
                      <a:gd name="T17" fmla="*/ 42 h 46"/>
                      <a:gd name="T18" fmla="*/ 8 w 20"/>
                      <a:gd name="T19" fmla="*/ 43 h 46"/>
                      <a:gd name="T20" fmla="*/ 6 w 20"/>
                      <a:gd name="T21" fmla="*/ 22 h 46"/>
                      <a:gd name="T22" fmla="*/ 7 w 20"/>
                      <a:gd name="T23" fmla="*/ 21 h 46"/>
                      <a:gd name="T24" fmla="*/ 7 w 20"/>
                      <a:gd name="T25" fmla="*/ 20 h 46"/>
                      <a:gd name="T26" fmla="*/ 10 w 20"/>
                      <a:gd name="T27" fmla="*/ 20 h 46"/>
                      <a:gd name="T28" fmla="*/ 10 w 20"/>
                      <a:gd name="T29" fmla="*/ 16 h 46"/>
                      <a:gd name="T30" fmla="*/ 7 w 20"/>
                      <a:gd name="T31" fmla="*/ 16 h 46"/>
                      <a:gd name="T32" fmla="*/ 6 w 20"/>
                      <a:gd name="T33" fmla="*/ 15 h 46"/>
                      <a:gd name="T34" fmla="*/ 4 w 20"/>
                      <a:gd name="T35" fmla="*/ 16 h 46"/>
                      <a:gd name="T36" fmla="*/ 4 w 20"/>
                      <a:gd name="T37" fmla="*/ 9 h 46"/>
                      <a:gd name="T38" fmla="*/ 12 w 20"/>
                      <a:gd name="T39" fmla="*/ 7 h 46"/>
                      <a:gd name="T40" fmla="*/ 10 w 20"/>
                      <a:gd name="T41" fmla="*/ 2 h 46"/>
                      <a:gd name="T42" fmla="*/ 11 w 20"/>
                      <a:gd name="T43" fmla="*/ 1 h 46"/>
                      <a:gd name="T44" fmla="*/ 11 w 20"/>
                      <a:gd name="T45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20" h="46">
                        <a:moveTo>
                          <a:pt x="11" y="0"/>
                        </a:moveTo>
                        <a:cubicBezTo>
                          <a:pt x="13" y="0"/>
                          <a:pt x="16" y="1"/>
                          <a:pt x="18" y="2"/>
                        </a:cubicBezTo>
                        <a:cubicBezTo>
                          <a:pt x="17" y="8"/>
                          <a:pt x="20" y="19"/>
                          <a:pt x="15" y="22"/>
                        </a:cubicBezTo>
                        <a:cubicBezTo>
                          <a:pt x="15" y="25"/>
                          <a:pt x="18" y="20"/>
                          <a:pt x="18" y="22"/>
                        </a:cubicBezTo>
                        <a:cubicBezTo>
                          <a:pt x="19" y="28"/>
                          <a:pt x="14" y="26"/>
                          <a:pt x="13" y="29"/>
                        </a:cubicBezTo>
                        <a:cubicBezTo>
                          <a:pt x="14" y="33"/>
                          <a:pt x="16" y="27"/>
                          <a:pt x="18" y="30"/>
                        </a:cubicBezTo>
                        <a:cubicBezTo>
                          <a:pt x="18" y="45"/>
                          <a:pt x="18" y="45"/>
                          <a:pt x="18" y="45"/>
                        </a:cubicBezTo>
                        <a:cubicBezTo>
                          <a:pt x="14" y="46"/>
                          <a:pt x="13" y="42"/>
                          <a:pt x="10" y="42"/>
                        </a:cubicBezTo>
                        <a:cubicBezTo>
                          <a:pt x="9" y="42"/>
                          <a:pt x="9" y="42"/>
                          <a:pt x="9" y="42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cubicBezTo>
                          <a:pt x="0" y="40"/>
                          <a:pt x="7" y="27"/>
                          <a:pt x="6" y="22"/>
                        </a:cubicBezTo>
                        <a:cubicBezTo>
                          <a:pt x="7" y="21"/>
                          <a:pt x="7" y="21"/>
                          <a:pt x="7" y="21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10" y="20"/>
                          <a:pt x="10" y="20"/>
                          <a:pt x="10" y="20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4" y="16"/>
                          <a:pt x="4" y="16"/>
                          <a:pt x="4" y="16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6" y="7"/>
                          <a:pt x="9" y="5"/>
                          <a:pt x="12" y="7"/>
                        </a:cubicBezTo>
                        <a:cubicBezTo>
                          <a:pt x="10" y="6"/>
                          <a:pt x="10" y="5"/>
                          <a:pt x="10" y="2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319"/>
                  <p:cNvSpPr>
                    <a:spLocks/>
                  </p:cNvSpPr>
                  <p:nvPr/>
                </p:nvSpPr>
                <p:spPr bwMode="auto">
                  <a:xfrm>
                    <a:off x="1049" y="295"/>
                    <a:ext cx="10" cy="9"/>
                  </a:xfrm>
                  <a:custGeom>
                    <a:avLst/>
                    <a:gdLst>
                      <a:gd name="T0" fmla="*/ 6 w 7"/>
                      <a:gd name="T1" fmla="*/ 2 h 6"/>
                      <a:gd name="T2" fmla="*/ 7 w 7"/>
                      <a:gd name="T3" fmla="*/ 2 h 6"/>
                      <a:gd name="T4" fmla="*/ 7 w 7"/>
                      <a:gd name="T5" fmla="*/ 5 h 6"/>
                      <a:gd name="T6" fmla="*/ 2 w 7"/>
                      <a:gd name="T7" fmla="*/ 6 h 6"/>
                      <a:gd name="T8" fmla="*/ 5 w 7"/>
                      <a:gd name="T9" fmla="*/ 1 h 6"/>
                      <a:gd name="T10" fmla="*/ 6 w 7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6" y="2"/>
                        </a:move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6" y="6"/>
                          <a:pt x="2" y="4"/>
                          <a:pt x="2" y="6"/>
                        </a:cubicBezTo>
                        <a:cubicBezTo>
                          <a:pt x="0" y="4"/>
                          <a:pt x="2" y="0"/>
                          <a:pt x="5" y="1"/>
                        </a:cubicBezTo>
                        <a:lnTo>
                          <a:pt x="6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320"/>
                  <p:cNvSpPr>
                    <a:spLocks/>
                  </p:cNvSpPr>
                  <p:nvPr/>
                </p:nvSpPr>
                <p:spPr bwMode="auto">
                  <a:xfrm>
                    <a:off x="1060" y="345"/>
                    <a:ext cx="12" cy="17"/>
                  </a:xfrm>
                  <a:custGeom>
                    <a:avLst/>
                    <a:gdLst>
                      <a:gd name="T0" fmla="*/ 3 w 8"/>
                      <a:gd name="T1" fmla="*/ 11 h 12"/>
                      <a:gd name="T2" fmla="*/ 3 w 8"/>
                      <a:gd name="T3" fmla="*/ 3 h 12"/>
                      <a:gd name="T4" fmla="*/ 5 w 8"/>
                      <a:gd name="T5" fmla="*/ 12 h 12"/>
                      <a:gd name="T6" fmla="*/ 5 w 8"/>
                      <a:gd name="T7" fmla="*/ 10 h 12"/>
                      <a:gd name="T8" fmla="*/ 3 w 8"/>
                      <a:gd name="T9" fmla="*/ 1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12">
                        <a:moveTo>
                          <a:pt x="3" y="11"/>
                        </a:moveTo>
                        <a:cubicBezTo>
                          <a:pt x="4" y="7"/>
                          <a:pt x="0" y="6"/>
                          <a:pt x="3" y="3"/>
                        </a:cubicBezTo>
                        <a:cubicBezTo>
                          <a:pt x="8" y="0"/>
                          <a:pt x="8" y="11"/>
                          <a:pt x="5" y="12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3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0" name="Freeform 321"/>
                  <p:cNvSpPr>
                    <a:spLocks noEditPoints="1"/>
                  </p:cNvSpPr>
                  <p:nvPr/>
                </p:nvSpPr>
                <p:spPr bwMode="auto">
                  <a:xfrm>
                    <a:off x="1049" y="304"/>
                    <a:ext cx="23" cy="64"/>
                  </a:xfrm>
                  <a:custGeom>
                    <a:avLst/>
                    <a:gdLst>
                      <a:gd name="T0" fmla="*/ 10 w 16"/>
                      <a:gd name="T1" fmla="*/ 41 h 44"/>
                      <a:gd name="T2" fmla="*/ 11 w 16"/>
                      <a:gd name="T3" fmla="*/ 42 h 44"/>
                      <a:gd name="T4" fmla="*/ 11 w 16"/>
                      <a:gd name="T5" fmla="*/ 43 h 44"/>
                      <a:gd name="T6" fmla="*/ 9 w 16"/>
                      <a:gd name="T7" fmla="*/ 43 h 44"/>
                      <a:gd name="T8" fmla="*/ 8 w 16"/>
                      <a:gd name="T9" fmla="*/ 44 h 44"/>
                      <a:gd name="T10" fmla="*/ 5 w 16"/>
                      <a:gd name="T11" fmla="*/ 42 h 44"/>
                      <a:gd name="T12" fmla="*/ 4 w 16"/>
                      <a:gd name="T13" fmla="*/ 44 h 44"/>
                      <a:gd name="T14" fmla="*/ 3 w 16"/>
                      <a:gd name="T15" fmla="*/ 43 h 44"/>
                      <a:gd name="T16" fmla="*/ 1 w 16"/>
                      <a:gd name="T17" fmla="*/ 43 h 44"/>
                      <a:gd name="T18" fmla="*/ 1 w 16"/>
                      <a:gd name="T19" fmla="*/ 33 h 44"/>
                      <a:gd name="T20" fmla="*/ 1 w 16"/>
                      <a:gd name="T21" fmla="*/ 28 h 44"/>
                      <a:gd name="T22" fmla="*/ 1 w 16"/>
                      <a:gd name="T23" fmla="*/ 3 h 44"/>
                      <a:gd name="T24" fmla="*/ 14 w 16"/>
                      <a:gd name="T25" fmla="*/ 0 h 44"/>
                      <a:gd name="T26" fmla="*/ 15 w 16"/>
                      <a:gd name="T27" fmla="*/ 10 h 44"/>
                      <a:gd name="T28" fmla="*/ 9 w 16"/>
                      <a:gd name="T29" fmla="*/ 8 h 44"/>
                      <a:gd name="T30" fmla="*/ 15 w 16"/>
                      <a:gd name="T31" fmla="*/ 15 h 44"/>
                      <a:gd name="T32" fmla="*/ 11 w 16"/>
                      <a:gd name="T33" fmla="*/ 30 h 44"/>
                      <a:gd name="T34" fmla="*/ 6 w 16"/>
                      <a:gd name="T35" fmla="*/ 29 h 44"/>
                      <a:gd name="T36" fmla="*/ 11 w 16"/>
                      <a:gd name="T37" fmla="*/ 40 h 44"/>
                      <a:gd name="T38" fmla="*/ 10 w 16"/>
                      <a:gd name="T39" fmla="*/ 41 h 44"/>
                      <a:gd name="T40" fmla="*/ 5 w 16"/>
                      <a:gd name="T41" fmla="*/ 19 h 44"/>
                      <a:gd name="T42" fmla="*/ 11 w 16"/>
                      <a:gd name="T43" fmla="*/ 19 h 44"/>
                      <a:gd name="T44" fmla="*/ 5 w 16"/>
                      <a:gd name="T45" fmla="*/ 19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6" h="44">
                        <a:moveTo>
                          <a:pt x="10" y="41"/>
                        </a:moveTo>
                        <a:cubicBezTo>
                          <a:pt x="11" y="42"/>
                          <a:pt x="11" y="42"/>
                          <a:pt x="11" y="42"/>
                        </a:cubicBezTo>
                        <a:cubicBezTo>
                          <a:pt x="11" y="43"/>
                          <a:pt x="11" y="43"/>
                          <a:pt x="11" y="43"/>
                        </a:cubicBezTo>
                        <a:cubicBezTo>
                          <a:pt x="9" y="43"/>
                          <a:pt x="9" y="43"/>
                          <a:pt x="9" y="43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cubicBezTo>
                          <a:pt x="7" y="43"/>
                          <a:pt x="7" y="42"/>
                          <a:pt x="5" y="42"/>
                        </a:cubicBezTo>
                        <a:cubicBezTo>
                          <a:pt x="6" y="44"/>
                          <a:pt x="5" y="44"/>
                          <a:pt x="4" y="44"/>
                        </a:cubicBezTo>
                        <a:cubicBezTo>
                          <a:pt x="3" y="43"/>
                          <a:pt x="3" y="43"/>
                          <a:pt x="3" y="43"/>
                        </a:cubicBezTo>
                        <a:cubicBezTo>
                          <a:pt x="1" y="43"/>
                          <a:pt x="1" y="43"/>
                          <a:pt x="1" y="43"/>
                        </a:cubicBezTo>
                        <a:cubicBezTo>
                          <a:pt x="2" y="40"/>
                          <a:pt x="0" y="36"/>
                          <a:pt x="1" y="33"/>
                        </a:cubicBezTo>
                        <a:cubicBezTo>
                          <a:pt x="2" y="29"/>
                          <a:pt x="2" y="32"/>
                          <a:pt x="1" y="28"/>
                        </a:cubicBezTo>
                        <a:cubicBezTo>
                          <a:pt x="0" y="21"/>
                          <a:pt x="2" y="12"/>
                          <a:pt x="1" y="3"/>
                        </a:cubicBezTo>
                        <a:cubicBezTo>
                          <a:pt x="6" y="2"/>
                          <a:pt x="9" y="1"/>
                          <a:pt x="14" y="0"/>
                        </a:cubicBezTo>
                        <a:cubicBezTo>
                          <a:pt x="16" y="2"/>
                          <a:pt x="15" y="7"/>
                          <a:pt x="15" y="10"/>
                        </a:cubicBezTo>
                        <a:cubicBezTo>
                          <a:pt x="11" y="11"/>
                          <a:pt x="11" y="9"/>
                          <a:pt x="9" y="8"/>
                        </a:cubicBezTo>
                        <a:cubicBezTo>
                          <a:pt x="9" y="9"/>
                          <a:pt x="12" y="15"/>
                          <a:pt x="15" y="15"/>
                        </a:cubicBezTo>
                        <a:cubicBezTo>
                          <a:pt x="16" y="23"/>
                          <a:pt x="13" y="26"/>
                          <a:pt x="11" y="30"/>
                        </a:cubicBezTo>
                        <a:cubicBezTo>
                          <a:pt x="9" y="31"/>
                          <a:pt x="8" y="29"/>
                          <a:pt x="6" y="29"/>
                        </a:cubicBezTo>
                        <a:cubicBezTo>
                          <a:pt x="6" y="31"/>
                          <a:pt x="7" y="39"/>
                          <a:pt x="11" y="40"/>
                        </a:cubicBezTo>
                        <a:lnTo>
                          <a:pt x="10" y="41"/>
                        </a:lnTo>
                        <a:close/>
                        <a:moveTo>
                          <a:pt x="5" y="19"/>
                        </a:moveTo>
                        <a:cubicBezTo>
                          <a:pt x="7" y="19"/>
                          <a:pt x="10" y="21"/>
                          <a:pt x="11" y="19"/>
                        </a:cubicBezTo>
                        <a:cubicBezTo>
                          <a:pt x="10" y="18"/>
                          <a:pt x="6" y="16"/>
                          <a:pt x="5" y="1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322"/>
                  <p:cNvSpPr>
                    <a:spLocks/>
                  </p:cNvSpPr>
                  <p:nvPr/>
                </p:nvSpPr>
                <p:spPr bwMode="auto">
                  <a:xfrm>
                    <a:off x="1050" y="371"/>
                    <a:ext cx="15" cy="22"/>
                  </a:xfrm>
                  <a:custGeom>
                    <a:avLst/>
                    <a:gdLst>
                      <a:gd name="T0" fmla="*/ 7 w 10"/>
                      <a:gd name="T1" fmla="*/ 2 h 15"/>
                      <a:gd name="T2" fmla="*/ 8 w 10"/>
                      <a:gd name="T3" fmla="*/ 1 h 15"/>
                      <a:gd name="T4" fmla="*/ 10 w 10"/>
                      <a:gd name="T5" fmla="*/ 8 h 15"/>
                      <a:gd name="T6" fmla="*/ 8 w 10"/>
                      <a:gd name="T7" fmla="*/ 9 h 15"/>
                      <a:gd name="T8" fmla="*/ 9 w 10"/>
                      <a:gd name="T9" fmla="*/ 10 h 15"/>
                      <a:gd name="T10" fmla="*/ 0 w 10"/>
                      <a:gd name="T11" fmla="*/ 13 h 15"/>
                      <a:gd name="T12" fmla="*/ 0 w 10"/>
                      <a:gd name="T13" fmla="*/ 1 h 15"/>
                      <a:gd name="T14" fmla="*/ 2 w 10"/>
                      <a:gd name="T15" fmla="*/ 2 h 15"/>
                      <a:gd name="T16" fmla="*/ 3 w 10"/>
                      <a:gd name="T17" fmla="*/ 0 h 15"/>
                      <a:gd name="T18" fmla="*/ 6 w 10"/>
                      <a:gd name="T19" fmla="*/ 0 h 15"/>
                      <a:gd name="T20" fmla="*/ 7 w 10"/>
                      <a:gd name="T21" fmla="*/ 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15">
                        <a:moveTo>
                          <a:pt x="7" y="2"/>
                        </a:move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7" y="5"/>
                          <a:pt x="9" y="6"/>
                          <a:pt x="10" y="8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3" y="9"/>
                          <a:pt x="6" y="15"/>
                          <a:pt x="0" y="1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lnTo>
                          <a:pt x="7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323"/>
                  <p:cNvSpPr>
                    <a:spLocks/>
                  </p:cNvSpPr>
                  <p:nvPr/>
                </p:nvSpPr>
                <p:spPr bwMode="auto">
                  <a:xfrm>
                    <a:off x="1063" y="386"/>
                    <a:ext cx="9" cy="6"/>
                  </a:xfrm>
                  <a:custGeom>
                    <a:avLst/>
                    <a:gdLst>
                      <a:gd name="T0" fmla="*/ 2 w 6"/>
                      <a:gd name="T1" fmla="*/ 1 h 4"/>
                      <a:gd name="T2" fmla="*/ 2 w 6"/>
                      <a:gd name="T3" fmla="*/ 0 h 4"/>
                      <a:gd name="T4" fmla="*/ 4 w 6"/>
                      <a:gd name="T5" fmla="*/ 3 h 4"/>
                      <a:gd name="T6" fmla="*/ 1 w 6"/>
                      <a:gd name="T7" fmla="*/ 1 h 4"/>
                      <a:gd name="T8" fmla="*/ 2 w 6"/>
                      <a:gd name="T9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4">
                        <a:moveTo>
                          <a:pt x="2" y="1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6" y="2"/>
                          <a:pt x="4" y="3"/>
                        </a:cubicBezTo>
                        <a:cubicBezTo>
                          <a:pt x="2" y="4"/>
                          <a:pt x="0" y="4"/>
                          <a:pt x="1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3" name="Freeform 324"/>
                  <p:cNvSpPr>
                    <a:spLocks/>
                  </p:cNvSpPr>
                  <p:nvPr/>
                </p:nvSpPr>
                <p:spPr bwMode="auto">
                  <a:xfrm>
                    <a:off x="676" y="304"/>
                    <a:ext cx="23" cy="85"/>
                  </a:xfrm>
                  <a:custGeom>
                    <a:avLst/>
                    <a:gdLst>
                      <a:gd name="T0" fmla="*/ 15 w 16"/>
                      <a:gd name="T1" fmla="*/ 1 h 58"/>
                      <a:gd name="T2" fmla="*/ 16 w 16"/>
                      <a:gd name="T3" fmla="*/ 9 h 58"/>
                      <a:gd name="T4" fmla="*/ 14 w 16"/>
                      <a:gd name="T5" fmla="*/ 8 h 58"/>
                      <a:gd name="T6" fmla="*/ 13 w 16"/>
                      <a:gd name="T7" fmla="*/ 9 h 58"/>
                      <a:gd name="T8" fmla="*/ 11 w 16"/>
                      <a:gd name="T9" fmla="*/ 8 h 58"/>
                      <a:gd name="T10" fmla="*/ 13 w 16"/>
                      <a:gd name="T11" fmla="*/ 10 h 58"/>
                      <a:gd name="T12" fmla="*/ 14 w 16"/>
                      <a:gd name="T13" fmla="*/ 12 h 58"/>
                      <a:gd name="T14" fmla="*/ 16 w 16"/>
                      <a:gd name="T15" fmla="*/ 11 h 58"/>
                      <a:gd name="T16" fmla="*/ 16 w 16"/>
                      <a:gd name="T17" fmla="*/ 58 h 58"/>
                      <a:gd name="T18" fmla="*/ 13 w 16"/>
                      <a:gd name="T19" fmla="*/ 57 h 58"/>
                      <a:gd name="T20" fmla="*/ 12 w 16"/>
                      <a:gd name="T21" fmla="*/ 55 h 58"/>
                      <a:gd name="T22" fmla="*/ 10 w 16"/>
                      <a:gd name="T23" fmla="*/ 56 h 58"/>
                      <a:gd name="T24" fmla="*/ 10 w 16"/>
                      <a:gd name="T25" fmla="*/ 52 h 58"/>
                      <a:gd name="T26" fmla="*/ 4 w 16"/>
                      <a:gd name="T27" fmla="*/ 52 h 58"/>
                      <a:gd name="T28" fmla="*/ 3 w 16"/>
                      <a:gd name="T29" fmla="*/ 51 h 58"/>
                      <a:gd name="T30" fmla="*/ 2 w 16"/>
                      <a:gd name="T31" fmla="*/ 52 h 58"/>
                      <a:gd name="T32" fmla="*/ 2 w 16"/>
                      <a:gd name="T33" fmla="*/ 33 h 58"/>
                      <a:gd name="T34" fmla="*/ 3 w 16"/>
                      <a:gd name="T35" fmla="*/ 33 h 58"/>
                      <a:gd name="T36" fmla="*/ 4 w 16"/>
                      <a:gd name="T37" fmla="*/ 32 h 58"/>
                      <a:gd name="T38" fmla="*/ 6 w 16"/>
                      <a:gd name="T39" fmla="*/ 35 h 58"/>
                      <a:gd name="T40" fmla="*/ 12 w 16"/>
                      <a:gd name="T41" fmla="*/ 30 h 58"/>
                      <a:gd name="T42" fmla="*/ 4 w 16"/>
                      <a:gd name="T43" fmla="*/ 28 h 58"/>
                      <a:gd name="T44" fmla="*/ 3 w 16"/>
                      <a:gd name="T45" fmla="*/ 27 h 58"/>
                      <a:gd name="T46" fmla="*/ 2 w 16"/>
                      <a:gd name="T47" fmla="*/ 28 h 58"/>
                      <a:gd name="T48" fmla="*/ 2 w 16"/>
                      <a:gd name="T49" fmla="*/ 9 h 58"/>
                      <a:gd name="T50" fmla="*/ 12 w 16"/>
                      <a:gd name="T51" fmla="*/ 0 h 58"/>
                      <a:gd name="T52" fmla="*/ 13 w 16"/>
                      <a:gd name="T53" fmla="*/ 1 h 58"/>
                      <a:gd name="T54" fmla="*/ 15 w 16"/>
                      <a:gd name="T55" fmla="*/ 1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6" h="58">
                        <a:moveTo>
                          <a:pt x="15" y="1"/>
                        </a:moveTo>
                        <a:cubicBezTo>
                          <a:pt x="16" y="2"/>
                          <a:pt x="15" y="6"/>
                          <a:pt x="16" y="9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2" y="9"/>
                          <a:pt x="12" y="8"/>
                          <a:pt x="11" y="8"/>
                        </a:cubicBezTo>
                        <a:cubicBezTo>
                          <a:pt x="11" y="9"/>
                          <a:pt x="11" y="10"/>
                          <a:pt x="13" y="10"/>
                        </a:cubicBezTo>
                        <a:cubicBezTo>
                          <a:pt x="14" y="12"/>
                          <a:pt x="14" y="12"/>
                          <a:pt x="14" y="12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5" y="28"/>
                          <a:pt x="16" y="42"/>
                          <a:pt x="16" y="58"/>
                        </a:cubicBezTo>
                        <a:cubicBezTo>
                          <a:pt x="14" y="58"/>
                          <a:pt x="14" y="57"/>
                          <a:pt x="13" y="57"/>
                        </a:cubicBezTo>
                        <a:cubicBezTo>
                          <a:pt x="12" y="55"/>
                          <a:pt x="12" y="55"/>
                          <a:pt x="12" y="55"/>
                        </a:cubicBezTo>
                        <a:cubicBezTo>
                          <a:pt x="10" y="56"/>
                          <a:pt x="10" y="56"/>
                          <a:pt x="10" y="56"/>
                        </a:cubicBezTo>
                        <a:cubicBezTo>
                          <a:pt x="10" y="52"/>
                          <a:pt x="10" y="52"/>
                          <a:pt x="10" y="52"/>
                        </a:cubicBezTo>
                        <a:cubicBezTo>
                          <a:pt x="8" y="50"/>
                          <a:pt x="6" y="51"/>
                          <a:pt x="4" y="52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2" y="33"/>
                          <a:pt x="2" y="33"/>
                          <a:pt x="2" y="33"/>
                        </a:cubicBezTo>
                        <a:cubicBezTo>
                          <a:pt x="3" y="33"/>
                          <a:pt x="3" y="33"/>
                          <a:pt x="3" y="33"/>
                        </a:cubicBezTo>
                        <a:cubicBezTo>
                          <a:pt x="4" y="32"/>
                          <a:pt x="4" y="32"/>
                          <a:pt x="4" y="32"/>
                        </a:cubicBezTo>
                        <a:cubicBezTo>
                          <a:pt x="6" y="32"/>
                          <a:pt x="6" y="33"/>
                          <a:pt x="6" y="35"/>
                        </a:cubicBezTo>
                        <a:cubicBezTo>
                          <a:pt x="11" y="36"/>
                          <a:pt x="12" y="33"/>
                          <a:pt x="12" y="30"/>
                        </a:cubicBezTo>
                        <a:cubicBezTo>
                          <a:pt x="9" y="30"/>
                          <a:pt x="8" y="28"/>
                          <a:pt x="4" y="28"/>
                        </a:cubicBezTo>
                        <a:cubicBezTo>
                          <a:pt x="3" y="27"/>
                          <a:pt x="3" y="27"/>
                          <a:pt x="3" y="27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3" y="21"/>
                          <a:pt x="0" y="14"/>
                          <a:pt x="2" y="9"/>
                        </a:cubicBezTo>
                        <a:cubicBezTo>
                          <a:pt x="3" y="4"/>
                          <a:pt x="9" y="2"/>
                          <a:pt x="12" y="0"/>
                        </a:cubicBezTo>
                        <a:cubicBezTo>
                          <a:pt x="13" y="1"/>
                          <a:pt x="13" y="1"/>
                          <a:pt x="13" y="1"/>
                        </a:cubicBezTo>
                        <a:lnTo>
                          <a:pt x="1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325"/>
                  <p:cNvSpPr>
                    <a:spLocks/>
                  </p:cNvSpPr>
                  <p:nvPr/>
                </p:nvSpPr>
                <p:spPr bwMode="auto">
                  <a:xfrm>
                    <a:off x="679" y="383"/>
                    <a:ext cx="18" cy="12"/>
                  </a:xfrm>
                  <a:custGeom>
                    <a:avLst/>
                    <a:gdLst>
                      <a:gd name="T0" fmla="*/ 9 w 12"/>
                      <a:gd name="T1" fmla="*/ 3 h 8"/>
                      <a:gd name="T2" fmla="*/ 11 w 12"/>
                      <a:gd name="T3" fmla="*/ 3 h 8"/>
                      <a:gd name="T4" fmla="*/ 0 w 12"/>
                      <a:gd name="T5" fmla="*/ 5 h 8"/>
                      <a:gd name="T6" fmla="*/ 0 w 12"/>
                      <a:gd name="T7" fmla="*/ 1 h 8"/>
                      <a:gd name="T8" fmla="*/ 1 w 12"/>
                      <a:gd name="T9" fmla="*/ 1 h 8"/>
                      <a:gd name="T10" fmla="*/ 2 w 12"/>
                      <a:gd name="T11" fmla="*/ 0 h 8"/>
                      <a:gd name="T12" fmla="*/ 8 w 12"/>
                      <a:gd name="T13" fmla="*/ 2 h 8"/>
                      <a:gd name="T14" fmla="*/ 9 w 12"/>
                      <a:gd name="T15" fmla="*/ 3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8">
                        <a:moveTo>
                          <a:pt x="9" y="3"/>
                        </a:move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8"/>
                          <a:pt x="3" y="4"/>
                          <a:pt x="0" y="5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6" y="0"/>
                          <a:pt x="6" y="2"/>
                          <a:pt x="8" y="2"/>
                        </a:cubicBezTo>
                        <a:lnTo>
                          <a:pt x="9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326"/>
                  <p:cNvSpPr>
                    <a:spLocks/>
                  </p:cNvSpPr>
                  <p:nvPr/>
                </p:nvSpPr>
                <p:spPr bwMode="auto">
                  <a:xfrm>
                    <a:off x="745" y="406"/>
                    <a:ext cx="106" cy="25"/>
                  </a:xfrm>
                  <a:custGeom>
                    <a:avLst/>
                    <a:gdLst>
                      <a:gd name="T0" fmla="*/ 1 w 73"/>
                      <a:gd name="T1" fmla="*/ 5 h 17"/>
                      <a:gd name="T2" fmla="*/ 21 w 73"/>
                      <a:gd name="T3" fmla="*/ 6 h 17"/>
                      <a:gd name="T4" fmla="*/ 19 w 73"/>
                      <a:gd name="T5" fmla="*/ 4 h 17"/>
                      <a:gd name="T6" fmla="*/ 34 w 73"/>
                      <a:gd name="T7" fmla="*/ 5 h 17"/>
                      <a:gd name="T8" fmla="*/ 45 w 73"/>
                      <a:gd name="T9" fmla="*/ 3 h 17"/>
                      <a:gd name="T10" fmla="*/ 58 w 73"/>
                      <a:gd name="T11" fmla="*/ 8 h 17"/>
                      <a:gd name="T12" fmla="*/ 59 w 73"/>
                      <a:gd name="T13" fmla="*/ 9 h 17"/>
                      <a:gd name="T14" fmla="*/ 60 w 73"/>
                      <a:gd name="T15" fmla="*/ 7 h 17"/>
                      <a:gd name="T16" fmla="*/ 64 w 73"/>
                      <a:gd name="T17" fmla="*/ 12 h 17"/>
                      <a:gd name="T18" fmla="*/ 73 w 73"/>
                      <a:gd name="T19" fmla="*/ 8 h 17"/>
                      <a:gd name="T20" fmla="*/ 72 w 73"/>
                      <a:gd name="T21" fmla="*/ 10 h 17"/>
                      <a:gd name="T22" fmla="*/ 73 w 73"/>
                      <a:gd name="T23" fmla="*/ 11 h 17"/>
                      <a:gd name="T24" fmla="*/ 70 w 73"/>
                      <a:gd name="T25" fmla="*/ 17 h 17"/>
                      <a:gd name="T26" fmla="*/ 49 w 73"/>
                      <a:gd name="T27" fmla="*/ 17 h 17"/>
                      <a:gd name="T28" fmla="*/ 41 w 73"/>
                      <a:gd name="T29" fmla="*/ 12 h 17"/>
                      <a:gd name="T30" fmla="*/ 41 w 73"/>
                      <a:gd name="T31" fmla="*/ 14 h 17"/>
                      <a:gd name="T32" fmla="*/ 40 w 73"/>
                      <a:gd name="T33" fmla="*/ 15 h 17"/>
                      <a:gd name="T34" fmla="*/ 41 w 73"/>
                      <a:gd name="T35" fmla="*/ 17 h 17"/>
                      <a:gd name="T36" fmla="*/ 0 w 73"/>
                      <a:gd name="T37" fmla="*/ 17 h 17"/>
                      <a:gd name="T38" fmla="*/ 0 w 73"/>
                      <a:gd name="T39" fmla="*/ 7 h 17"/>
                      <a:gd name="T40" fmla="*/ 2 w 73"/>
                      <a:gd name="T41" fmla="*/ 6 h 17"/>
                      <a:gd name="T42" fmla="*/ 1 w 73"/>
                      <a:gd name="T43" fmla="*/ 5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3" h="17">
                        <a:moveTo>
                          <a:pt x="1" y="5"/>
                        </a:moveTo>
                        <a:cubicBezTo>
                          <a:pt x="7" y="4"/>
                          <a:pt x="18" y="0"/>
                          <a:pt x="21" y="6"/>
                        </a:cubicBezTo>
                        <a:cubicBezTo>
                          <a:pt x="23" y="6"/>
                          <a:pt x="20" y="4"/>
                          <a:pt x="19" y="4"/>
                        </a:cubicBezTo>
                        <a:cubicBezTo>
                          <a:pt x="23" y="2"/>
                          <a:pt x="32" y="2"/>
                          <a:pt x="34" y="5"/>
                        </a:cubicBezTo>
                        <a:cubicBezTo>
                          <a:pt x="33" y="2"/>
                          <a:pt x="41" y="3"/>
                          <a:pt x="45" y="3"/>
                        </a:cubicBezTo>
                        <a:cubicBezTo>
                          <a:pt x="49" y="6"/>
                          <a:pt x="51" y="9"/>
                          <a:pt x="58" y="8"/>
                        </a:cubicBezTo>
                        <a:cubicBezTo>
                          <a:pt x="59" y="9"/>
                          <a:pt x="59" y="9"/>
                          <a:pt x="59" y="9"/>
                        </a:cubicBezTo>
                        <a:cubicBezTo>
                          <a:pt x="60" y="7"/>
                          <a:pt x="60" y="7"/>
                          <a:pt x="60" y="7"/>
                        </a:cubicBezTo>
                        <a:cubicBezTo>
                          <a:pt x="61" y="9"/>
                          <a:pt x="65" y="8"/>
                          <a:pt x="64" y="12"/>
                        </a:cubicBezTo>
                        <a:cubicBezTo>
                          <a:pt x="69" y="13"/>
                          <a:pt x="66" y="6"/>
                          <a:pt x="73" y="8"/>
                        </a:cubicBezTo>
                        <a:cubicBezTo>
                          <a:pt x="72" y="10"/>
                          <a:pt x="72" y="10"/>
                          <a:pt x="72" y="10"/>
                        </a:cubicBezTo>
                        <a:cubicBezTo>
                          <a:pt x="73" y="11"/>
                          <a:pt x="73" y="11"/>
                          <a:pt x="73" y="11"/>
                        </a:cubicBezTo>
                        <a:cubicBezTo>
                          <a:pt x="73" y="13"/>
                          <a:pt x="71" y="14"/>
                          <a:pt x="70" y="17"/>
                        </a:cubicBezTo>
                        <a:cubicBezTo>
                          <a:pt x="49" y="17"/>
                          <a:pt x="49" y="17"/>
                          <a:pt x="49" y="17"/>
                        </a:cubicBezTo>
                        <a:cubicBezTo>
                          <a:pt x="48" y="14"/>
                          <a:pt x="45" y="9"/>
                          <a:pt x="41" y="12"/>
                        </a:cubicBezTo>
                        <a:cubicBezTo>
                          <a:pt x="41" y="14"/>
                          <a:pt x="41" y="14"/>
                          <a:pt x="41" y="14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ubicBezTo>
                          <a:pt x="41" y="17"/>
                          <a:pt x="41" y="17"/>
                          <a:pt x="41" y="17"/>
                        </a:cubicBezTo>
                        <a:cubicBezTo>
                          <a:pt x="28" y="16"/>
                          <a:pt x="14" y="17"/>
                          <a:pt x="0" y="17"/>
                        </a:cubicBezTo>
                        <a:cubicBezTo>
                          <a:pt x="0" y="13"/>
                          <a:pt x="2" y="11"/>
                          <a:pt x="0" y="7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6" name="Freeform 327"/>
                  <p:cNvSpPr>
                    <a:spLocks/>
                  </p:cNvSpPr>
                  <p:nvPr/>
                </p:nvSpPr>
                <p:spPr bwMode="auto">
                  <a:xfrm>
                    <a:off x="851" y="405"/>
                    <a:ext cx="33" cy="26"/>
                  </a:xfrm>
                  <a:custGeom>
                    <a:avLst/>
                    <a:gdLst>
                      <a:gd name="T0" fmla="*/ 2 w 22"/>
                      <a:gd name="T1" fmla="*/ 10 h 18"/>
                      <a:gd name="T2" fmla="*/ 0 w 22"/>
                      <a:gd name="T3" fmla="*/ 9 h 18"/>
                      <a:gd name="T4" fmla="*/ 22 w 22"/>
                      <a:gd name="T5" fmla="*/ 7 h 18"/>
                      <a:gd name="T6" fmla="*/ 21 w 22"/>
                      <a:gd name="T7" fmla="*/ 8 h 18"/>
                      <a:gd name="T8" fmla="*/ 21 w 22"/>
                      <a:gd name="T9" fmla="*/ 9 h 18"/>
                      <a:gd name="T10" fmla="*/ 18 w 22"/>
                      <a:gd name="T11" fmla="*/ 12 h 18"/>
                      <a:gd name="T12" fmla="*/ 17 w 22"/>
                      <a:gd name="T13" fmla="*/ 13 h 18"/>
                      <a:gd name="T14" fmla="*/ 18 w 22"/>
                      <a:gd name="T15" fmla="*/ 14 h 18"/>
                      <a:gd name="T16" fmla="*/ 1 w 22"/>
                      <a:gd name="T17" fmla="*/ 12 h 18"/>
                      <a:gd name="T18" fmla="*/ 2 w 22"/>
                      <a:gd name="T19" fmla="*/ 1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18">
                        <a:moveTo>
                          <a:pt x="2" y="10"/>
                        </a:move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5" y="7"/>
                          <a:pt x="16" y="0"/>
                          <a:pt x="22" y="7"/>
                        </a:cubicBezTo>
                        <a:cubicBezTo>
                          <a:pt x="21" y="8"/>
                          <a:pt x="21" y="8"/>
                          <a:pt x="21" y="8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cubicBezTo>
                          <a:pt x="19" y="9"/>
                          <a:pt x="17" y="10"/>
                          <a:pt x="18" y="12"/>
                        </a:cubicBezTo>
                        <a:cubicBezTo>
                          <a:pt x="17" y="13"/>
                          <a:pt x="17" y="13"/>
                          <a:pt x="17" y="13"/>
                        </a:cubicBezTo>
                        <a:cubicBezTo>
                          <a:pt x="18" y="14"/>
                          <a:pt x="18" y="14"/>
                          <a:pt x="18" y="14"/>
                        </a:cubicBezTo>
                        <a:cubicBezTo>
                          <a:pt x="11" y="18"/>
                          <a:pt x="7" y="12"/>
                          <a:pt x="1" y="12"/>
                        </a:cubicBezTo>
                        <a:lnTo>
                          <a:pt x="2" y="1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328"/>
                  <p:cNvSpPr>
                    <a:spLocks/>
                  </p:cNvSpPr>
                  <p:nvPr/>
                </p:nvSpPr>
                <p:spPr bwMode="auto">
                  <a:xfrm>
                    <a:off x="882" y="409"/>
                    <a:ext cx="26" cy="22"/>
                  </a:xfrm>
                  <a:custGeom>
                    <a:avLst/>
                    <a:gdLst>
                      <a:gd name="T0" fmla="*/ 1 w 18"/>
                      <a:gd name="T1" fmla="*/ 5 h 15"/>
                      <a:gd name="T2" fmla="*/ 1 w 18"/>
                      <a:gd name="T3" fmla="*/ 4 h 15"/>
                      <a:gd name="T4" fmla="*/ 12 w 18"/>
                      <a:gd name="T5" fmla="*/ 1 h 15"/>
                      <a:gd name="T6" fmla="*/ 17 w 18"/>
                      <a:gd name="T7" fmla="*/ 10 h 15"/>
                      <a:gd name="T8" fmla="*/ 17 w 18"/>
                      <a:gd name="T9" fmla="*/ 11 h 15"/>
                      <a:gd name="T10" fmla="*/ 18 w 18"/>
                      <a:gd name="T11" fmla="*/ 11 h 15"/>
                      <a:gd name="T12" fmla="*/ 17 w 18"/>
                      <a:gd name="T13" fmla="*/ 15 h 15"/>
                      <a:gd name="T14" fmla="*/ 8 w 18"/>
                      <a:gd name="T15" fmla="*/ 15 h 15"/>
                      <a:gd name="T16" fmla="*/ 8 w 18"/>
                      <a:gd name="T17" fmla="*/ 13 h 15"/>
                      <a:gd name="T18" fmla="*/ 8 w 18"/>
                      <a:gd name="T19" fmla="*/ 12 h 15"/>
                      <a:gd name="T20" fmla="*/ 9 w 18"/>
                      <a:gd name="T21" fmla="*/ 10 h 15"/>
                      <a:gd name="T22" fmla="*/ 0 w 18"/>
                      <a:gd name="T23" fmla="*/ 6 h 15"/>
                      <a:gd name="T24" fmla="*/ 1 w 18"/>
                      <a:gd name="T25" fmla="*/ 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8" h="15">
                        <a:moveTo>
                          <a:pt x="1" y="5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4" y="2"/>
                          <a:pt x="6" y="0"/>
                          <a:pt x="12" y="1"/>
                        </a:cubicBezTo>
                        <a:cubicBezTo>
                          <a:pt x="12" y="5"/>
                          <a:pt x="13" y="9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8" y="11"/>
                          <a:pt x="18" y="11"/>
                          <a:pt x="18" y="11"/>
                        </a:cubicBezTo>
                        <a:cubicBezTo>
                          <a:pt x="18" y="13"/>
                          <a:pt x="17" y="14"/>
                          <a:pt x="17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8" y="13"/>
                          <a:pt x="8" y="13"/>
                          <a:pt x="8" y="13"/>
                        </a:cubicBezTo>
                        <a:cubicBezTo>
                          <a:pt x="8" y="12"/>
                          <a:pt x="8" y="12"/>
                          <a:pt x="8" y="12"/>
                        </a:cubicBezTo>
                        <a:cubicBezTo>
                          <a:pt x="8" y="12"/>
                          <a:pt x="9" y="11"/>
                          <a:pt x="9" y="10"/>
                        </a:cubicBezTo>
                        <a:cubicBezTo>
                          <a:pt x="6" y="8"/>
                          <a:pt x="1" y="10"/>
                          <a:pt x="0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329"/>
                  <p:cNvSpPr>
                    <a:spLocks/>
                  </p:cNvSpPr>
                  <p:nvPr/>
                </p:nvSpPr>
                <p:spPr bwMode="auto">
                  <a:xfrm>
                    <a:off x="907" y="411"/>
                    <a:ext cx="13" cy="10"/>
                  </a:xfrm>
                  <a:custGeom>
                    <a:avLst/>
                    <a:gdLst>
                      <a:gd name="T0" fmla="*/ 2 w 9"/>
                      <a:gd name="T1" fmla="*/ 6 h 7"/>
                      <a:gd name="T2" fmla="*/ 0 w 9"/>
                      <a:gd name="T3" fmla="*/ 7 h 7"/>
                      <a:gd name="T4" fmla="*/ 2 w 9"/>
                      <a:gd name="T5" fmla="*/ 0 h 7"/>
                      <a:gd name="T6" fmla="*/ 8 w 9"/>
                      <a:gd name="T7" fmla="*/ 0 h 7"/>
                      <a:gd name="T8" fmla="*/ 8 w 9"/>
                      <a:gd name="T9" fmla="*/ 1 h 7"/>
                      <a:gd name="T10" fmla="*/ 9 w 9"/>
                      <a:gd name="T11" fmla="*/ 2 h 7"/>
                      <a:gd name="T12" fmla="*/ 3 w 9"/>
                      <a:gd name="T13" fmla="*/ 7 h 7"/>
                      <a:gd name="T14" fmla="*/ 2 w 9"/>
                      <a:gd name="T15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7">
                        <a:moveTo>
                          <a:pt x="2" y="6"/>
                        </a:move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4"/>
                          <a:pt x="1" y="2"/>
                          <a:pt x="2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3"/>
                          <a:pt x="5" y="5"/>
                          <a:pt x="3" y="7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9" name="Freeform 330"/>
                  <p:cNvSpPr>
                    <a:spLocks/>
                  </p:cNvSpPr>
                  <p:nvPr/>
                </p:nvSpPr>
                <p:spPr bwMode="auto">
                  <a:xfrm>
                    <a:off x="922" y="406"/>
                    <a:ext cx="198" cy="28"/>
                  </a:xfrm>
                  <a:custGeom>
                    <a:avLst/>
                    <a:gdLst>
                      <a:gd name="T0" fmla="*/ 1 w 136"/>
                      <a:gd name="T1" fmla="*/ 4 h 19"/>
                      <a:gd name="T2" fmla="*/ 1 w 136"/>
                      <a:gd name="T3" fmla="*/ 3 h 19"/>
                      <a:gd name="T4" fmla="*/ 86 w 136"/>
                      <a:gd name="T5" fmla="*/ 3 h 19"/>
                      <a:gd name="T6" fmla="*/ 92 w 136"/>
                      <a:gd name="T7" fmla="*/ 7 h 19"/>
                      <a:gd name="T8" fmla="*/ 94 w 136"/>
                      <a:gd name="T9" fmla="*/ 3 h 19"/>
                      <a:gd name="T10" fmla="*/ 126 w 136"/>
                      <a:gd name="T11" fmla="*/ 6 h 19"/>
                      <a:gd name="T12" fmla="*/ 129 w 136"/>
                      <a:gd name="T13" fmla="*/ 3 h 19"/>
                      <a:gd name="T14" fmla="*/ 136 w 136"/>
                      <a:gd name="T15" fmla="*/ 7 h 19"/>
                      <a:gd name="T16" fmla="*/ 135 w 136"/>
                      <a:gd name="T17" fmla="*/ 8 h 19"/>
                      <a:gd name="T18" fmla="*/ 135 w 136"/>
                      <a:gd name="T19" fmla="*/ 9 h 19"/>
                      <a:gd name="T20" fmla="*/ 120 w 136"/>
                      <a:gd name="T21" fmla="*/ 12 h 19"/>
                      <a:gd name="T22" fmla="*/ 130 w 136"/>
                      <a:gd name="T23" fmla="*/ 14 h 19"/>
                      <a:gd name="T24" fmla="*/ 129 w 136"/>
                      <a:gd name="T25" fmla="*/ 15 h 19"/>
                      <a:gd name="T26" fmla="*/ 129 w 136"/>
                      <a:gd name="T27" fmla="*/ 17 h 19"/>
                      <a:gd name="T28" fmla="*/ 99 w 136"/>
                      <a:gd name="T29" fmla="*/ 13 h 19"/>
                      <a:gd name="T30" fmla="*/ 98 w 136"/>
                      <a:gd name="T31" fmla="*/ 17 h 19"/>
                      <a:gd name="T32" fmla="*/ 57 w 136"/>
                      <a:gd name="T33" fmla="*/ 17 h 19"/>
                      <a:gd name="T34" fmla="*/ 16 w 136"/>
                      <a:gd name="T35" fmla="*/ 17 h 19"/>
                      <a:gd name="T36" fmla="*/ 0 w 136"/>
                      <a:gd name="T37" fmla="*/ 5 h 19"/>
                      <a:gd name="T38" fmla="*/ 1 w 136"/>
                      <a:gd name="T39" fmla="*/ 4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36" h="19">
                        <a:moveTo>
                          <a:pt x="1" y="4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86" y="3"/>
                          <a:pt x="86" y="3"/>
                          <a:pt x="86" y="3"/>
                        </a:cubicBezTo>
                        <a:cubicBezTo>
                          <a:pt x="90" y="3"/>
                          <a:pt x="89" y="7"/>
                          <a:pt x="92" y="7"/>
                        </a:cubicBezTo>
                        <a:cubicBezTo>
                          <a:pt x="94" y="7"/>
                          <a:pt x="93" y="4"/>
                          <a:pt x="94" y="3"/>
                        </a:cubicBezTo>
                        <a:cubicBezTo>
                          <a:pt x="104" y="4"/>
                          <a:pt x="120" y="0"/>
                          <a:pt x="126" y="6"/>
                        </a:cubicBezTo>
                        <a:cubicBezTo>
                          <a:pt x="129" y="6"/>
                          <a:pt x="127" y="3"/>
                          <a:pt x="129" y="3"/>
                        </a:cubicBezTo>
                        <a:cubicBezTo>
                          <a:pt x="133" y="3"/>
                          <a:pt x="134" y="6"/>
                          <a:pt x="136" y="7"/>
                        </a:cubicBezTo>
                        <a:cubicBezTo>
                          <a:pt x="135" y="8"/>
                          <a:pt x="135" y="8"/>
                          <a:pt x="135" y="8"/>
                        </a:cubicBezTo>
                        <a:cubicBezTo>
                          <a:pt x="135" y="9"/>
                          <a:pt x="135" y="9"/>
                          <a:pt x="135" y="9"/>
                        </a:cubicBezTo>
                        <a:cubicBezTo>
                          <a:pt x="131" y="9"/>
                          <a:pt x="123" y="8"/>
                          <a:pt x="120" y="12"/>
                        </a:cubicBezTo>
                        <a:cubicBezTo>
                          <a:pt x="121" y="15"/>
                          <a:pt x="128" y="12"/>
                          <a:pt x="130" y="14"/>
                        </a:cubicBezTo>
                        <a:cubicBezTo>
                          <a:pt x="129" y="15"/>
                          <a:pt x="129" y="15"/>
                          <a:pt x="129" y="15"/>
                        </a:cubicBezTo>
                        <a:cubicBezTo>
                          <a:pt x="129" y="17"/>
                          <a:pt x="129" y="17"/>
                          <a:pt x="129" y="17"/>
                        </a:cubicBezTo>
                        <a:cubicBezTo>
                          <a:pt x="116" y="17"/>
                          <a:pt x="107" y="17"/>
                          <a:pt x="99" y="13"/>
                        </a:cubicBezTo>
                        <a:cubicBezTo>
                          <a:pt x="98" y="14"/>
                          <a:pt x="99" y="16"/>
                          <a:pt x="98" y="17"/>
                        </a:cubicBezTo>
                        <a:cubicBezTo>
                          <a:pt x="57" y="17"/>
                          <a:pt x="57" y="17"/>
                          <a:pt x="57" y="17"/>
                        </a:cubicBezTo>
                        <a:cubicBezTo>
                          <a:pt x="43" y="17"/>
                          <a:pt x="27" y="19"/>
                          <a:pt x="16" y="17"/>
                        </a:cubicBezTo>
                        <a:cubicBezTo>
                          <a:pt x="9" y="15"/>
                          <a:pt x="3" y="10"/>
                          <a:pt x="0" y="5"/>
                        </a:cubicBezTo>
                        <a:lnTo>
                          <a:pt x="1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331"/>
                  <p:cNvSpPr>
                    <a:spLocks/>
                  </p:cNvSpPr>
                  <p:nvPr/>
                </p:nvSpPr>
                <p:spPr bwMode="auto">
                  <a:xfrm>
                    <a:off x="1122" y="411"/>
                    <a:ext cx="117" cy="20"/>
                  </a:xfrm>
                  <a:custGeom>
                    <a:avLst/>
                    <a:gdLst>
                      <a:gd name="T0" fmla="*/ 2 w 80"/>
                      <a:gd name="T1" fmla="*/ 6 h 14"/>
                      <a:gd name="T2" fmla="*/ 2 w 80"/>
                      <a:gd name="T3" fmla="*/ 5 h 14"/>
                      <a:gd name="T4" fmla="*/ 1 w 80"/>
                      <a:gd name="T5" fmla="*/ 0 h 14"/>
                      <a:gd name="T6" fmla="*/ 26 w 80"/>
                      <a:gd name="T7" fmla="*/ 0 h 14"/>
                      <a:gd name="T8" fmla="*/ 25 w 80"/>
                      <a:gd name="T9" fmla="*/ 1 h 14"/>
                      <a:gd name="T10" fmla="*/ 27 w 80"/>
                      <a:gd name="T11" fmla="*/ 2 h 14"/>
                      <a:gd name="T12" fmla="*/ 22 w 80"/>
                      <a:gd name="T13" fmla="*/ 9 h 14"/>
                      <a:gd name="T14" fmla="*/ 35 w 80"/>
                      <a:gd name="T15" fmla="*/ 9 h 14"/>
                      <a:gd name="T16" fmla="*/ 28 w 80"/>
                      <a:gd name="T17" fmla="*/ 2 h 14"/>
                      <a:gd name="T18" fmla="*/ 29 w 80"/>
                      <a:gd name="T19" fmla="*/ 1 h 14"/>
                      <a:gd name="T20" fmla="*/ 28 w 80"/>
                      <a:gd name="T21" fmla="*/ 0 h 14"/>
                      <a:gd name="T22" fmla="*/ 71 w 80"/>
                      <a:gd name="T23" fmla="*/ 0 h 14"/>
                      <a:gd name="T24" fmla="*/ 64 w 80"/>
                      <a:gd name="T25" fmla="*/ 6 h 14"/>
                      <a:gd name="T26" fmla="*/ 68 w 80"/>
                      <a:gd name="T27" fmla="*/ 9 h 14"/>
                      <a:gd name="T28" fmla="*/ 70 w 80"/>
                      <a:gd name="T29" fmla="*/ 4 h 14"/>
                      <a:gd name="T30" fmla="*/ 80 w 80"/>
                      <a:gd name="T31" fmla="*/ 6 h 14"/>
                      <a:gd name="T32" fmla="*/ 79 w 80"/>
                      <a:gd name="T33" fmla="*/ 14 h 14"/>
                      <a:gd name="T34" fmla="*/ 56 w 80"/>
                      <a:gd name="T35" fmla="*/ 14 h 14"/>
                      <a:gd name="T36" fmla="*/ 55 w 80"/>
                      <a:gd name="T37" fmla="*/ 9 h 14"/>
                      <a:gd name="T38" fmla="*/ 47 w 80"/>
                      <a:gd name="T39" fmla="*/ 14 h 14"/>
                      <a:gd name="T40" fmla="*/ 19 w 80"/>
                      <a:gd name="T41" fmla="*/ 14 h 14"/>
                      <a:gd name="T42" fmla="*/ 6 w 80"/>
                      <a:gd name="T43" fmla="*/ 8 h 14"/>
                      <a:gd name="T44" fmla="*/ 3 w 80"/>
                      <a:gd name="T45" fmla="*/ 12 h 14"/>
                      <a:gd name="T46" fmla="*/ 1 w 80"/>
                      <a:gd name="T47" fmla="*/ 6 h 14"/>
                      <a:gd name="T48" fmla="*/ 2 w 80"/>
                      <a:gd name="T49" fmla="*/ 6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80" h="14">
                        <a:moveTo>
                          <a:pt x="2" y="6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2" y="3"/>
                          <a:pt x="0" y="3"/>
                          <a:pt x="1" y="0"/>
                        </a:cubicBezTo>
                        <a:cubicBezTo>
                          <a:pt x="11" y="3"/>
                          <a:pt x="16" y="2"/>
                          <a:pt x="26" y="0"/>
                        </a:cubicBezTo>
                        <a:cubicBezTo>
                          <a:pt x="25" y="1"/>
                          <a:pt x="25" y="1"/>
                          <a:pt x="25" y="1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8" y="7"/>
                          <a:pt x="20" y="4"/>
                          <a:pt x="22" y="9"/>
                        </a:cubicBezTo>
                        <a:cubicBezTo>
                          <a:pt x="26" y="11"/>
                          <a:pt x="30" y="10"/>
                          <a:pt x="35" y="9"/>
                        </a:cubicBezTo>
                        <a:cubicBezTo>
                          <a:pt x="34" y="5"/>
                          <a:pt x="29" y="5"/>
                          <a:pt x="28" y="2"/>
                        </a:cubicBezTo>
                        <a:cubicBezTo>
                          <a:pt x="29" y="1"/>
                          <a:pt x="29" y="1"/>
                          <a:pt x="29" y="1"/>
                        </a:cubicBezTo>
                        <a:cubicBezTo>
                          <a:pt x="28" y="0"/>
                          <a:pt x="28" y="0"/>
                          <a:pt x="28" y="0"/>
                        </a:cubicBezTo>
                        <a:cubicBezTo>
                          <a:pt x="43" y="1"/>
                          <a:pt x="56" y="0"/>
                          <a:pt x="71" y="0"/>
                        </a:cubicBezTo>
                        <a:cubicBezTo>
                          <a:pt x="71" y="4"/>
                          <a:pt x="67" y="5"/>
                          <a:pt x="64" y="6"/>
                        </a:cubicBezTo>
                        <a:cubicBezTo>
                          <a:pt x="64" y="8"/>
                          <a:pt x="66" y="8"/>
                          <a:pt x="68" y="9"/>
                        </a:cubicBezTo>
                        <a:cubicBezTo>
                          <a:pt x="68" y="8"/>
                          <a:pt x="67" y="6"/>
                          <a:pt x="70" y="4"/>
                        </a:cubicBezTo>
                        <a:cubicBezTo>
                          <a:pt x="73" y="5"/>
                          <a:pt x="75" y="7"/>
                          <a:pt x="80" y="6"/>
                        </a:cubicBezTo>
                        <a:cubicBezTo>
                          <a:pt x="80" y="9"/>
                          <a:pt x="80" y="12"/>
                          <a:pt x="79" y="14"/>
                        </a:cubicBezTo>
                        <a:cubicBezTo>
                          <a:pt x="69" y="13"/>
                          <a:pt x="67" y="13"/>
                          <a:pt x="56" y="14"/>
                        </a:cubicBezTo>
                        <a:cubicBezTo>
                          <a:pt x="52" y="14"/>
                          <a:pt x="56" y="12"/>
                          <a:pt x="55" y="9"/>
                        </a:cubicBezTo>
                        <a:cubicBezTo>
                          <a:pt x="51" y="10"/>
                          <a:pt x="49" y="12"/>
                          <a:pt x="47" y="14"/>
                        </a:cubicBezTo>
                        <a:cubicBezTo>
                          <a:pt x="19" y="14"/>
                          <a:pt x="19" y="14"/>
                          <a:pt x="19" y="14"/>
                        </a:cubicBezTo>
                        <a:cubicBezTo>
                          <a:pt x="15" y="12"/>
                          <a:pt x="12" y="8"/>
                          <a:pt x="6" y="8"/>
                        </a:cubicBezTo>
                        <a:cubicBezTo>
                          <a:pt x="4" y="8"/>
                          <a:pt x="6" y="13"/>
                          <a:pt x="3" y="12"/>
                        </a:cubicBezTo>
                        <a:cubicBezTo>
                          <a:pt x="3" y="9"/>
                          <a:pt x="0" y="9"/>
                          <a:pt x="1" y="6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332"/>
                  <p:cNvSpPr>
                    <a:spLocks/>
                  </p:cNvSpPr>
                  <p:nvPr/>
                </p:nvSpPr>
                <p:spPr bwMode="auto">
                  <a:xfrm>
                    <a:off x="878" y="422"/>
                    <a:ext cx="7" cy="9"/>
                  </a:xfrm>
                  <a:custGeom>
                    <a:avLst/>
                    <a:gdLst>
                      <a:gd name="T0" fmla="*/ 4 w 5"/>
                      <a:gd name="T1" fmla="*/ 4 h 6"/>
                      <a:gd name="T2" fmla="*/ 5 w 5"/>
                      <a:gd name="T3" fmla="*/ 6 h 6"/>
                      <a:gd name="T4" fmla="*/ 0 w 5"/>
                      <a:gd name="T5" fmla="*/ 2 h 6"/>
                      <a:gd name="T6" fmla="*/ 1 w 5"/>
                      <a:gd name="T7" fmla="*/ 1 h 6"/>
                      <a:gd name="T8" fmla="*/ 0 w 5"/>
                      <a:gd name="T9" fmla="*/ 0 h 6"/>
                      <a:gd name="T10" fmla="*/ 4 w 5"/>
                      <a:gd name="T11" fmla="*/ 0 h 6"/>
                      <a:gd name="T12" fmla="*/ 5 w 5"/>
                      <a:gd name="T13" fmla="*/ 3 h 6"/>
                      <a:gd name="T14" fmla="*/ 4 w 5"/>
                      <a:gd name="T1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6">
                        <a:moveTo>
                          <a:pt x="4" y="4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0" y="6"/>
                          <a:pt x="0" y="6"/>
                          <a:pt x="0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2"/>
                          <a:pt x="4" y="2"/>
                          <a:pt x="5" y="3"/>
                        </a:cubicBezTo>
                        <a:lnTo>
                          <a:pt x="4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2" name="Freeform 333"/>
                  <p:cNvSpPr>
                    <a:spLocks noEditPoints="1"/>
                  </p:cNvSpPr>
                  <p:nvPr/>
                </p:nvSpPr>
                <p:spPr bwMode="auto">
                  <a:xfrm>
                    <a:off x="600" y="408"/>
                    <a:ext cx="146" cy="25"/>
                  </a:xfrm>
                  <a:custGeom>
                    <a:avLst/>
                    <a:gdLst>
                      <a:gd name="T0" fmla="*/ 99 w 100"/>
                      <a:gd name="T1" fmla="*/ 5 h 17"/>
                      <a:gd name="T2" fmla="*/ 99 w 100"/>
                      <a:gd name="T3" fmla="*/ 6 h 17"/>
                      <a:gd name="T4" fmla="*/ 90 w 100"/>
                      <a:gd name="T5" fmla="*/ 13 h 17"/>
                      <a:gd name="T6" fmla="*/ 89 w 100"/>
                      <a:gd name="T7" fmla="*/ 14 h 17"/>
                      <a:gd name="T8" fmla="*/ 89 w 100"/>
                      <a:gd name="T9" fmla="*/ 16 h 17"/>
                      <a:gd name="T10" fmla="*/ 79 w 100"/>
                      <a:gd name="T11" fmla="*/ 13 h 17"/>
                      <a:gd name="T12" fmla="*/ 77 w 100"/>
                      <a:gd name="T13" fmla="*/ 16 h 17"/>
                      <a:gd name="T14" fmla="*/ 44 w 100"/>
                      <a:gd name="T15" fmla="*/ 15 h 17"/>
                      <a:gd name="T16" fmla="*/ 44 w 100"/>
                      <a:gd name="T17" fmla="*/ 9 h 17"/>
                      <a:gd name="T18" fmla="*/ 38 w 100"/>
                      <a:gd name="T19" fmla="*/ 11 h 17"/>
                      <a:gd name="T20" fmla="*/ 39 w 100"/>
                      <a:gd name="T21" fmla="*/ 9 h 17"/>
                      <a:gd name="T22" fmla="*/ 38 w 100"/>
                      <a:gd name="T23" fmla="*/ 9 h 17"/>
                      <a:gd name="T24" fmla="*/ 37 w 100"/>
                      <a:gd name="T25" fmla="*/ 6 h 17"/>
                      <a:gd name="T26" fmla="*/ 32 w 100"/>
                      <a:gd name="T27" fmla="*/ 11 h 17"/>
                      <a:gd name="T28" fmla="*/ 34 w 100"/>
                      <a:gd name="T29" fmla="*/ 11 h 17"/>
                      <a:gd name="T30" fmla="*/ 34 w 100"/>
                      <a:gd name="T31" fmla="*/ 12 h 17"/>
                      <a:gd name="T32" fmla="*/ 35 w 100"/>
                      <a:gd name="T33" fmla="*/ 12 h 17"/>
                      <a:gd name="T34" fmla="*/ 27 w 100"/>
                      <a:gd name="T35" fmla="*/ 16 h 17"/>
                      <a:gd name="T36" fmla="*/ 28 w 100"/>
                      <a:gd name="T37" fmla="*/ 14 h 17"/>
                      <a:gd name="T38" fmla="*/ 26 w 100"/>
                      <a:gd name="T39" fmla="*/ 13 h 17"/>
                      <a:gd name="T40" fmla="*/ 18 w 100"/>
                      <a:gd name="T41" fmla="*/ 7 h 17"/>
                      <a:gd name="T42" fmla="*/ 18 w 100"/>
                      <a:gd name="T43" fmla="*/ 13 h 17"/>
                      <a:gd name="T44" fmla="*/ 16 w 100"/>
                      <a:gd name="T45" fmla="*/ 14 h 17"/>
                      <a:gd name="T46" fmla="*/ 17 w 100"/>
                      <a:gd name="T47" fmla="*/ 16 h 17"/>
                      <a:gd name="T48" fmla="*/ 5 w 100"/>
                      <a:gd name="T49" fmla="*/ 16 h 17"/>
                      <a:gd name="T50" fmla="*/ 5 w 100"/>
                      <a:gd name="T51" fmla="*/ 14 h 17"/>
                      <a:gd name="T52" fmla="*/ 4 w 100"/>
                      <a:gd name="T53" fmla="*/ 13 h 17"/>
                      <a:gd name="T54" fmla="*/ 0 w 100"/>
                      <a:gd name="T55" fmla="*/ 5 h 17"/>
                      <a:gd name="T56" fmla="*/ 1 w 100"/>
                      <a:gd name="T57" fmla="*/ 4 h 17"/>
                      <a:gd name="T58" fmla="*/ 1 w 100"/>
                      <a:gd name="T59" fmla="*/ 2 h 17"/>
                      <a:gd name="T60" fmla="*/ 7 w 100"/>
                      <a:gd name="T61" fmla="*/ 2 h 17"/>
                      <a:gd name="T62" fmla="*/ 6 w 100"/>
                      <a:gd name="T63" fmla="*/ 4 h 17"/>
                      <a:gd name="T64" fmla="*/ 7 w 100"/>
                      <a:gd name="T65" fmla="*/ 5 h 17"/>
                      <a:gd name="T66" fmla="*/ 10 w 100"/>
                      <a:gd name="T67" fmla="*/ 8 h 17"/>
                      <a:gd name="T68" fmla="*/ 10 w 100"/>
                      <a:gd name="T69" fmla="*/ 5 h 17"/>
                      <a:gd name="T70" fmla="*/ 11 w 100"/>
                      <a:gd name="T71" fmla="*/ 4 h 17"/>
                      <a:gd name="T72" fmla="*/ 11 w 100"/>
                      <a:gd name="T73" fmla="*/ 2 h 17"/>
                      <a:gd name="T74" fmla="*/ 50 w 100"/>
                      <a:gd name="T75" fmla="*/ 5 h 17"/>
                      <a:gd name="T76" fmla="*/ 64 w 100"/>
                      <a:gd name="T77" fmla="*/ 2 h 17"/>
                      <a:gd name="T78" fmla="*/ 66 w 100"/>
                      <a:gd name="T79" fmla="*/ 6 h 17"/>
                      <a:gd name="T80" fmla="*/ 68 w 100"/>
                      <a:gd name="T81" fmla="*/ 2 h 17"/>
                      <a:gd name="T82" fmla="*/ 71 w 100"/>
                      <a:gd name="T83" fmla="*/ 2 h 17"/>
                      <a:gd name="T84" fmla="*/ 72 w 100"/>
                      <a:gd name="T85" fmla="*/ 5 h 17"/>
                      <a:gd name="T86" fmla="*/ 81 w 100"/>
                      <a:gd name="T87" fmla="*/ 2 h 17"/>
                      <a:gd name="T88" fmla="*/ 87 w 100"/>
                      <a:gd name="T89" fmla="*/ 5 h 17"/>
                      <a:gd name="T90" fmla="*/ 100 w 100"/>
                      <a:gd name="T91" fmla="*/ 4 h 17"/>
                      <a:gd name="T92" fmla="*/ 99 w 100"/>
                      <a:gd name="T93" fmla="*/ 5 h 17"/>
                      <a:gd name="T94" fmla="*/ 58 w 100"/>
                      <a:gd name="T95" fmla="*/ 10 h 17"/>
                      <a:gd name="T96" fmla="*/ 54 w 100"/>
                      <a:gd name="T97" fmla="*/ 6 h 17"/>
                      <a:gd name="T98" fmla="*/ 58 w 100"/>
                      <a:gd name="T99" fmla="*/ 1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100" h="17">
                        <a:moveTo>
                          <a:pt x="99" y="5"/>
                        </a:moveTo>
                        <a:cubicBezTo>
                          <a:pt x="99" y="6"/>
                          <a:pt x="99" y="6"/>
                          <a:pt x="99" y="6"/>
                        </a:cubicBezTo>
                        <a:cubicBezTo>
                          <a:pt x="94" y="6"/>
                          <a:pt x="90" y="8"/>
                          <a:pt x="90" y="13"/>
                        </a:cubicBezTo>
                        <a:cubicBezTo>
                          <a:pt x="89" y="14"/>
                          <a:pt x="89" y="14"/>
                          <a:pt x="89" y="14"/>
                        </a:cubicBezTo>
                        <a:cubicBezTo>
                          <a:pt x="89" y="16"/>
                          <a:pt x="89" y="16"/>
                          <a:pt x="89" y="16"/>
                        </a:cubicBezTo>
                        <a:cubicBezTo>
                          <a:pt x="84" y="17"/>
                          <a:pt x="82" y="14"/>
                          <a:pt x="79" y="13"/>
                        </a:cubicBezTo>
                        <a:cubicBezTo>
                          <a:pt x="78" y="13"/>
                          <a:pt x="78" y="16"/>
                          <a:pt x="77" y="16"/>
                        </a:cubicBezTo>
                        <a:cubicBezTo>
                          <a:pt x="66" y="15"/>
                          <a:pt x="55" y="17"/>
                          <a:pt x="44" y="15"/>
                        </a:cubicBezTo>
                        <a:cubicBezTo>
                          <a:pt x="42" y="12"/>
                          <a:pt x="44" y="12"/>
                          <a:pt x="44" y="9"/>
                        </a:cubicBezTo>
                        <a:cubicBezTo>
                          <a:pt x="43" y="7"/>
                          <a:pt x="41" y="11"/>
                          <a:pt x="38" y="11"/>
                        </a:cubicBezTo>
                        <a:cubicBezTo>
                          <a:pt x="39" y="9"/>
                          <a:pt x="39" y="9"/>
                          <a:pt x="39" y="9"/>
                        </a:cubicBezTo>
                        <a:cubicBezTo>
                          <a:pt x="38" y="9"/>
                          <a:pt x="38" y="9"/>
                          <a:pt x="38" y="9"/>
                        </a:cubicBezTo>
                        <a:cubicBezTo>
                          <a:pt x="37" y="9"/>
                          <a:pt x="37" y="7"/>
                          <a:pt x="37" y="6"/>
                        </a:cubicBezTo>
                        <a:cubicBezTo>
                          <a:pt x="34" y="7"/>
                          <a:pt x="31" y="7"/>
                          <a:pt x="32" y="11"/>
                        </a:cubicBezTo>
                        <a:cubicBezTo>
                          <a:pt x="34" y="11"/>
                          <a:pt x="34" y="11"/>
                          <a:pt x="34" y="11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3" y="14"/>
                          <a:pt x="31" y="16"/>
                          <a:pt x="27" y="16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6" y="9"/>
                          <a:pt x="21" y="9"/>
                          <a:pt x="18" y="7"/>
                        </a:cubicBezTo>
                        <a:cubicBezTo>
                          <a:pt x="16" y="8"/>
                          <a:pt x="17" y="12"/>
                          <a:pt x="18" y="13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5" y="14"/>
                          <a:pt x="5" y="14"/>
                          <a:pt x="5" y="14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5" y="8"/>
                          <a:pt x="2" y="6"/>
                          <a:pt x="0" y="5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7"/>
                          <a:pt x="8" y="8"/>
                          <a:pt x="10" y="8"/>
                        </a:cubicBezTo>
                        <a:cubicBezTo>
                          <a:pt x="10" y="5"/>
                          <a:pt x="10" y="5"/>
                          <a:pt x="10" y="5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4" y="3"/>
                          <a:pt x="40" y="0"/>
                          <a:pt x="50" y="5"/>
                        </a:cubicBezTo>
                        <a:cubicBezTo>
                          <a:pt x="51" y="0"/>
                          <a:pt x="59" y="3"/>
                          <a:pt x="64" y="2"/>
                        </a:cubicBezTo>
                        <a:cubicBezTo>
                          <a:pt x="65" y="3"/>
                          <a:pt x="65" y="5"/>
                          <a:pt x="66" y="6"/>
                        </a:cubicBezTo>
                        <a:cubicBezTo>
                          <a:pt x="68" y="7"/>
                          <a:pt x="65" y="2"/>
                          <a:pt x="68" y="2"/>
                        </a:cubicBezTo>
                        <a:cubicBezTo>
                          <a:pt x="71" y="2"/>
                          <a:pt x="71" y="2"/>
                          <a:pt x="71" y="2"/>
                        </a:cubicBezTo>
                        <a:cubicBezTo>
                          <a:pt x="75" y="2"/>
                          <a:pt x="69" y="4"/>
                          <a:pt x="72" y="5"/>
                        </a:cubicBezTo>
                        <a:cubicBezTo>
                          <a:pt x="77" y="6"/>
                          <a:pt x="79" y="4"/>
                          <a:pt x="81" y="2"/>
                        </a:cubicBezTo>
                        <a:cubicBezTo>
                          <a:pt x="85" y="1"/>
                          <a:pt x="84" y="4"/>
                          <a:pt x="87" y="5"/>
                        </a:cubicBezTo>
                        <a:cubicBezTo>
                          <a:pt x="88" y="2"/>
                          <a:pt x="98" y="0"/>
                          <a:pt x="100" y="4"/>
                        </a:cubicBezTo>
                        <a:lnTo>
                          <a:pt x="99" y="5"/>
                        </a:lnTo>
                        <a:close/>
                        <a:moveTo>
                          <a:pt x="58" y="10"/>
                        </a:moveTo>
                        <a:cubicBezTo>
                          <a:pt x="59" y="7"/>
                          <a:pt x="55" y="8"/>
                          <a:pt x="54" y="6"/>
                        </a:cubicBezTo>
                        <a:cubicBezTo>
                          <a:pt x="54" y="8"/>
                          <a:pt x="55" y="10"/>
                          <a:pt x="58" y="1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3" name="Freeform 334"/>
                  <p:cNvSpPr>
                    <a:spLocks/>
                  </p:cNvSpPr>
                  <p:nvPr/>
                </p:nvSpPr>
                <p:spPr bwMode="auto">
                  <a:xfrm>
                    <a:off x="585" y="411"/>
                    <a:ext cx="17" cy="20"/>
                  </a:xfrm>
                  <a:custGeom>
                    <a:avLst/>
                    <a:gdLst>
                      <a:gd name="T0" fmla="*/ 9 w 11"/>
                      <a:gd name="T1" fmla="*/ 12 h 14"/>
                      <a:gd name="T2" fmla="*/ 10 w 11"/>
                      <a:gd name="T3" fmla="*/ 14 h 14"/>
                      <a:gd name="T4" fmla="*/ 0 w 11"/>
                      <a:gd name="T5" fmla="*/ 14 h 14"/>
                      <a:gd name="T6" fmla="*/ 0 w 11"/>
                      <a:gd name="T7" fmla="*/ 0 h 14"/>
                      <a:gd name="T8" fmla="*/ 5 w 11"/>
                      <a:gd name="T9" fmla="*/ 0 h 14"/>
                      <a:gd name="T10" fmla="*/ 5 w 11"/>
                      <a:gd name="T11" fmla="*/ 2 h 14"/>
                      <a:gd name="T12" fmla="*/ 6 w 11"/>
                      <a:gd name="T13" fmla="*/ 3 h 14"/>
                      <a:gd name="T14" fmla="*/ 7 w 11"/>
                      <a:gd name="T15" fmla="*/ 9 h 14"/>
                      <a:gd name="T16" fmla="*/ 11 w 11"/>
                      <a:gd name="T17" fmla="*/ 11 h 14"/>
                      <a:gd name="T18" fmla="*/ 9 w 11"/>
                      <a:gd name="T19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4">
                        <a:moveTo>
                          <a:pt x="9" y="12"/>
                        </a:move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6"/>
                          <a:pt x="7" y="7"/>
                          <a:pt x="7" y="9"/>
                        </a:cubicBezTo>
                        <a:cubicBezTo>
                          <a:pt x="9" y="10"/>
                          <a:pt x="10" y="10"/>
                          <a:pt x="11" y="11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Freeform 335"/>
                  <p:cNvSpPr>
                    <a:spLocks noEditPoints="1"/>
                  </p:cNvSpPr>
                  <p:nvPr/>
                </p:nvSpPr>
                <p:spPr bwMode="auto">
                  <a:xfrm>
                    <a:off x="585" y="879"/>
                    <a:ext cx="329" cy="25"/>
                  </a:xfrm>
                  <a:custGeom>
                    <a:avLst/>
                    <a:gdLst>
                      <a:gd name="T0" fmla="*/ 146 w 225"/>
                      <a:gd name="T1" fmla="*/ 2 h 17"/>
                      <a:gd name="T2" fmla="*/ 149 w 225"/>
                      <a:gd name="T3" fmla="*/ 2 h 17"/>
                      <a:gd name="T4" fmla="*/ 218 w 225"/>
                      <a:gd name="T5" fmla="*/ 4 h 17"/>
                      <a:gd name="T6" fmla="*/ 220 w 225"/>
                      <a:gd name="T7" fmla="*/ 11 h 17"/>
                      <a:gd name="T8" fmla="*/ 219 w 225"/>
                      <a:gd name="T9" fmla="*/ 13 h 17"/>
                      <a:gd name="T10" fmla="*/ 219 w 225"/>
                      <a:gd name="T11" fmla="*/ 16 h 17"/>
                      <a:gd name="T12" fmla="*/ 176 w 225"/>
                      <a:gd name="T13" fmla="*/ 15 h 17"/>
                      <a:gd name="T14" fmla="*/ 170 w 225"/>
                      <a:gd name="T15" fmla="*/ 16 h 17"/>
                      <a:gd name="T16" fmla="*/ 167 w 225"/>
                      <a:gd name="T17" fmla="*/ 15 h 17"/>
                      <a:gd name="T18" fmla="*/ 168 w 225"/>
                      <a:gd name="T19" fmla="*/ 11 h 17"/>
                      <a:gd name="T20" fmla="*/ 145 w 225"/>
                      <a:gd name="T21" fmla="*/ 14 h 17"/>
                      <a:gd name="T22" fmla="*/ 140 w 225"/>
                      <a:gd name="T23" fmla="*/ 13 h 17"/>
                      <a:gd name="T24" fmla="*/ 139 w 225"/>
                      <a:gd name="T25" fmla="*/ 16 h 17"/>
                      <a:gd name="T26" fmla="*/ 121 w 225"/>
                      <a:gd name="T27" fmla="*/ 11 h 17"/>
                      <a:gd name="T28" fmla="*/ 78 w 225"/>
                      <a:gd name="T29" fmla="*/ 16 h 17"/>
                      <a:gd name="T30" fmla="*/ 74 w 225"/>
                      <a:gd name="T31" fmla="*/ 12 h 17"/>
                      <a:gd name="T32" fmla="*/ 72 w 225"/>
                      <a:gd name="T33" fmla="*/ 11 h 17"/>
                      <a:gd name="T34" fmla="*/ 70 w 225"/>
                      <a:gd name="T35" fmla="*/ 12 h 17"/>
                      <a:gd name="T36" fmla="*/ 60 w 225"/>
                      <a:gd name="T37" fmla="*/ 13 h 17"/>
                      <a:gd name="T38" fmla="*/ 35 w 225"/>
                      <a:gd name="T39" fmla="*/ 16 h 17"/>
                      <a:gd name="T40" fmla="*/ 31 w 225"/>
                      <a:gd name="T41" fmla="*/ 14 h 17"/>
                      <a:gd name="T42" fmla="*/ 27 w 225"/>
                      <a:gd name="T43" fmla="*/ 13 h 17"/>
                      <a:gd name="T44" fmla="*/ 30 w 225"/>
                      <a:gd name="T45" fmla="*/ 15 h 17"/>
                      <a:gd name="T46" fmla="*/ 20 w 225"/>
                      <a:gd name="T47" fmla="*/ 15 h 17"/>
                      <a:gd name="T48" fmla="*/ 19 w 225"/>
                      <a:gd name="T49" fmla="*/ 11 h 17"/>
                      <a:gd name="T50" fmla="*/ 19 w 225"/>
                      <a:gd name="T51" fmla="*/ 8 h 17"/>
                      <a:gd name="T52" fmla="*/ 16 w 225"/>
                      <a:gd name="T53" fmla="*/ 7 h 17"/>
                      <a:gd name="T54" fmla="*/ 17 w 225"/>
                      <a:gd name="T55" fmla="*/ 10 h 17"/>
                      <a:gd name="T56" fmla="*/ 17 w 225"/>
                      <a:gd name="T57" fmla="*/ 15 h 17"/>
                      <a:gd name="T58" fmla="*/ 16 w 225"/>
                      <a:gd name="T59" fmla="*/ 16 h 17"/>
                      <a:gd name="T60" fmla="*/ 3 w 225"/>
                      <a:gd name="T61" fmla="*/ 10 h 17"/>
                      <a:gd name="T62" fmla="*/ 39 w 225"/>
                      <a:gd name="T63" fmla="*/ 4 h 17"/>
                      <a:gd name="T64" fmla="*/ 75 w 225"/>
                      <a:gd name="T65" fmla="*/ 2 h 17"/>
                      <a:gd name="T66" fmla="*/ 76 w 225"/>
                      <a:gd name="T67" fmla="*/ 5 h 17"/>
                      <a:gd name="T68" fmla="*/ 83 w 225"/>
                      <a:gd name="T69" fmla="*/ 5 h 17"/>
                      <a:gd name="T70" fmla="*/ 84 w 225"/>
                      <a:gd name="T71" fmla="*/ 2 h 17"/>
                      <a:gd name="T72" fmla="*/ 97 w 225"/>
                      <a:gd name="T73" fmla="*/ 4 h 17"/>
                      <a:gd name="T74" fmla="*/ 114 w 225"/>
                      <a:gd name="T75" fmla="*/ 13 h 17"/>
                      <a:gd name="T76" fmla="*/ 107 w 225"/>
                      <a:gd name="T77" fmla="*/ 4 h 17"/>
                      <a:gd name="T78" fmla="*/ 108 w 225"/>
                      <a:gd name="T79" fmla="*/ 2 h 17"/>
                      <a:gd name="T80" fmla="*/ 92 w 225"/>
                      <a:gd name="T81" fmla="*/ 6 h 17"/>
                      <a:gd name="T82" fmla="*/ 52 w 225"/>
                      <a:gd name="T83" fmla="*/ 13 h 17"/>
                      <a:gd name="T84" fmla="*/ 52 w 225"/>
                      <a:gd name="T85" fmla="*/ 13 h 17"/>
                      <a:gd name="T86" fmla="*/ 127 w 225"/>
                      <a:gd name="T87" fmla="*/ 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225" h="17">
                        <a:moveTo>
                          <a:pt x="108" y="2"/>
                        </a:moveTo>
                        <a:cubicBezTo>
                          <a:pt x="146" y="2"/>
                          <a:pt x="146" y="2"/>
                          <a:pt x="146" y="2"/>
                        </a:cubicBezTo>
                        <a:cubicBezTo>
                          <a:pt x="146" y="6"/>
                          <a:pt x="146" y="10"/>
                          <a:pt x="149" y="11"/>
                        </a:cubicBezTo>
                        <a:cubicBezTo>
                          <a:pt x="150" y="9"/>
                          <a:pt x="150" y="5"/>
                          <a:pt x="149" y="2"/>
                        </a:cubicBezTo>
                        <a:cubicBezTo>
                          <a:pt x="216" y="2"/>
                          <a:pt x="216" y="2"/>
                          <a:pt x="216" y="2"/>
                        </a:cubicBezTo>
                        <a:cubicBezTo>
                          <a:pt x="217" y="2"/>
                          <a:pt x="220" y="4"/>
                          <a:pt x="218" y="4"/>
                        </a:cubicBezTo>
                        <a:cubicBezTo>
                          <a:pt x="219" y="4"/>
                          <a:pt x="222" y="1"/>
                          <a:pt x="225" y="2"/>
                        </a:cubicBezTo>
                        <a:cubicBezTo>
                          <a:pt x="224" y="6"/>
                          <a:pt x="222" y="8"/>
                          <a:pt x="220" y="11"/>
                        </a:cubicBezTo>
                        <a:cubicBezTo>
                          <a:pt x="217" y="10"/>
                          <a:pt x="213" y="5"/>
                          <a:pt x="209" y="8"/>
                        </a:cubicBezTo>
                        <a:cubicBezTo>
                          <a:pt x="211" y="11"/>
                          <a:pt x="216" y="12"/>
                          <a:pt x="219" y="13"/>
                        </a:cubicBezTo>
                        <a:cubicBezTo>
                          <a:pt x="218" y="14"/>
                          <a:pt x="218" y="14"/>
                          <a:pt x="218" y="14"/>
                        </a:cubicBezTo>
                        <a:cubicBezTo>
                          <a:pt x="219" y="16"/>
                          <a:pt x="219" y="16"/>
                          <a:pt x="219" y="16"/>
                        </a:cubicBezTo>
                        <a:cubicBezTo>
                          <a:pt x="204" y="17"/>
                          <a:pt x="187" y="15"/>
                          <a:pt x="175" y="16"/>
                        </a:cubicBezTo>
                        <a:cubicBezTo>
                          <a:pt x="175" y="15"/>
                          <a:pt x="176" y="15"/>
                          <a:pt x="176" y="15"/>
                        </a:cubicBezTo>
                        <a:cubicBezTo>
                          <a:pt x="179" y="14"/>
                          <a:pt x="174" y="14"/>
                          <a:pt x="176" y="11"/>
                        </a:cubicBezTo>
                        <a:cubicBezTo>
                          <a:pt x="172" y="11"/>
                          <a:pt x="170" y="12"/>
                          <a:pt x="170" y="16"/>
                        </a:cubicBezTo>
                        <a:cubicBezTo>
                          <a:pt x="166" y="16"/>
                          <a:pt x="166" y="16"/>
                          <a:pt x="166" y="16"/>
                        </a:cubicBezTo>
                        <a:cubicBezTo>
                          <a:pt x="167" y="15"/>
                          <a:pt x="167" y="15"/>
                          <a:pt x="167" y="15"/>
                        </a:cubicBezTo>
                        <a:cubicBezTo>
                          <a:pt x="166" y="13"/>
                          <a:pt x="166" y="13"/>
                          <a:pt x="166" y="13"/>
                        </a:cubicBezTo>
                        <a:cubicBezTo>
                          <a:pt x="167" y="13"/>
                          <a:pt x="167" y="11"/>
                          <a:pt x="168" y="11"/>
                        </a:cubicBezTo>
                        <a:cubicBezTo>
                          <a:pt x="160" y="9"/>
                          <a:pt x="154" y="16"/>
                          <a:pt x="146" y="16"/>
                        </a:cubicBezTo>
                        <a:cubicBezTo>
                          <a:pt x="147" y="15"/>
                          <a:pt x="146" y="14"/>
                          <a:pt x="145" y="14"/>
                        </a:cubicBezTo>
                        <a:cubicBezTo>
                          <a:pt x="143" y="13"/>
                          <a:pt x="145" y="9"/>
                          <a:pt x="141" y="10"/>
                        </a:cubicBezTo>
                        <a:cubicBezTo>
                          <a:pt x="140" y="10"/>
                          <a:pt x="140" y="12"/>
                          <a:pt x="140" y="13"/>
                        </a:cubicBezTo>
                        <a:cubicBezTo>
                          <a:pt x="139" y="14"/>
                          <a:pt x="139" y="14"/>
                          <a:pt x="139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6" y="16"/>
                          <a:pt x="126" y="16"/>
                          <a:pt x="126" y="16"/>
                        </a:cubicBezTo>
                        <a:cubicBezTo>
                          <a:pt x="126" y="12"/>
                          <a:pt x="124" y="11"/>
                          <a:pt x="121" y="11"/>
                        </a:cubicBezTo>
                        <a:cubicBezTo>
                          <a:pt x="119" y="10"/>
                          <a:pt x="119" y="16"/>
                          <a:pt x="121" y="15"/>
                        </a:cubicBezTo>
                        <a:cubicBezTo>
                          <a:pt x="108" y="17"/>
                          <a:pt x="92" y="15"/>
                          <a:pt x="78" y="16"/>
                        </a:cubicBezTo>
                        <a:cubicBezTo>
                          <a:pt x="77" y="15"/>
                          <a:pt x="79" y="12"/>
                          <a:pt x="77" y="12"/>
                        </a:cubicBezTo>
                        <a:cubicBezTo>
                          <a:pt x="74" y="12"/>
                          <a:pt x="74" y="12"/>
                          <a:pt x="74" y="12"/>
                        </a:cubicBezTo>
                        <a:cubicBezTo>
                          <a:pt x="73" y="10"/>
                          <a:pt x="73" y="10"/>
                          <a:pt x="73" y="10"/>
                        </a:cubicBezTo>
                        <a:cubicBezTo>
                          <a:pt x="72" y="11"/>
                          <a:pt x="72" y="11"/>
                          <a:pt x="72" y="11"/>
                        </a:cubicBezTo>
                        <a:cubicBezTo>
                          <a:pt x="72" y="9"/>
                          <a:pt x="72" y="9"/>
                          <a:pt x="72" y="9"/>
                        </a:cubicBezTo>
                        <a:cubicBezTo>
                          <a:pt x="70" y="9"/>
                          <a:pt x="70" y="10"/>
                          <a:pt x="70" y="12"/>
                        </a:cubicBezTo>
                        <a:cubicBezTo>
                          <a:pt x="67" y="12"/>
                          <a:pt x="67" y="10"/>
                          <a:pt x="64" y="11"/>
                        </a:cubicBezTo>
                        <a:cubicBezTo>
                          <a:pt x="61" y="13"/>
                          <a:pt x="65" y="14"/>
                          <a:pt x="60" y="13"/>
                        </a:cubicBezTo>
                        <a:cubicBezTo>
                          <a:pt x="58" y="13"/>
                          <a:pt x="58" y="15"/>
                          <a:pt x="56" y="16"/>
                        </a:cubicBezTo>
                        <a:cubicBezTo>
                          <a:pt x="35" y="16"/>
                          <a:pt x="35" y="16"/>
                          <a:pt x="35" y="16"/>
                        </a:cubicBezTo>
                        <a:cubicBezTo>
                          <a:pt x="32" y="15"/>
                          <a:pt x="35" y="14"/>
                          <a:pt x="30" y="15"/>
                        </a:cubicBezTo>
                        <a:cubicBezTo>
                          <a:pt x="31" y="14"/>
                          <a:pt x="31" y="14"/>
                          <a:pt x="31" y="14"/>
                        </a:cubicBezTo>
                        <a:cubicBezTo>
                          <a:pt x="29" y="13"/>
                          <a:pt x="29" y="13"/>
                          <a:pt x="29" y="13"/>
                        </a:cubicBezTo>
                        <a:cubicBezTo>
                          <a:pt x="28" y="7"/>
                          <a:pt x="26" y="9"/>
                          <a:pt x="27" y="13"/>
                        </a:cubicBezTo>
                        <a:cubicBezTo>
                          <a:pt x="29" y="13"/>
                          <a:pt x="29" y="14"/>
                          <a:pt x="29" y="14"/>
                        </a:cubicBezTo>
                        <a:cubicBezTo>
                          <a:pt x="30" y="15"/>
                          <a:pt x="30" y="15"/>
                          <a:pt x="30" y="15"/>
                        </a:cubicBezTo>
                        <a:cubicBezTo>
                          <a:pt x="29" y="17"/>
                          <a:pt x="23" y="15"/>
                          <a:pt x="20" y="16"/>
                        </a:cubicBezTo>
                        <a:cubicBezTo>
                          <a:pt x="20" y="15"/>
                          <a:pt x="20" y="15"/>
                          <a:pt x="20" y="15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20" y="12"/>
                          <a:pt x="19" y="12"/>
                          <a:pt x="19" y="11"/>
                        </a:cubicBezTo>
                        <a:cubicBezTo>
                          <a:pt x="20" y="10"/>
                          <a:pt x="20" y="10"/>
                          <a:pt x="20" y="10"/>
                        </a:cubicBezTo>
                        <a:cubicBezTo>
                          <a:pt x="19" y="8"/>
                          <a:pt x="19" y="8"/>
                          <a:pt x="19" y="8"/>
                        </a:cubicBezTo>
                        <a:cubicBezTo>
                          <a:pt x="20" y="8"/>
                          <a:pt x="20" y="8"/>
                          <a:pt x="20" y="7"/>
                        </a:cubicBezTo>
                        <a:cubicBezTo>
                          <a:pt x="20" y="7"/>
                          <a:pt x="16" y="5"/>
                          <a:pt x="16" y="7"/>
                        </a:cubicBezTo>
                        <a:cubicBezTo>
                          <a:pt x="16" y="8"/>
                          <a:pt x="17" y="8"/>
                          <a:pt x="17" y="8"/>
                        </a:cubicBezTo>
                        <a:cubicBezTo>
                          <a:pt x="17" y="10"/>
                          <a:pt x="17" y="10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6" y="13"/>
                          <a:pt x="16" y="12"/>
                          <a:pt x="17" y="15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6" y="16"/>
                          <a:pt x="16" y="16"/>
                          <a:pt x="16" y="16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2"/>
                          <a:pt x="1" y="11"/>
                          <a:pt x="3" y="10"/>
                        </a:cubicBezTo>
                        <a:cubicBezTo>
                          <a:pt x="0" y="10"/>
                          <a:pt x="0" y="6"/>
                          <a:pt x="0" y="2"/>
                        </a:cubicBezTo>
                        <a:cubicBezTo>
                          <a:pt x="13" y="3"/>
                          <a:pt x="29" y="0"/>
                          <a:pt x="39" y="4"/>
                        </a:cubicBezTo>
                        <a:cubicBezTo>
                          <a:pt x="44" y="1"/>
                          <a:pt x="52" y="2"/>
                          <a:pt x="56" y="5"/>
                        </a:cubicBezTo>
                        <a:cubicBezTo>
                          <a:pt x="59" y="1"/>
                          <a:pt x="68" y="3"/>
                          <a:pt x="75" y="2"/>
                        </a:cubicBezTo>
                        <a:cubicBezTo>
                          <a:pt x="75" y="4"/>
                          <a:pt x="75" y="4"/>
                          <a:pt x="75" y="4"/>
                        </a:cubicBezTo>
                        <a:cubicBezTo>
                          <a:pt x="76" y="5"/>
                          <a:pt x="76" y="5"/>
                          <a:pt x="76" y="5"/>
                        </a:cubicBezTo>
                        <a:cubicBezTo>
                          <a:pt x="75" y="9"/>
                          <a:pt x="82" y="6"/>
                          <a:pt x="84" y="8"/>
                        </a:cubicBezTo>
                        <a:cubicBezTo>
                          <a:pt x="85" y="6"/>
                          <a:pt x="83" y="7"/>
                          <a:pt x="83" y="5"/>
                        </a:cubicBezTo>
                        <a:cubicBezTo>
                          <a:pt x="84" y="4"/>
                          <a:pt x="84" y="4"/>
                          <a:pt x="84" y="4"/>
                        </a:cubicBezTo>
                        <a:cubicBezTo>
                          <a:pt x="84" y="2"/>
                          <a:pt x="84" y="2"/>
                          <a:pt x="84" y="2"/>
                        </a:cubicBezTo>
                        <a:cubicBezTo>
                          <a:pt x="91" y="3"/>
                          <a:pt x="91" y="3"/>
                          <a:pt x="97" y="2"/>
                        </a:cubicBezTo>
                        <a:cubicBezTo>
                          <a:pt x="97" y="4"/>
                          <a:pt x="97" y="4"/>
                          <a:pt x="97" y="4"/>
                        </a:cubicBezTo>
                        <a:cubicBezTo>
                          <a:pt x="98" y="4"/>
                          <a:pt x="98" y="4"/>
                          <a:pt x="98" y="4"/>
                        </a:cubicBezTo>
                        <a:cubicBezTo>
                          <a:pt x="99" y="13"/>
                          <a:pt x="109" y="9"/>
                          <a:pt x="114" y="13"/>
                        </a:cubicBezTo>
                        <a:cubicBezTo>
                          <a:pt x="114" y="7"/>
                          <a:pt x="114" y="7"/>
                          <a:pt x="114" y="7"/>
                        </a:cubicBezTo>
                        <a:cubicBezTo>
                          <a:pt x="112" y="5"/>
                          <a:pt x="109" y="5"/>
                          <a:pt x="107" y="4"/>
                        </a:cubicBezTo>
                        <a:cubicBezTo>
                          <a:pt x="108" y="4"/>
                          <a:pt x="108" y="4"/>
                          <a:pt x="108" y="4"/>
                        </a:cubicBezTo>
                        <a:lnTo>
                          <a:pt x="108" y="2"/>
                        </a:lnTo>
                        <a:close/>
                        <a:moveTo>
                          <a:pt x="90" y="13"/>
                        </a:moveTo>
                        <a:cubicBezTo>
                          <a:pt x="93" y="12"/>
                          <a:pt x="96" y="7"/>
                          <a:pt x="92" y="6"/>
                        </a:cubicBezTo>
                        <a:cubicBezTo>
                          <a:pt x="92" y="9"/>
                          <a:pt x="88" y="9"/>
                          <a:pt x="90" y="13"/>
                        </a:cubicBezTo>
                        <a:moveTo>
                          <a:pt x="52" y="13"/>
                        </a:moveTo>
                        <a:cubicBezTo>
                          <a:pt x="53" y="8"/>
                          <a:pt x="47" y="6"/>
                          <a:pt x="45" y="8"/>
                        </a:cubicBezTo>
                        <a:cubicBezTo>
                          <a:pt x="49" y="8"/>
                          <a:pt x="48" y="13"/>
                          <a:pt x="52" y="13"/>
                        </a:cubicBezTo>
                        <a:moveTo>
                          <a:pt x="133" y="11"/>
                        </a:moveTo>
                        <a:cubicBezTo>
                          <a:pt x="133" y="7"/>
                          <a:pt x="129" y="9"/>
                          <a:pt x="127" y="7"/>
                        </a:cubicBezTo>
                        <a:cubicBezTo>
                          <a:pt x="127" y="11"/>
                          <a:pt x="129" y="11"/>
                          <a:pt x="133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5" name="Freeform 336"/>
                  <p:cNvSpPr>
                    <a:spLocks/>
                  </p:cNvSpPr>
                  <p:nvPr/>
                </p:nvSpPr>
                <p:spPr bwMode="auto">
                  <a:xfrm>
                    <a:off x="917" y="882"/>
                    <a:ext cx="13" cy="20"/>
                  </a:xfrm>
                  <a:custGeom>
                    <a:avLst/>
                    <a:gdLst>
                      <a:gd name="T0" fmla="*/ 1 w 9"/>
                      <a:gd name="T1" fmla="*/ 12 h 14"/>
                      <a:gd name="T2" fmla="*/ 0 w 9"/>
                      <a:gd name="T3" fmla="*/ 11 h 14"/>
                      <a:gd name="T4" fmla="*/ 3 w 9"/>
                      <a:gd name="T5" fmla="*/ 0 h 14"/>
                      <a:gd name="T6" fmla="*/ 8 w 9"/>
                      <a:gd name="T7" fmla="*/ 0 h 14"/>
                      <a:gd name="T8" fmla="*/ 7 w 9"/>
                      <a:gd name="T9" fmla="*/ 2 h 14"/>
                      <a:gd name="T10" fmla="*/ 9 w 9"/>
                      <a:gd name="T11" fmla="*/ 2 h 14"/>
                      <a:gd name="T12" fmla="*/ 8 w 9"/>
                      <a:gd name="T13" fmla="*/ 14 h 14"/>
                      <a:gd name="T14" fmla="*/ 1 w 9"/>
                      <a:gd name="T15" fmla="*/ 14 h 14"/>
                      <a:gd name="T16" fmla="*/ 1 w 9"/>
                      <a:gd name="T17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" h="14">
                        <a:moveTo>
                          <a:pt x="1" y="12"/>
                        </a:moveTo>
                        <a:cubicBezTo>
                          <a:pt x="0" y="11"/>
                          <a:pt x="0" y="11"/>
                          <a:pt x="0" y="11"/>
                        </a:cubicBezTo>
                        <a:cubicBezTo>
                          <a:pt x="1" y="8"/>
                          <a:pt x="2" y="4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8" y="7"/>
                          <a:pt x="8" y="8"/>
                          <a:pt x="8" y="14"/>
                        </a:cubicBezTo>
                        <a:cubicBezTo>
                          <a:pt x="1" y="14"/>
                          <a:pt x="1" y="14"/>
                          <a:pt x="1" y="14"/>
                        </a:cubicBezTo>
                        <a:lnTo>
                          <a:pt x="1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6" name="Freeform 337"/>
                  <p:cNvSpPr>
                    <a:spLocks/>
                  </p:cNvSpPr>
                  <p:nvPr/>
                </p:nvSpPr>
                <p:spPr bwMode="auto">
                  <a:xfrm>
                    <a:off x="933" y="880"/>
                    <a:ext cx="123" cy="25"/>
                  </a:xfrm>
                  <a:custGeom>
                    <a:avLst/>
                    <a:gdLst>
                      <a:gd name="T0" fmla="*/ 2 w 84"/>
                      <a:gd name="T1" fmla="*/ 3 h 17"/>
                      <a:gd name="T2" fmla="*/ 2 w 84"/>
                      <a:gd name="T3" fmla="*/ 1 h 17"/>
                      <a:gd name="T4" fmla="*/ 20 w 84"/>
                      <a:gd name="T5" fmla="*/ 5 h 17"/>
                      <a:gd name="T6" fmla="*/ 21 w 84"/>
                      <a:gd name="T7" fmla="*/ 1 h 17"/>
                      <a:gd name="T8" fmla="*/ 27 w 84"/>
                      <a:gd name="T9" fmla="*/ 1 h 17"/>
                      <a:gd name="T10" fmla="*/ 36 w 84"/>
                      <a:gd name="T11" fmla="*/ 5 h 17"/>
                      <a:gd name="T12" fmla="*/ 41 w 84"/>
                      <a:gd name="T13" fmla="*/ 12 h 17"/>
                      <a:gd name="T14" fmla="*/ 35 w 84"/>
                      <a:gd name="T15" fmla="*/ 2 h 17"/>
                      <a:gd name="T16" fmla="*/ 58 w 84"/>
                      <a:gd name="T17" fmla="*/ 4 h 17"/>
                      <a:gd name="T18" fmla="*/ 57 w 84"/>
                      <a:gd name="T19" fmla="*/ 2 h 17"/>
                      <a:gd name="T20" fmla="*/ 79 w 84"/>
                      <a:gd name="T21" fmla="*/ 1 h 17"/>
                      <a:gd name="T22" fmla="*/ 79 w 84"/>
                      <a:gd name="T23" fmla="*/ 3 h 17"/>
                      <a:gd name="T24" fmla="*/ 80 w 84"/>
                      <a:gd name="T25" fmla="*/ 4 h 17"/>
                      <a:gd name="T26" fmla="*/ 78 w 84"/>
                      <a:gd name="T27" fmla="*/ 10 h 17"/>
                      <a:gd name="T28" fmla="*/ 84 w 84"/>
                      <a:gd name="T29" fmla="*/ 12 h 17"/>
                      <a:gd name="T30" fmla="*/ 82 w 84"/>
                      <a:gd name="T31" fmla="*/ 13 h 17"/>
                      <a:gd name="T32" fmla="*/ 83 w 84"/>
                      <a:gd name="T33" fmla="*/ 15 h 17"/>
                      <a:gd name="T34" fmla="*/ 70 w 84"/>
                      <a:gd name="T35" fmla="*/ 15 h 17"/>
                      <a:gd name="T36" fmla="*/ 70 w 84"/>
                      <a:gd name="T37" fmla="*/ 13 h 17"/>
                      <a:gd name="T38" fmla="*/ 69 w 84"/>
                      <a:gd name="T39" fmla="*/ 12 h 17"/>
                      <a:gd name="T40" fmla="*/ 73 w 84"/>
                      <a:gd name="T41" fmla="*/ 6 h 17"/>
                      <a:gd name="T42" fmla="*/ 69 w 84"/>
                      <a:gd name="T43" fmla="*/ 7 h 17"/>
                      <a:gd name="T44" fmla="*/ 67 w 84"/>
                      <a:gd name="T45" fmla="*/ 11 h 17"/>
                      <a:gd name="T46" fmla="*/ 62 w 84"/>
                      <a:gd name="T47" fmla="*/ 7 h 17"/>
                      <a:gd name="T48" fmla="*/ 60 w 84"/>
                      <a:gd name="T49" fmla="*/ 12 h 17"/>
                      <a:gd name="T50" fmla="*/ 59 w 84"/>
                      <a:gd name="T51" fmla="*/ 13 h 17"/>
                      <a:gd name="T52" fmla="*/ 60 w 84"/>
                      <a:gd name="T53" fmla="*/ 15 h 17"/>
                      <a:gd name="T54" fmla="*/ 35 w 84"/>
                      <a:gd name="T55" fmla="*/ 14 h 17"/>
                      <a:gd name="T56" fmla="*/ 35 w 84"/>
                      <a:gd name="T57" fmla="*/ 13 h 17"/>
                      <a:gd name="T58" fmla="*/ 34 w 84"/>
                      <a:gd name="T59" fmla="*/ 12 h 17"/>
                      <a:gd name="T60" fmla="*/ 30 w 84"/>
                      <a:gd name="T61" fmla="*/ 12 h 17"/>
                      <a:gd name="T62" fmla="*/ 32 w 84"/>
                      <a:gd name="T63" fmla="*/ 12 h 17"/>
                      <a:gd name="T64" fmla="*/ 32 w 84"/>
                      <a:gd name="T65" fmla="*/ 14 h 17"/>
                      <a:gd name="T66" fmla="*/ 32 w 84"/>
                      <a:gd name="T67" fmla="*/ 15 h 17"/>
                      <a:gd name="T68" fmla="*/ 26 w 84"/>
                      <a:gd name="T69" fmla="*/ 13 h 17"/>
                      <a:gd name="T70" fmla="*/ 26 w 84"/>
                      <a:gd name="T71" fmla="*/ 12 h 17"/>
                      <a:gd name="T72" fmla="*/ 25 w 84"/>
                      <a:gd name="T73" fmla="*/ 12 h 17"/>
                      <a:gd name="T74" fmla="*/ 25 w 84"/>
                      <a:gd name="T75" fmla="*/ 6 h 17"/>
                      <a:gd name="T76" fmla="*/ 23 w 84"/>
                      <a:gd name="T77" fmla="*/ 6 h 17"/>
                      <a:gd name="T78" fmla="*/ 24 w 84"/>
                      <a:gd name="T79" fmla="*/ 12 h 17"/>
                      <a:gd name="T80" fmla="*/ 24 w 84"/>
                      <a:gd name="T81" fmla="*/ 13 h 17"/>
                      <a:gd name="T82" fmla="*/ 26 w 84"/>
                      <a:gd name="T83" fmla="*/ 13 h 17"/>
                      <a:gd name="T84" fmla="*/ 20 w 84"/>
                      <a:gd name="T85" fmla="*/ 15 h 17"/>
                      <a:gd name="T86" fmla="*/ 16 w 84"/>
                      <a:gd name="T87" fmla="*/ 8 h 17"/>
                      <a:gd name="T88" fmla="*/ 13 w 84"/>
                      <a:gd name="T89" fmla="*/ 15 h 17"/>
                      <a:gd name="T90" fmla="*/ 4 w 84"/>
                      <a:gd name="T91" fmla="*/ 10 h 17"/>
                      <a:gd name="T92" fmla="*/ 4 w 84"/>
                      <a:gd name="T93" fmla="*/ 9 h 17"/>
                      <a:gd name="T94" fmla="*/ 3 w 84"/>
                      <a:gd name="T95" fmla="*/ 8 h 17"/>
                      <a:gd name="T96" fmla="*/ 1 w 84"/>
                      <a:gd name="T97" fmla="*/ 3 h 17"/>
                      <a:gd name="T98" fmla="*/ 2 w 84"/>
                      <a:gd name="T99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84" h="17">
                        <a:moveTo>
                          <a:pt x="2" y="3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0" y="1"/>
                          <a:pt x="16" y="2"/>
                          <a:pt x="20" y="5"/>
                        </a:cubicBezTo>
                        <a:cubicBezTo>
                          <a:pt x="21" y="4"/>
                          <a:pt x="21" y="3"/>
                          <a:pt x="21" y="1"/>
                        </a:cubicBezTo>
                        <a:cubicBezTo>
                          <a:pt x="24" y="0"/>
                          <a:pt x="26" y="5"/>
                          <a:pt x="27" y="1"/>
                        </a:cubicBezTo>
                        <a:cubicBezTo>
                          <a:pt x="29" y="3"/>
                          <a:pt x="32" y="5"/>
                          <a:pt x="36" y="5"/>
                        </a:cubicBezTo>
                        <a:cubicBezTo>
                          <a:pt x="35" y="9"/>
                          <a:pt x="37" y="11"/>
                          <a:pt x="41" y="12"/>
                        </a:cubicBezTo>
                        <a:cubicBezTo>
                          <a:pt x="45" y="6"/>
                          <a:pt x="37" y="5"/>
                          <a:pt x="35" y="2"/>
                        </a:cubicBezTo>
                        <a:cubicBezTo>
                          <a:pt x="41" y="1"/>
                          <a:pt x="55" y="0"/>
                          <a:pt x="58" y="4"/>
                        </a:cubicBezTo>
                        <a:cubicBezTo>
                          <a:pt x="59" y="4"/>
                          <a:pt x="58" y="2"/>
                          <a:pt x="57" y="2"/>
                        </a:cubicBezTo>
                        <a:cubicBezTo>
                          <a:pt x="63" y="0"/>
                          <a:pt x="72" y="2"/>
                          <a:pt x="79" y="1"/>
                        </a:cubicBezTo>
                        <a:cubicBezTo>
                          <a:pt x="79" y="3"/>
                          <a:pt x="79" y="3"/>
                          <a:pt x="79" y="3"/>
                        </a:cubicBezTo>
                        <a:cubicBezTo>
                          <a:pt x="80" y="4"/>
                          <a:pt x="80" y="4"/>
                          <a:pt x="80" y="4"/>
                        </a:cubicBezTo>
                        <a:cubicBezTo>
                          <a:pt x="82" y="8"/>
                          <a:pt x="80" y="7"/>
                          <a:pt x="78" y="10"/>
                        </a:cubicBezTo>
                        <a:cubicBezTo>
                          <a:pt x="82" y="9"/>
                          <a:pt x="83" y="10"/>
                          <a:pt x="84" y="12"/>
                        </a:cubicBezTo>
                        <a:cubicBezTo>
                          <a:pt x="82" y="13"/>
                          <a:pt x="82" y="13"/>
                          <a:pt x="82" y="13"/>
                        </a:cubicBezTo>
                        <a:cubicBezTo>
                          <a:pt x="83" y="15"/>
                          <a:pt x="83" y="15"/>
                          <a:pt x="83" y="15"/>
                        </a:cubicBezTo>
                        <a:cubicBezTo>
                          <a:pt x="70" y="15"/>
                          <a:pt x="70" y="15"/>
                          <a:pt x="70" y="15"/>
                        </a:cubicBezTo>
                        <a:cubicBezTo>
                          <a:pt x="70" y="13"/>
                          <a:pt x="70" y="13"/>
                          <a:pt x="70" y="13"/>
                        </a:cubicBezTo>
                        <a:cubicBezTo>
                          <a:pt x="69" y="12"/>
                          <a:pt x="69" y="12"/>
                          <a:pt x="69" y="12"/>
                        </a:cubicBezTo>
                        <a:cubicBezTo>
                          <a:pt x="69" y="10"/>
                          <a:pt x="75" y="8"/>
                          <a:pt x="73" y="6"/>
                        </a:cubicBezTo>
                        <a:cubicBezTo>
                          <a:pt x="73" y="7"/>
                          <a:pt x="71" y="7"/>
                          <a:pt x="69" y="7"/>
                        </a:cubicBezTo>
                        <a:cubicBezTo>
                          <a:pt x="69" y="9"/>
                          <a:pt x="69" y="10"/>
                          <a:pt x="67" y="11"/>
                        </a:cubicBezTo>
                        <a:cubicBezTo>
                          <a:pt x="65" y="10"/>
                          <a:pt x="64" y="8"/>
                          <a:pt x="62" y="7"/>
                        </a:cubicBezTo>
                        <a:cubicBezTo>
                          <a:pt x="63" y="10"/>
                          <a:pt x="61" y="11"/>
                          <a:pt x="60" y="12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60" y="15"/>
                          <a:pt x="60" y="15"/>
                          <a:pt x="60" y="15"/>
                        </a:cubicBezTo>
                        <a:cubicBezTo>
                          <a:pt x="51" y="14"/>
                          <a:pt x="41" y="16"/>
                          <a:pt x="35" y="14"/>
                        </a:cubicBezTo>
                        <a:cubicBezTo>
                          <a:pt x="35" y="13"/>
                          <a:pt x="35" y="13"/>
                          <a:pt x="35" y="13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4" y="10"/>
                          <a:pt x="30" y="9"/>
                          <a:pt x="30" y="12"/>
                        </a:cubicBezTo>
                        <a:cubicBezTo>
                          <a:pt x="31" y="12"/>
                          <a:pt x="31" y="12"/>
                          <a:pt x="32" y="12"/>
                        </a:cubicBezTo>
                        <a:cubicBezTo>
                          <a:pt x="32" y="14"/>
                          <a:pt x="32" y="14"/>
                          <a:pt x="32" y="14"/>
                        </a:cubicBezTo>
                        <a:cubicBezTo>
                          <a:pt x="32" y="15"/>
                          <a:pt x="32" y="15"/>
                          <a:pt x="32" y="15"/>
                        </a:cubicBezTo>
                        <a:cubicBezTo>
                          <a:pt x="29" y="15"/>
                          <a:pt x="27" y="15"/>
                          <a:pt x="26" y="13"/>
                        </a:cubicBezTo>
                        <a:cubicBezTo>
                          <a:pt x="26" y="12"/>
                          <a:pt x="26" y="12"/>
                          <a:pt x="26" y="12"/>
                        </a:cubicBezTo>
                        <a:cubicBezTo>
                          <a:pt x="25" y="12"/>
                          <a:pt x="25" y="12"/>
                          <a:pt x="25" y="12"/>
                        </a:cubicBezTo>
                        <a:cubicBezTo>
                          <a:pt x="25" y="6"/>
                          <a:pt x="25" y="6"/>
                          <a:pt x="25" y="6"/>
                        </a:cubicBezTo>
                        <a:cubicBezTo>
                          <a:pt x="23" y="6"/>
                          <a:pt x="23" y="6"/>
                          <a:pt x="23" y="6"/>
                        </a:cubicBezTo>
                        <a:cubicBezTo>
                          <a:pt x="23" y="8"/>
                          <a:pt x="21" y="12"/>
                          <a:pt x="24" y="12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7" y="17"/>
                          <a:pt x="22" y="14"/>
                          <a:pt x="20" y="15"/>
                        </a:cubicBezTo>
                        <a:cubicBezTo>
                          <a:pt x="20" y="12"/>
                          <a:pt x="18" y="10"/>
                          <a:pt x="16" y="8"/>
                        </a:cubicBezTo>
                        <a:cubicBezTo>
                          <a:pt x="14" y="10"/>
                          <a:pt x="17" y="14"/>
                          <a:pt x="13" y="15"/>
                        </a:cubicBezTo>
                        <a:cubicBezTo>
                          <a:pt x="7" y="16"/>
                          <a:pt x="10" y="8"/>
                          <a:pt x="4" y="10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7"/>
                          <a:pt x="0" y="6"/>
                          <a:pt x="1" y="3"/>
                        </a:cubicBezTo>
                        <a:lnTo>
                          <a:pt x="2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338"/>
                  <p:cNvSpPr>
                    <a:spLocks noEditPoints="1"/>
                  </p:cNvSpPr>
                  <p:nvPr/>
                </p:nvSpPr>
                <p:spPr bwMode="auto">
                  <a:xfrm>
                    <a:off x="1056" y="879"/>
                    <a:ext cx="241" cy="25"/>
                  </a:xfrm>
                  <a:custGeom>
                    <a:avLst/>
                    <a:gdLst>
                      <a:gd name="T0" fmla="*/ 3 w 165"/>
                      <a:gd name="T1" fmla="*/ 6 h 17"/>
                      <a:gd name="T2" fmla="*/ 14 w 165"/>
                      <a:gd name="T3" fmla="*/ 5 h 17"/>
                      <a:gd name="T4" fmla="*/ 25 w 165"/>
                      <a:gd name="T5" fmla="*/ 4 h 17"/>
                      <a:gd name="T6" fmla="*/ 32 w 165"/>
                      <a:gd name="T7" fmla="*/ 8 h 17"/>
                      <a:gd name="T8" fmla="*/ 32 w 165"/>
                      <a:gd name="T9" fmla="*/ 4 h 17"/>
                      <a:gd name="T10" fmla="*/ 64 w 165"/>
                      <a:gd name="T11" fmla="*/ 3 h 17"/>
                      <a:gd name="T12" fmla="*/ 63 w 165"/>
                      <a:gd name="T13" fmla="*/ 6 h 17"/>
                      <a:gd name="T14" fmla="*/ 59 w 165"/>
                      <a:gd name="T15" fmla="*/ 5 h 17"/>
                      <a:gd name="T16" fmla="*/ 59 w 165"/>
                      <a:gd name="T17" fmla="*/ 9 h 17"/>
                      <a:gd name="T18" fmla="*/ 60 w 165"/>
                      <a:gd name="T19" fmla="*/ 8 h 17"/>
                      <a:gd name="T20" fmla="*/ 65 w 165"/>
                      <a:gd name="T21" fmla="*/ 6 h 17"/>
                      <a:gd name="T22" fmla="*/ 66 w 165"/>
                      <a:gd name="T23" fmla="*/ 3 h 17"/>
                      <a:gd name="T24" fmla="*/ 69 w 165"/>
                      <a:gd name="T25" fmla="*/ 8 h 17"/>
                      <a:gd name="T26" fmla="*/ 85 w 165"/>
                      <a:gd name="T27" fmla="*/ 5 h 17"/>
                      <a:gd name="T28" fmla="*/ 94 w 165"/>
                      <a:gd name="T29" fmla="*/ 7 h 17"/>
                      <a:gd name="T30" fmla="*/ 106 w 165"/>
                      <a:gd name="T31" fmla="*/ 7 h 17"/>
                      <a:gd name="T32" fmla="*/ 109 w 165"/>
                      <a:gd name="T33" fmla="*/ 10 h 17"/>
                      <a:gd name="T34" fmla="*/ 109 w 165"/>
                      <a:gd name="T35" fmla="*/ 7 h 17"/>
                      <a:gd name="T36" fmla="*/ 127 w 165"/>
                      <a:gd name="T37" fmla="*/ 2 h 17"/>
                      <a:gd name="T38" fmla="*/ 128 w 165"/>
                      <a:gd name="T39" fmla="*/ 5 h 17"/>
                      <a:gd name="T40" fmla="*/ 128 w 165"/>
                      <a:gd name="T41" fmla="*/ 5 h 17"/>
                      <a:gd name="T42" fmla="*/ 129 w 165"/>
                      <a:gd name="T43" fmla="*/ 2 h 17"/>
                      <a:gd name="T44" fmla="*/ 160 w 165"/>
                      <a:gd name="T45" fmla="*/ 7 h 17"/>
                      <a:gd name="T46" fmla="*/ 163 w 165"/>
                      <a:gd name="T47" fmla="*/ 15 h 17"/>
                      <a:gd name="T48" fmla="*/ 153 w 165"/>
                      <a:gd name="T49" fmla="*/ 16 h 17"/>
                      <a:gd name="T50" fmla="*/ 146 w 165"/>
                      <a:gd name="T51" fmla="*/ 13 h 17"/>
                      <a:gd name="T52" fmla="*/ 143 w 165"/>
                      <a:gd name="T53" fmla="*/ 13 h 17"/>
                      <a:gd name="T54" fmla="*/ 138 w 165"/>
                      <a:gd name="T55" fmla="*/ 14 h 17"/>
                      <a:gd name="T56" fmla="*/ 122 w 165"/>
                      <a:gd name="T57" fmla="*/ 16 h 17"/>
                      <a:gd name="T58" fmla="*/ 116 w 165"/>
                      <a:gd name="T59" fmla="*/ 15 h 17"/>
                      <a:gd name="T60" fmla="*/ 106 w 165"/>
                      <a:gd name="T61" fmla="*/ 16 h 17"/>
                      <a:gd name="T62" fmla="*/ 56 w 165"/>
                      <a:gd name="T63" fmla="*/ 14 h 17"/>
                      <a:gd name="T64" fmla="*/ 44 w 165"/>
                      <a:gd name="T65" fmla="*/ 10 h 17"/>
                      <a:gd name="T66" fmla="*/ 1 w 165"/>
                      <a:gd name="T67" fmla="*/ 16 h 17"/>
                      <a:gd name="T68" fmla="*/ 0 w 165"/>
                      <a:gd name="T69" fmla="*/ 13 h 17"/>
                      <a:gd name="T70" fmla="*/ 2 w 165"/>
                      <a:gd name="T71" fmla="*/ 8 h 17"/>
                      <a:gd name="T72" fmla="*/ 9 w 165"/>
                      <a:gd name="T73" fmla="*/ 13 h 17"/>
                      <a:gd name="T74" fmla="*/ 9 w 165"/>
                      <a:gd name="T75" fmla="*/ 1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65" h="17">
                        <a:moveTo>
                          <a:pt x="3" y="7"/>
                        </a:move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7" y="6"/>
                          <a:pt x="10" y="5"/>
                          <a:pt x="11" y="2"/>
                        </a:cubicBezTo>
                        <a:cubicBezTo>
                          <a:pt x="14" y="1"/>
                          <a:pt x="13" y="4"/>
                          <a:pt x="14" y="5"/>
                        </a:cubicBezTo>
                        <a:cubicBezTo>
                          <a:pt x="15" y="1"/>
                          <a:pt x="21" y="3"/>
                          <a:pt x="25" y="2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26" y="4"/>
                          <a:pt x="26" y="4"/>
                          <a:pt x="26" y="4"/>
                        </a:cubicBezTo>
                        <a:cubicBezTo>
                          <a:pt x="26" y="8"/>
                          <a:pt x="28" y="9"/>
                          <a:pt x="32" y="8"/>
                        </a:cubicBezTo>
                        <a:cubicBezTo>
                          <a:pt x="33" y="6"/>
                          <a:pt x="31" y="6"/>
                          <a:pt x="31" y="4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31" y="2"/>
                          <a:pt x="31" y="2"/>
                          <a:pt x="31" y="2"/>
                        </a:cubicBezTo>
                        <a:cubicBezTo>
                          <a:pt x="42" y="3"/>
                          <a:pt x="55" y="1"/>
                          <a:pt x="64" y="3"/>
                        </a:cubicBezTo>
                        <a:cubicBezTo>
                          <a:pt x="63" y="4"/>
                          <a:pt x="63" y="4"/>
                          <a:pt x="63" y="4"/>
                        </a:cubicBezTo>
                        <a:cubicBezTo>
                          <a:pt x="63" y="6"/>
                          <a:pt x="63" y="6"/>
                          <a:pt x="63" y="6"/>
                        </a:cubicBezTo>
                        <a:cubicBezTo>
                          <a:pt x="61" y="6"/>
                          <a:pt x="61" y="6"/>
                          <a:pt x="61" y="6"/>
                        </a:cubicBezTo>
                        <a:cubicBezTo>
                          <a:pt x="59" y="5"/>
                          <a:pt x="59" y="5"/>
                          <a:pt x="59" y="5"/>
                        </a:cubicBezTo>
                        <a:cubicBezTo>
                          <a:pt x="57" y="7"/>
                          <a:pt x="57" y="7"/>
                          <a:pt x="57" y="7"/>
                        </a:cubicBezTo>
                        <a:cubicBezTo>
                          <a:pt x="55" y="6"/>
                          <a:pt x="58" y="12"/>
                          <a:pt x="59" y="9"/>
                        </a:cubicBezTo>
                        <a:cubicBezTo>
                          <a:pt x="58" y="9"/>
                          <a:pt x="58" y="8"/>
                          <a:pt x="58" y="7"/>
                        </a:cubicBezTo>
                        <a:cubicBezTo>
                          <a:pt x="60" y="8"/>
                          <a:pt x="60" y="8"/>
                          <a:pt x="60" y="8"/>
                        </a:cubicBezTo>
                        <a:cubicBezTo>
                          <a:pt x="61" y="7"/>
                          <a:pt x="61" y="7"/>
                          <a:pt x="61" y="7"/>
                        </a:cubicBezTo>
                        <a:cubicBezTo>
                          <a:pt x="62" y="6"/>
                          <a:pt x="65" y="8"/>
                          <a:pt x="65" y="6"/>
                        </a:cubicBezTo>
                        <a:cubicBezTo>
                          <a:pt x="66" y="5"/>
                          <a:pt x="66" y="5"/>
                          <a:pt x="66" y="5"/>
                        </a:cubicBezTo>
                        <a:cubicBezTo>
                          <a:pt x="66" y="3"/>
                          <a:pt x="66" y="3"/>
                          <a:pt x="66" y="3"/>
                        </a:cubicBezTo>
                        <a:cubicBezTo>
                          <a:pt x="69" y="3"/>
                          <a:pt x="70" y="2"/>
                          <a:pt x="73" y="2"/>
                        </a:cubicBezTo>
                        <a:cubicBezTo>
                          <a:pt x="74" y="6"/>
                          <a:pt x="70" y="5"/>
                          <a:pt x="69" y="8"/>
                        </a:cubicBezTo>
                        <a:cubicBezTo>
                          <a:pt x="73" y="11"/>
                          <a:pt x="76" y="7"/>
                          <a:pt x="75" y="2"/>
                        </a:cubicBezTo>
                        <a:cubicBezTo>
                          <a:pt x="79" y="2"/>
                          <a:pt x="84" y="1"/>
                          <a:pt x="85" y="5"/>
                        </a:cubicBezTo>
                        <a:cubicBezTo>
                          <a:pt x="90" y="6"/>
                          <a:pt x="88" y="1"/>
                          <a:pt x="94" y="2"/>
                        </a:cubicBezTo>
                        <a:cubicBezTo>
                          <a:pt x="96" y="4"/>
                          <a:pt x="94" y="5"/>
                          <a:pt x="94" y="7"/>
                        </a:cubicBezTo>
                        <a:cubicBezTo>
                          <a:pt x="99" y="8"/>
                          <a:pt x="101" y="6"/>
                          <a:pt x="106" y="6"/>
                        </a:cubicBezTo>
                        <a:cubicBezTo>
                          <a:pt x="106" y="7"/>
                          <a:pt x="106" y="7"/>
                          <a:pt x="106" y="7"/>
                        </a:cubicBezTo>
                        <a:cubicBezTo>
                          <a:pt x="107" y="7"/>
                          <a:pt x="107" y="7"/>
                          <a:pt x="107" y="7"/>
                        </a:cubicBezTo>
                        <a:cubicBezTo>
                          <a:pt x="107" y="8"/>
                          <a:pt x="106" y="11"/>
                          <a:pt x="109" y="10"/>
                        </a:cubicBezTo>
                        <a:cubicBezTo>
                          <a:pt x="109" y="8"/>
                          <a:pt x="108" y="8"/>
                          <a:pt x="108" y="7"/>
                        </a:cubicBezTo>
                        <a:cubicBezTo>
                          <a:pt x="109" y="7"/>
                          <a:pt x="109" y="7"/>
                          <a:pt x="109" y="7"/>
                        </a:cubicBezTo>
                        <a:cubicBezTo>
                          <a:pt x="109" y="6"/>
                          <a:pt x="109" y="6"/>
                          <a:pt x="109" y="6"/>
                        </a:cubicBezTo>
                        <a:cubicBezTo>
                          <a:pt x="110" y="0"/>
                          <a:pt x="120" y="3"/>
                          <a:pt x="127" y="2"/>
                        </a:cubicBezTo>
                        <a:cubicBezTo>
                          <a:pt x="126" y="4"/>
                          <a:pt x="126" y="4"/>
                          <a:pt x="126" y="4"/>
                        </a:cubicBezTo>
                        <a:cubicBezTo>
                          <a:pt x="128" y="5"/>
                          <a:pt x="128" y="5"/>
                          <a:pt x="128" y="5"/>
                        </a:cubicBezTo>
                        <a:cubicBezTo>
                          <a:pt x="127" y="7"/>
                          <a:pt x="128" y="8"/>
                          <a:pt x="129" y="8"/>
                        </a:cubicBezTo>
                        <a:cubicBezTo>
                          <a:pt x="130" y="6"/>
                          <a:pt x="129" y="6"/>
                          <a:pt x="128" y="5"/>
                        </a:cubicBezTo>
                        <a:cubicBezTo>
                          <a:pt x="130" y="4"/>
                          <a:pt x="130" y="4"/>
                          <a:pt x="130" y="4"/>
                        </a:cubicBezTo>
                        <a:cubicBezTo>
                          <a:pt x="129" y="2"/>
                          <a:pt x="129" y="2"/>
                          <a:pt x="129" y="2"/>
                        </a:cubicBezTo>
                        <a:cubicBezTo>
                          <a:pt x="156" y="2"/>
                          <a:pt x="156" y="2"/>
                          <a:pt x="156" y="2"/>
                        </a:cubicBezTo>
                        <a:cubicBezTo>
                          <a:pt x="157" y="4"/>
                          <a:pt x="157" y="7"/>
                          <a:pt x="160" y="7"/>
                        </a:cubicBezTo>
                        <a:cubicBezTo>
                          <a:pt x="160" y="11"/>
                          <a:pt x="163" y="12"/>
                          <a:pt x="165" y="14"/>
                        </a:cubicBezTo>
                        <a:cubicBezTo>
                          <a:pt x="163" y="15"/>
                          <a:pt x="163" y="15"/>
                          <a:pt x="163" y="15"/>
                        </a:cubicBezTo>
                        <a:cubicBezTo>
                          <a:pt x="164" y="16"/>
                          <a:pt x="164" y="16"/>
                          <a:pt x="164" y="16"/>
                        </a:cubicBezTo>
                        <a:cubicBezTo>
                          <a:pt x="153" y="16"/>
                          <a:pt x="153" y="16"/>
                          <a:pt x="153" y="16"/>
                        </a:cubicBezTo>
                        <a:cubicBezTo>
                          <a:pt x="153" y="12"/>
                          <a:pt x="152" y="9"/>
                          <a:pt x="149" y="8"/>
                        </a:cubicBezTo>
                        <a:cubicBezTo>
                          <a:pt x="146" y="8"/>
                          <a:pt x="147" y="12"/>
                          <a:pt x="146" y="13"/>
                        </a:cubicBezTo>
                        <a:cubicBezTo>
                          <a:pt x="144" y="13"/>
                          <a:pt x="144" y="13"/>
                          <a:pt x="144" y="13"/>
                        </a:cubicBezTo>
                        <a:cubicBezTo>
                          <a:pt x="143" y="13"/>
                          <a:pt x="143" y="13"/>
                          <a:pt x="143" y="13"/>
                        </a:cubicBezTo>
                        <a:cubicBezTo>
                          <a:pt x="142" y="13"/>
                          <a:pt x="140" y="12"/>
                          <a:pt x="140" y="13"/>
                        </a:cubicBezTo>
                        <a:cubicBezTo>
                          <a:pt x="138" y="14"/>
                          <a:pt x="138" y="14"/>
                          <a:pt x="138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2" y="16"/>
                          <a:pt x="122" y="16"/>
                          <a:pt x="122" y="16"/>
                        </a:cubicBezTo>
                        <a:cubicBezTo>
                          <a:pt x="120" y="16"/>
                          <a:pt x="121" y="12"/>
                          <a:pt x="117" y="13"/>
                        </a:cubicBezTo>
                        <a:cubicBezTo>
                          <a:pt x="116" y="12"/>
                          <a:pt x="112" y="16"/>
                          <a:pt x="116" y="15"/>
                        </a:cubicBezTo>
                        <a:cubicBezTo>
                          <a:pt x="114" y="17"/>
                          <a:pt x="108" y="16"/>
                          <a:pt x="109" y="13"/>
                        </a:cubicBezTo>
                        <a:cubicBezTo>
                          <a:pt x="107" y="14"/>
                          <a:pt x="108" y="16"/>
                          <a:pt x="106" y="16"/>
                        </a:cubicBezTo>
                        <a:cubicBezTo>
                          <a:pt x="89" y="16"/>
                          <a:pt x="71" y="15"/>
                          <a:pt x="55" y="16"/>
                        </a:cubicBezTo>
                        <a:cubicBezTo>
                          <a:pt x="56" y="14"/>
                          <a:pt x="56" y="14"/>
                          <a:pt x="56" y="14"/>
                        </a:cubicBezTo>
                        <a:cubicBezTo>
                          <a:pt x="55" y="13"/>
                          <a:pt x="55" y="13"/>
                          <a:pt x="55" y="13"/>
                        </a:cubicBezTo>
                        <a:cubicBezTo>
                          <a:pt x="54" y="7"/>
                          <a:pt x="48" y="12"/>
                          <a:pt x="44" y="10"/>
                        </a:cubicBezTo>
                        <a:cubicBezTo>
                          <a:pt x="47" y="12"/>
                          <a:pt x="41" y="12"/>
                          <a:pt x="43" y="16"/>
                        </a:cubicBezTo>
                        <a:cubicBezTo>
                          <a:pt x="27" y="16"/>
                          <a:pt x="15" y="16"/>
                          <a:pt x="1" y="16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1"/>
                          <a:pt x="2" y="11"/>
                          <a:pt x="4" y="11"/>
                        </a:cubicBezTo>
                        <a:cubicBezTo>
                          <a:pt x="4" y="9"/>
                          <a:pt x="2" y="10"/>
                          <a:pt x="2" y="8"/>
                        </a:cubicBezTo>
                        <a:lnTo>
                          <a:pt x="3" y="7"/>
                        </a:lnTo>
                        <a:close/>
                        <a:moveTo>
                          <a:pt x="9" y="13"/>
                        </a:moveTo>
                        <a:cubicBezTo>
                          <a:pt x="12" y="12"/>
                          <a:pt x="13" y="11"/>
                          <a:pt x="13" y="8"/>
                        </a:cubicBezTo>
                        <a:cubicBezTo>
                          <a:pt x="10" y="8"/>
                          <a:pt x="8" y="9"/>
                          <a:pt x="9" y="1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339"/>
                  <p:cNvSpPr>
                    <a:spLocks/>
                  </p:cNvSpPr>
                  <p:nvPr/>
                </p:nvSpPr>
                <p:spPr bwMode="auto">
                  <a:xfrm>
                    <a:off x="1290" y="877"/>
                    <a:ext cx="35" cy="25"/>
                  </a:xfrm>
                  <a:custGeom>
                    <a:avLst/>
                    <a:gdLst>
                      <a:gd name="T0" fmla="*/ 10 w 24"/>
                      <a:gd name="T1" fmla="*/ 16 h 17"/>
                      <a:gd name="T2" fmla="*/ 9 w 24"/>
                      <a:gd name="T3" fmla="*/ 15 h 17"/>
                      <a:gd name="T4" fmla="*/ 3 w 24"/>
                      <a:gd name="T5" fmla="*/ 13 h 17"/>
                      <a:gd name="T6" fmla="*/ 5 w 24"/>
                      <a:gd name="T7" fmla="*/ 8 h 17"/>
                      <a:gd name="T8" fmla="*/ 0 w 24"/>
                      <a:gd name="T9" fmla="*/ 7 h 17"/>
                      <a:gd name="T10" fmla="*/ 24 w 24"/>
                      <a:gd name="T11" fmla="*/ 4 h 17"/>
                      <a:gd name="T12" fmla="*/ 24 w 24"/>
                      <a:gd name="T13" fmla="*/ 10 h 17"/>
                      <a:gd name="T14" fmla="*/ 23 w 24"/>
                      <a:gd name="T15" fmla="*/ 10 h 17"/>
                      <a:gd name="T16" fmla="*/ 22 w 24"/>
                      <a:gd name="T17" fmla="*/ 11 h 17"/>
                      <a:gd name="T18" fmla="*/ 17 w 24"/>
                      <a:gd name="T19" fmla="*/ 9 h 17"/>
                      <a:gd name="T20" fmla="*/ 15 w 24"/>
                      <a:gd name="T21" fmla="*/ 13 h 17"/>
                      <a:gd name="T22" fmla="*/ 22 w 24"/>
                      <a:gd name="T23" fmla="*/ 12 h 17"/>
                      <a:gd name="T24" fmla="*/ 23 w 24"/>
                      <a:gd name="T25" fmla="*/ 13 h 17"/>
                      <a:gd name="T26" fmla="*/ 24 w 24"/>
                      <a:gd name="T27" fmla="*/ 13 h 17"/>
                      <a:gd name="T28" fmla="*/ 24 w 24"/>
                      <a:gd name="T29" fmla="*/ 17 h 17"/>
                      <a:gd name="T30" fmla="*/ 10 w 24"/>
                      <a:gd name="T31" fmla="*/ 17 h 17"/>
                      <a:gd name="T32" fmla="*/ 10 w 24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4" h="17">
                        <a:moveTo>
                          <a:pt x="10" y="16"/>
                        </a:move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7" y="14"/>
                          <a:pt x="5" y="13"/>
                          <a:pt x="3" y="13"/>
                        </a:cubicBezTo>
                        <a:cubicBezTo>
                          <a:pt x="2" y="10"/>
                          <a:pt x="4" y="10"/>
                          <a:pt x="5" y="8"/>
                        </a:cubicBezTo>
                        <a:cubicBezTo>
                          <a:pt x="5" y="6"/>
                          <a:pt x="0" y="9"/>
                          <a:pt x="0" y="7"/>
                        </a:cubicBezTo>
                        <a:cubicBezTo>
                          <a:pt x="1" y="0"/>
                          <a:pt x="19" y="4"/>
                          <a:pt x="24" y="4"/>
                        </a:cubicBezTo>
                        <a:cubicBezTo>
                          <a:pt x="24" y="10"/>
                          <a:pt x="24" y="10"/>
                          <a:pt x="24" y="10"/>
                        </a:cubicBezTo>
                        <a:cubicBezTo>
                          <a:pt x="23" y="10"/>
                          <a:pt x="23" y="10"/>
                          <a:pt x="23" y="10"/>
                        </a:cubicBezTo>
                        <a:cubicBezTo>
                          <a:pt x="22" y="11"/>
                          <a:pt x="22" y="11"/>
                          <a:pt x="22" y="11"/>
                        </a:cubicBezTo>
                        <a:cubicBezTo>
                          <a:pt x="19" y="11"/>
                          <a:pt x="20" y="8"/>
                          <a:pt x="17" y="9"/>
                        </a:cubicBezTo>
                        <a:cubicBezTo>
                          <a:pt x="17" y="11"/>
                          <a:pt x="14" y="10"/>
                          <a:pt x="15" y="13"/>
                        </a:cubicBezTo>
                        <a:cubicBezTo>
                          <a:pt x="17" y="13"/>
                          <a:pt x="21" y="13"/>
                          <a:pt x="22" y="12"/>
                        </a:cubicBezTo>
                        <a:cubicBezTo>
                          <a:pt x="23" y="13"/>
                          <a:pt x="23" y="13"/>
                          <a:pt x="23" y="13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4" y="17"/>
                          <a:pt x="24" y="17"/>
                          <a:pt x="24" y="17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lnTo>
                          <a:pt x="10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9" name="Freeform 340"/>
                  <p:cNvSpPr>
                    <a:spLocks/>
                  </p:cNvSpPr>
                  <p:nvPr/>
                </p:nvSpPr>
                <p:spPr bwMode="auto">
                  <a:xfrm>
                    <a:off x="930" y="893"/>
                    <a:ext cx="13" cy="11"/>
                  </a:xfrm>
                  <a:custGeom>
                    <a:avLst/>
                    <a:gdLst>
                      <a:gd name="T0" fmla="*/ 4 w 9"/>
                      <a:gd name="T1" fmla="*/ 1 h 7"/>
                      <a:gd name="T2" fmla="*/ 6 w 9"/>
                      <a:gd name="T3" fmla="*/ 1 h 7"/>
                      <a:gd name="T4" fmla="*/ 7 w 9"/>
                      <a:gd name="T5" fmla="*/ 6 h 7"/>
                      <a:gd name="T6" fmla="*/ 3 w 9"/>
                      <a:gd name="T7" fmla="*/ 0 h 7"/>
                      <a:gd name="T8" fmla="*/ 4 w 9"/>
                      <a:gd name="T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7">
                        <a:moveTo>
                          <a:pt x="4" y="1"/>
                        </a:move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4"/>
                          <a:pt x="9" y="4"/>
                          <a:pt x="7" y="6"/>
                        </a:cubicBezTo>
                        <a:cubicBezTo>
                          <a:pt x="2" y="7"/>
                          <a:pt x="0" y="0"/>
                          <a:pt x="3" y="0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341"/>
                  <p:cNvSpPr>
                    <a:spLocks/>
                  </p:cNvSpPr>
                  <p:nvPr/>
                </p:nvSpPr>
                <p:spPr bwMode="auto">
                  <a:xfrm>
                    <a:off x="678" y="895"/>
                    <a:ext cx="19" cy="9"/>
                  </a:xfrm>
                  <a:custGeom>
                    <a:avLst/>
                    <a:gdLst>
                      <a:gd name="T0" fmla="*/ 9 w 13"/>
                      <a:gd name="T1" fmla="*/ 2 h 6"/>
                      <a:gd name="T2" fmla="*/ 10 w 13"/>
                      <a:gd name="T3" fmla="*/ 2 h 6"/>
                      <a:gd name="T4" fmla="*/ 10 w 13"/>
                      <a:gd name="T5" fmla="*/ 5 h 6"/>
                      <a:gd name="T6" fmla="*/ 1 w 13"/>
                      <a:gd name="T7" fmla="*/ 4 h 6"/>
                      <a:gd name="T8" fmla="*/ 8 w 13"/>
                      <a:gd name="T9" fmla="*/ 1 h 6"/>
                      <a:gd name="T10" fmla="*/ 9 w 13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3" h="6">
                        <a:moveTo>
                          <a:pt x="9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9" y="4"/>
                          <a:pt x="13" y="5"/>
                          <a:pt x="10" y="5"/>
                        </a:cubicBezTo>
                        <a:cubicBezTo>
                          <a:pt x="7" y="4"/>
                          <a:pt x="2" y="6"/>
                          <a:pt x="1" y="4"/>
                        </a:cubicBezTo>
                        <a:cubicBezTo>
                          <a:pt x="0" y="0"/>
                          <a:pt x="6" y="3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342"/>
                  <p:cNvSpPr>
                    <a:spLocks/>
                  </p:cNvSpPr>
                  <p:nvPr/>
                </p:nvSpPr>
                <p:spPr bwMode="auto">
                  <a:xfrm>
                    <a:off x="787" y="923"/>
                    <a:ext cx="9" cy="11"/>
                  </a:xfrm>
                  <a:custGeom>
                    <a:avLst/>
                    <a:gdLst>
                      <a:gd name="T0" fmla="*/ 3 w 6"/>
                      <a:gd name="T1" fmla="*/ 7 h 8"/>
                      <a:gd name="T2" fmla="*/ 1 w 6"/>
                      <a:gd name="T3" fmla="*/ 7 h 8"/>
                      <a:gd name="T4" fmla="*/ 1 w 6"/>
                      <a:gd name="T5" fmla="*/ 1 h 8"/>
                      <a:gd name="T6" fmla="*/ 4 w 6"/>
                      <a:gd name="T7" fmla="*/ 7 h 8"/>
                      <a:gd name="T8" fmla="*/ 4 w 6"/>
                      <a:gd name="T9" fmla="*/ 6 h 8"/>
                      <a:gd name="T10" fmla="*/ 3 w 6"/>
                      <a:gd name="T11" fmla="*/ 7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3" y="7"/>
                        </a:moveTo>
                        <a:cubicBezTo>
                          <a:pt x="2" y="8"/>
                          <a:pt x="2" y="7"/>
                          <a:pt x="1" y="7"/>
                        </a:cubicBezTo>
                        <a:cubicBezTo>
                          <a:pt x="1" y="5"/>
                          <a:pt x="0" y="1"/>
                          <a:pt x="1" y="1"/>
                        </a:cubicBezTo>
                        <a:cubicBezTo>
                          <a:pt x="5" y="0"/>
                          <a:pt x="6" y="6"/>
                          <a:pt x="4" y="7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lnTo>
                          <a:pt x="3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2" name="Freeform 343"/>
                  <p:cNvSpPr>
                    <a:spLocks/>
                  </p:cNvSpPr>
                  <p:nvPr/>
                </p:nvSpPr>
                <p:spPr bwMode="auto">
                  <a:xfrm>
                    <a:off x="789" y="921"/>
                    <a:ext cx="17" cy="48"/>
                  </a:xfrm>
                  <a:custGeom>
                    <a:avLst/>
                    <a:gdLst>
                      <a:gd name="T0" fmla="*/ 4 w 12"/>
                      <a:gd name="T1" fmla="*/ 11 h 33"/>
                      <a:gd name="T2" fmla="*/ 4 w 12"/>
                      <a:gd name="T3" fmla="*/ 9 h 33"/>
                      <a:gd name="T4" fmla="*/ 7 w 12"/>
                      <a:gd name="T5" fmla="*/ 10 h 33"/>
                      <a:gd name="T6" fmla="*/ 5 w 12"/>
                      <a:gd name="T7" fmla="*/ 2 h 33"/>
                      <a:gd name="T8" fmla="*/ 12 w 12"/>
                      <a:gd name="T9" fmla="*/ 2 h 33"/>
                      <a:gd name="T10" fmla="*/ 12 w 12"/>
                      <a:gd name="T11" fmla="*/ 30 h 33"/>
                      <a:gd name="T12" fmla="*/ 11 w 12"/>
                      <a:gd name="T13" fmla="*/ 30 h 33"/>
                      <a:gd name="T14" fmla="*/ 11 w 12"/>
                      <a:gd name="T15" fmla="*/ 31 h 33"/>
                      <a:gd name="T16" fmla="*/ 0 w 12"/>
                      <a:gd name="T17" fmla="*/ 33 h 33"/>
                      <a:gd name="T18" fmla="*/ 0 w 12"/>
                      <a:gd name="T19" fmla="*/ 25 h 33"/>
                      <a:gd name="T20" fmla="*/ 6 w 12"/>
                      <a:gd name="T21" fmla="*/ 27 h 33"/>
                      <a:gd name="T22" fmla="*/ 3 w 12"/>
                      <a:gd name="T23" fmla="*/ 21 h 33"/>
                      <a:gd name="T24" fmla="*/ 4 w 12"/>
                      <a:gd name="T25" fmla="*/ 20 h 33"/>
                      <a:gd name="T26" fmla="*/ 4 w 12"/>
                      <a:gd name="T27" fmla="*/ 19 h 33"/>
                      <a:gd name="T28" fmla="*/ 2 w 12"/>
                      <a:gd name="T29" fmla="*/ 19 h 33"/>
                      <a:gd name="T30" fmla="*/ 1 w 12"/>
                      <a:gd name="T31" fmla="*/ 20 h 33"/>
                      <a:gd name="T32" fmla="*/ 0 w 12"/>
                      <a:gd name="T33" fmla="*/ 20 h 33"/>
                      <a:gd name="T34" fmla="*/ 0 w 12"/>
                      <a:gd name="T35" fmla="*/ 12 h 33"/>
                      <a:gd name="T36" fmla="*/ 3 w 12"/>
                      <a:gd name="T37" fmla="*/ 10 h 33"/>
                      <a:gd name="T38" fmla="*/ 4 w 12"/>
                      <a:gd name="T39" fmla="*/ 1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" h="33">
                        <a:moveTo>
                          <a:pt x="4" y="11"/>
                        </a:move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5" y="9"/>
                          <a:pt x="6" y="10"/>
                          <a:pt x="7" y="10"/>
                        </a:cubicBezTo>
                        <a:cubicBezTo>
                          <a:pt x="6" y="8"/>
                          <a:pt x="7" y="3"/>
                          <a:pt x="5" y="2"/>
                        </a:cubicBezTo>
                        <a:cubicBezTo>
                          <a:pt x="6" y="0"/>
                          <a:pt x="10" y="2"/>
                          <a:pt x="12" y="2"/>
                        </a:cubicBezTo>
                        <a:cubicBezTo>
                          <a:pt x="12" y="30"/>
                          <a:pt x="12" y="30"/>
                          <a:pt x="12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1" y="31"/>
                          <a:pt x="11" y="31"/>
                          <a:pt x="11" y="31"/>
                        </a:cubicBezTo>
                        <a:cubicBezTo>
                          <a:pt x="6" y="30"/>
                          <a:pt x="4" y="33"/>
                          <a:pt x="0" y="33"/>
                        </a:cubicBezTo>
                        <a:cubicBezTo>
                          <a:pt x="0" y="25"/>
                          <a:pt x="0" y="25"/>
                          <a:pt x="0" y="25"/>
                        </a:cubicBezTo>
                        <a:cubicBezTo>
                          <a:pt x="3" y="24"/>
                          <a:pt x="4" y="26"/>
                          <a:pt x="6" y="27"/>
                        </a:cubicBezTo>
                        <a:cubicBezTo>
                          <a:pt x="5" y="24"/>
                          <a:pt x="2" y="25"/>
                          <a:pt x="3" y="21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1" y="20"/>
                          <a:pt x="1" y="20"/>
                          <a:pt x="1" y="20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4"/>
                          <a:pt x="3" y="12"/>
                          <a:pt x="3" y="10"/>
                        </a:cubicBezTo>
                        <a:lnTo>
                          <a:pt x="4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344"/>
                  <p:cNvSpPr>
                    <a:spLocks/>
                  </p:cNvSpPr>
                  <p:nvPr/>
                </p:nvSpPr>
                <p:spPr bwMode="auto">
                  <a:xfrm>
                    <a:off x="784" y="971"/>
                    <a:ext cx="25" cy="96"/>
                  </a:xfrm>
                  <a:custGeom>
                    <a:avLst/>
                    <a:gdLst>
                      <a:gd name="T0" fmla="*/ 14 w 17"/>
                      <a:gd name="T1" fmla="*/ 7 h 66"/>
                      <a:gd name="T2" fmla="*/ 15 w 17"/>
                      <a:gd name="T3" fmla="*/ 7 h 66"/>
                      <a:gd name="T4" fmla="*/ 12 w 17"/>
                      <a:gd name="T5" fmla="*/ 18 h 66"/>
                      <a:gd name="T6" fmla="*/ 11 w 17"/>
                      <a:gd name="T7" fmla="*/ 19 h 66"/>
                      <a:gd name="T8" fmla="*/ 11 w 17"/>
                      <a:gd name="T9" fmla="*/ 21 h 66"/>
                      <a:gd name="T10" fmla="*/ 9 w 17"/>
                      <a:gd name="T11" fmla="*/ 21 h 66"/>
                      <a:gd name="T12" fmla="*/ 9 w 17"/>
                      <a:gd name="T13" fmla="*/ 23 h 66"/>
                      <a:gd name="T14" fmla="*/ 12 w 17"/>
                      <a:gd name="T15" fmla="*/ 23 h 66"/>
                      <a:gd name="T16" fmla="*/ 12 w 17"/>
                      <a:gd name="T17" fmla="*/ 22 h 66"/>
                      <a:gd name="T18" fmla="*/ 12 w 17"/>
                      <a:gd name="T19" fmla="*/ 21 h 66"/>
                      <a:gd name="T20" fmla="*/ 13 w 17"/>
                      <a:gd name="T21" fmla="*/ 20 h 66"/>
                      <a:gd name="T22" fmla="*/ 13 w 17"/>
                      <a:gd name="T23" fmla="*/ 18 h 66"/>
                      <a:gd name="T24" fmla="*/ 15 w 17"/>
                      <a:gd name="T25" fmla="*/ 18 h 66"/>
                      <a:gd name="T26" fmla="*/ 15 w 17"/>
                      <a:gd name="T27" fmla="*/ 29 h 66"/>
                      <a:gd name="T28" fmla="*/ 8 w 17"/>
                      <a:gd name="T29" fmla="*/ 30 h 66"/>
                      <a:gd name="T30" fmla="*/ 10 w 17"/>
                      <a:gd name="T31" fmla="*/ 36 h 66"/>
                      <a:gd name="T32" fmla="*/ 10 w 17"/>
                      <a:gd name="T33" fmla="*/ 38 h 66"/>
                      <a:gd name="T34" fmla="*/ 11 w 17"/>
                      <a:gd name="T35" fmla="*/ 37 h 66"/>
                      <a:gd name="T36" fmla="*/ 12 w 17"/>
                      <a:gd name="T37" fmla="*/ 42 h 66"/>
                      <a:gd name="T38" fmla="*/ 15 w 17"/>
                      <a:gd name="T39" fmla="*/ 40 h 66"/>
                      <a:gd name="T40" fmla="*/ 15 w 17"/>
                      <a:gd name="T41" fmla="*/ 66 h 66"/>
                      <a:gd name="T42" fmla="*/ 3 w 17"/>
                      <a:gd name="T43" fmla="*/ 62 h 66"/>
                      <a:gd name="T44" fmla="*/ 3 w 17"/>
                      <a:gd name="T45" fmla="*/ 23 h 66"/>
                      <a:gd name="T46" fmla="*/ 5 w 17"/>
                      <a:gd name="T47" fmla="*/ 20 h 66"/>
                      <a:gd name="T48" fmla="*/ 3 w 17"/>
                      <a:gd name="T49" fmla="*/ 19 h 66"/>
                      <a:gd name="T50" fmla="*/ 3 w 17"/>
                      <a:gd name="T51" fmla="*/ 17 h 66"/>
                      <a:gd name="T52" fmla="*/ 8 w 17"/>
                      <a:gd name="T53" fmla="*/ 14 h 66"/>
                      <a:gd name="T54" fmla="*/ 3 w 17"/>
                      <a:gd name="T55" fmla="*/ 13 h 66"/>
                      <a:gd name="T56" fmla="*/ 3 w 17"/>
                      <a:gd name="T57" fmla="*/ 1 h 66"/>
                      <a:gd name="T58" fmla="*/ 9 w 17"/>
                      <a:gd name="T59" fmla="*/ 3 h 66"/>
                      <a:gd name="T60" fmla="*/ 10 w 17"/>
                      <a:gd name="T61" fmla="*/ 3 h 66"/>
                      <a:gd name="T62" fmla="*/ 11 w 17"/>
                      <a:gd name="T63" fmla="*/ 4 h 66"/>
                      <a:gd name="T64" fmla="*/ 15 w 17"/>
                      <a:gd name="T65" fmla="*/ 5 h 66"/>
                      <a:gd name="T66" fmla="*/ 14 w 17"/>
                      <a:gd name="T67" fmla="*/ 7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7" h="66">
                        <a:moveTo>
                          <a:pt x="14" y="7"/>
                        </a:move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7" y="13"/>
                          <a:pt x="12" y="13"/>
                          <a:pt x="12" y="18"/>
                        </a:cubicBezTo>
                        <a:cubicBezTo>
                          <a:pt x="11" y="19"/>
                          <a:pt x="11" y="19"/>
                          <a:pt x="11" y="19"/>
                        </a:cubicBezTo>
                        <a:cubicBezTo>
                          <a:pt x="11" y="21"/>
                          <a:pt x="11" y="21"/>
                          <a:pt x="11" y="21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9" y="23"/>
                          <a:pt x="9" y="23"/>
                          <a:pt x="9" y="23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29"/>
                          <a:pt x="15" y="29"/>
                          <a:pt x="15" y="29"/>
                        </a:cubicBezTo>
                        <a:cubicBezTo>
                          <a:pt x="13" y="29"/>
                          <a:pt x="11" y="33"/>
                          <a:pt x="8" y="30"/>
                        </a:cubicBezTo>
                        <a:cubicBezTo>
                          <a:pt x="9" y="32"/>
                          <a:pt x="9" y="34"/>
                          <a:pt x="10" y="36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40"/>
                          <a:pt x="12" y="40"/>
                          <a:pt x="12" y="42"/>
                        </a:cubicBezTo>
                        <a:cubicBezTo>
                          <a:pt x="14" y="42"/>
                          <a:pt x="15" y="42"/>
                          <a:pt x="15" y="40"/>
                        </a:cubicBezTo>
                        <a:cubicBezTo>
                          <a:pt x="17" y="47"/>
                          <a:pt x="15" y="58"/>
                          <a:pt x="15" y="66"/>
                        </a:cubicBezTo>
                        <a:cubicBezTo>
                          <a:pt x="11" y="65"/>
                          <a:pt x="7" y="63"/>
                          <a:pt x="3" y="62"/>
                        </a:cubicBezTo>
                        <a:cubicBezTo>
                          <a:pt x="5" y="50"/>
                          <a:pt x="0" y="33"/>
                          <a:pt x="3" y="23"/>
                        </a:cubicBezTo>
                        <a:cubicBezTo>
                          <a:pt x="3" y="21"/>
                          <a:pt x="3" y="20"/>
                          <a:pt x="5" y="20"/>
                        </a:cubicBezTo>
                        <a:cubicBezTo>
                          <a:pt x="5" y="17"/>
                          <a:pt x="3" y="22"/>
                          <a:pt x="3" y="19"/>
                        </a:cubicBezTo>
                        <a:cubicBezTo>
                          <a:pt x="3" y="17"/>
                          <a:pt x="3" y="17"/>
                          <a:pt x="3" y="17"/>
                        </a:cubicBezTo>
                        <a:cubicBezTo>
                          <a:pt x="3" y="15"/>
                          <a:pt x="7" y="16"/>
                          <a:pt x="8" y="14"/>
                        </a:cubicBezTo>
                        <a:cubicBezTo>
                          <a:pt x="7" y="11"/>
                          <a:pt x="6" y="14"/>
                          <a:pt x="3" y="13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6" y="0"/>
                          <a:pt x="8" y="5"/>
                          <a:pt x="9" y="3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3" y="4"/>
                          <a:pt x="12" y="6"/>
                          <a:pt x="15" y="5"/>
                        </a:cubicBezTo>
                        <a:lnTo>
                          <a:pt x="14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345"/>
                  <p:cNvSpPr>
                    <a:spLocks/>
                  </p:cNvSpPr>
                  <p:nvPr/>
                </p:nvSpPr>
                <p:spPr bwMode="auto">
                  <a:xfrm>
                    <a:off x="802" y="1018"/>
                    <a:ext cx="6" cy="7"/>
                  </a:xfrm>
                  <a:custGeom>
                    <a:avLst/>
                    <a:gdLst>
                      <a:gd name="T0" fmla="*/ 1 w 4"/>
                      <a:gd name="T1" fmla="*/ 3 h 5"/>
                      <a:gd name="T2" fmla="*/ 0 w 4"/>
                      <a:gd name="T3" fmla="*/ 3 h 5"/>
                      <a:gd name="T4" fmla="*/ 3 w 4"/>
                      <a:gd name="T5" fmla="*/ 0 h 5"/>
                      <a:gd name="T6" fmla="*/ 1 w 4"/>
                      <a:gd name="T7" fmla="*/ 4 h 5"/>
                      <a:gd name="T8" fmla="*/ 1 w 4"/>
                      <a:gd name="T9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1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3" y="2"/>
                          <a:pt x="4" y="5"/>
                          <a:pt x="1" y="4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5" name="Freeform 346"/>
                  <p:cNvSpPr>
                    <a:spLocks/>
                  </p:cNvSpPr>
                  <p:nvPr/>
                </p:nvSpPr>
                <p:spPr bwMode="auto">
                  <a:xfrm>
                    <a:off x="1106" y="921"/>
                    <a:ext cx="20" cy="35"/>
                  </a:xfrm>
                  <a:custGeom>
                    <a:avLst/>
                    <a:gdLst>
                      <a:gd name="T0" fmla="*/ 0 w 14"/>
                      <a:gd name="T1" fmla="*/ 20 h 24"/>
                      <a:gd name="T2" fmla="*/ 0 w 14"/>
                      <a:gd name="T3" fmla="*/ 2 h 24"/>
                      <a:gd name="T4" fmla="*/ 14 w 14"/>
                      <a:gd name="T5" fmla="*/ 4 h 24"/>
                      <a:gd name="T6" fmla="*/ 14 w 14"/>
                      <a:gd name="T7" fmla="*/ 24 h 24"/>
                      <a:gd name="T8" fmla="*/ 9 w 14"/>
                      <a:gd name="T9" fmla="*/ 23 h 24"/>
                      <a:gd name="T10" fmla="*/ 8 w 14"/>
                      <a:gd name="T11" fmla="*/ 22 h 24"/>
                      <a:gd name="T12" fmla="*/ 7 w 14"/>
                      <a:gd name="T13" fmla="*/ 22 h 24"/>
                      <a:gd name="T14" fmla="*/ 3 w 14"/>
                      <a:gd name="T15" fmla="*/ 20 h 24"/>
                      <a:gd name="T16" fmla="*/ 2 w 14"/>
                      <a:gd name="T17" fmla="*/ 19 h 24"/>
                      <a:gd name="T18" fmla="*/ 0 w 14"/>
                      <a:gd name="T19" fmla="*/ 2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4" h="24">
                        <a:moveTo>
                          <a:pt x="0" y="2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7" y="0"/>
                          <a:pt x="8" y="4"/>
                          <a:pt x="14" y="4"/>
                        </a:cubicBezTo>
                        <a:cubicBezTo>
                          <a:pt x="14" y="24"/>
                          <a:pt x="14" y="24"/>
                          <a:pt x="14" y="24"/>
                        </a:cubicBezTo>
                        <a:cubicBezTo>
                          <a:pt x="13" y="23"/>
                          <a:pt x="11" y="23"/>
                          <a:pt x="9" y="23"/>
                        </a:cubicBezTo>
                        <a:cubicBezTo>
                          <a:pt x="8" y="22"/>
                          <a:pt x="8" y="22"/>
                          <a:pt x="8" y="22"/>
                        </a:cubicBezTo>
                        <a:cubicBezTo>
                          <a:pt x="7" y="22"/>
                          <a:pt x="7" y="22"/>
                          <a:pt x="7" y="22"/>
                        </a:cubicBezTo>
                        <a:cubicBezTo>
                          <a:pt x="8" y="19"/>
                          <a:pt x="4" y="21"/>
                          <a:pt x="3" y="20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1101" y="953"/>
                    <a:ext cx="25" cy="114"/>
                  </a:xfrm>
                  <a:custGeom>
                    <a:avLst/>
                    <a:gdLst>
                      <a:gd name="T0" fmla="*/ 11 w 17"/>
                      <a:gd name="T1" fmla="*/ 1 h 78"/>
                      <a:gd name="T2" fmla="*/ 12 w 17"/>
                      <a:gd name="T3" fmla="*/ 1 h 78"/>
                      <a:gd name="T4" fmla="*/ 17 w 17"/>
                      <a:gd name="T5" fmla="*/ 5 h 78"/>
                      <a:gd name="T6" fmla="*/ 17 w 17"/>
                      <a:gd name="T7" fmla="*/ 39 h 78"/>
                      <a:gd name="T8" fmla="*/ 15 w 17"/>
                      <a:gd name="T9" fmla="*/ 38 h 78"/>
                      <a:gd name="T10" fmla="*/ 16 w 17"/>
                      <a:gd name="T11" fmla="*/ 40 h 78"/>
                      <a:gd name="T12" fmla="*/ 12 w 17"/>
                      <a:gd name="T13" fmla="*/ 40 h 78"/>
                      <a:gd name="T14" fmla="*/ 16 w 17"/>
                      <a:gd name="T15" fmla="*/ 43 h 78"/>
                      <a:gd name="T16" fmla="*/ 15 w 17"/>
                      <a:gd name="T17" fmla="*/ 44 h 78"/>
                      <a:gd name="T18" fmla="*/ 17 w 17"/>
                      <a:gd name="T19" fmla="*/ 44 h 78"/>
                      <a:gd name="T20" fmla="*/ 17 w 17"/>
                      <a:gd name="T21" fmla="*/ 51 h 78"/>
                      <a:gd name="T22" fmla="*/ 10 w 17"/>
                      <a:gd name="T23" fmla="*/ 49 h 78"/>
                      <a:gd name="T24" fmla="*/ 17 w 17"/>
                      <a:gd name="T25" fmla="*/ 57 h 78"/>
                      <a:gd name="T26" fmla="*/ 17 w 17"/>
                      <a:gd name="T27" fmla="*/ 74 h 78"/>
                      <a:gd name="T28" fmla="*/ 3 w 17"/>
                      <a:gd name="T29" fmla="*/ 78 h 78"/>
                      <a:gd name="T30" fmla="*/ 3 w 17"/>
                      <a:gd name="T31" fmla="*/ 56 h 78"/>
                      <a:gd name="T32" fmla="*/ 6 w 17"/>
                      <a:gd name="T33" fmla="*/ 56 h 78"/>
                      <a:gd name="T34" fmla="*/ 3 w 17"/>
                      <a:gd name="T35" fmla="*/ 37 h 78"/>
                      <a:gd name="T36" fmla="*/ 10 w 17"/>
                      <a:gd name="T37" fmla="*/ 35 h 78"/>
                      <a:gd name="T38" fmla="*/ 6 w 17"/>
                      <a:gd name="T39" fmla="*/ 29 h 78"/>
                      <a:gd name="T40" fmla="*/ 6 w 17"/>
                      <a:gd name="T41" fmla="*/ 28 h 78"/>
                      <a:gd name="T42" fmla="*/ 6 w 17"/>
                      <a:gd name="T43" fmla="*/ 27 h 78"/>
                      <a:gd name="T44" fmla="*/ 8 w 17"/>
                      <a:gd name="T45" fmla="*/ 24 h 78"/>
                      <a:gd name="T46" fmla="*/ 3 w 17"/>
                      <a:gd name="T47" fmla="*/ 24 h 78"/>
                      <a:gd name="T48" fmla="*/ 3 w 17"/>
                      <a:gd name="T49" fmla="*/ 1 h 78"/>
                      <a:gd name="T50" fmla="*/ 5 w 17"/>
                      <a:gd name="T51" fmla="*/ 1 h 78"/>
                      <a:gd name="T52" fmla="*/ 6 w 17"/>
                      <a:gd name="T53" fmla="*/ 0 h 78"/>
                      <a:gd name="T54" fmla="*/ 10 w 17"/>
                      <a:gd name="T55" fmla="*/ 0 h 78"/>
                      <a:gd name="T56" fmla="*/ 11 w 17"/>
                      <a:gd name="T57" fmla="*/ 1 h 78"/>
                      <a:gd name="T58" fmla="*/ 13 w 17"/>
                      <a:gd name="T59" fmla="*/ 63 h 78"/>
                      <a:gd name="T60" fmla="*/ 13 w 17"/>
                      <a:gd name="T61" fmla="*/ 63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78">
                        <a:moveTo>
                          <a:pt x="11" y="1"/>
                        </a:move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4"/>
                          <a:pt x="15" y="4"/>
                          <a:pt x="17" y="5"/>
                        </a:cubicBezTo>
                        <a:cubicBezTo>
                          <a:pt x="17" y="39"/>
                          <a:pt x="17" y="39"/>
                          <a:pt x="17" y="39"/>
                        </a:cubicBezTo>
                        <a:cubicBezTo>
                          <a:pt x="15" y="38"/>
                          <a:pt x="15" y="38"/>
                          <a:pt x="15" y="38"/>
                        </a:cubicBezTo>
                        <a:cubicBezTo>
                          <a:pt x="16" y="40"/>
                          <a:pt x="16" y="40"/>
                          <a:pt x="16" y="40"/>
                        </a:cubicBezTo>
                        <a:cubicBezTo>
                          <a:pt x="12" y="40"/>
                          <a:pt x="12" y="40"/>
                          <a:pt x="12" y="40"/>
                        </a:cubicBezTo>
                        <a:cubicBezTo>
                          <a:pt x="11" y="43"/>
                          <a:pt x="13" y="43"/>
                          <a:pt x="16" y="43"/>
                        </a:cubicBezTo>
                        <a:cubicBezTo>
                          <a:pt x="15" y="44"/>
                          <a:pt x="15" y="44"/>
                          <a:pt x="15" y="44"/>
                        </a:cubicBezTo>
                        <a:cubicBezTo>
                          <a:pt x="17" y="44"/>
                          <a:pt x="17" y="44"/>
                          <a:pt x="17" y="44"/>
                        </a:cubicBezTo>
                        <a:cubicBezTo>
                          <a:pt x="17" y="51"/>
                          <a:pt x="17" y="51"/>
                          <a:pt x="17" y="51"/>
                        </a:cubicBezTo>
                        <a:cubicBezTo>
                          <a:pt x="15" y="49"/>
                          <a:pt x="12" y="52"/>
                          <a:pt x="10" y="49"/>
                        </a:cubicBezTo>
                        <a:cubicBezTo>
                          <a:pt x="10" y="54"/>
                          <a:pt x="12" y="57"/>
                          <a:pt x="17" y="57"/>
                        </a:cubicBezTo>
                        <a:cubicBezTo>
                          <a:pt x="17" y="74"/>
                          <a:pt x="17" y="74"/>
                          <a:pt x="17" y="74"/>
                        </a:cubicBezTo>
                        <a:cubicBezTo>
                          <a:pt x="12" y="75"/>
                          <a:pt x="8" y="77"/>
                          <a:pt x="3" y="78"/>
                        </a:cubicBezTo>
                        <a:cubicBezTo>
                          <a:pt x="3" y="56"/>
                          <a:pt x="3" y="56"/>
                          <a:pt x="3" y="56"/>
                        </a:cubicBezTo>
                        <a:cubicBezTo>
                          <a:pt x="6" y="56"/>
                          <a:pt x="6" y="56"/>
                          <a:pt x="6" y="56"/>
                        </a:cubicBezTo>
                        <a:cubicBezTo>
                          <a:pt x="0" y="55"/>
                          <a:pt x="4" y="43"/>
                          <a:pt x="3" y="37"/>
                        </a:cubicBezTo>
                        <a:cubicBezTo>
                          <a:pt x="6" y="38"/>
                          <a:pt x="9" y="39"/>
                          <a:pt x="10" y="35"/>
                        </a:cubicBezTo>
                        <a:cubicBezTo>
                          <a:pt x="8" y="34"/>
                          <a:pt x="5" y="34"/>
                          <a:pt x="6" y="29"/>
                        </a:cubicBezTo>
                        <a:cubicBezTo>
                          <a:pt x="6" y="28"/>
                          <a:pt x="6" y="28"/>
                          <a:pt x="6" y="28"/>
                        </a:cubicBezTo>
                        <a:cubicBezTo>
                          <a:pt x="6" y="27"/>
                          <a:pt x="6" y="27"/>
                          <a:pt x="6" y="27"/>
                        </a:cubicBezTo>
                        <a:cubicBezTo>
                          <a:pt x="7" y="26"/>
                          <a:pt x="8" y="26"/>
                          <a:pt x="8" y="24"/>
                        </a:cubicBezTo>
                        <a:cubicBezTo>
                          <a:pt x="7" y="21"/>
                          <a:pt x="6" y="25"/>
                          <a:pt x="3" y="24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7" y="1"/>
                          <a:pt x="9" y="1"/>
                          <a:pt x="10" y="0"/>
                        </a:cubicBezTo>
                        <a:lnTo>
                          <a:pt x="11" y="1"/>
                        </a:lnTo>
                        <a:close/>
                        <a:moveTo>
                          <a:pt x="13" y="63"/>
                        </a:moveTo>
                        <a:cubicBezTo>
                          <a:pt x="9" y="61"/>
                          <a:pt x="10" y="66"/>
                          <a:pt x="13" y="6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348"/>
                  <p:cNvSpPr>
                    <a:spLocks noEditPoints="1"/>
                  </p:cNvSpPr>
                  <p:nvPr/>
                </p:nvSpPr>
                <p:spPr bwMode="auto">
                  <a:xfrm>
                    <a:off x="1211" y="924"/>
                    <a:ext cx="22" cy="89"/>
                  </a:xfrm>
                  <a:custGeom>
                    <a:avLst/>
                    <a:gdLst>
                      <a:gd name="T0" fmla="*/ 1 w 15"/>
                      <a:gd name="T1" fmla="*/ 15 h 61"/>
                      <a:gd name="T2" fmla="*/ 1 w 15"/>
                      <a:gd name="T3" fmla="*/ 0 h 61"/>
                      <a:gd name="T4" fmla="*/ 15 w 15"/>
                      <a:gd name="T5" fmla="*/ 0 h 61"/>
                      <a:gd name="T6" fmla="*/ 15 w 15"/>
                      <a:gd name="T7" fmla="*/ 43 h 61"/>
                      <a:gd name="T8" fmla="*/ 10 w 15"/>
                      <a:gd name="T9" fmla="*/ 42 h 61"/>
                      <a:gd name="T10" fmla="*/ 12 w 15"/>
                      <a:gd name="T11" fmla="*/ 44 h 61"/>
                      <a:gd name="T12" fmla="*/ 7 w 15"/>
                      <a:gd name="T13" fmla="*/ 46 h 61"/>
                      <a:gd name="T14" fmla="*/ 15 w 15"/>
                      <a:gd name="T15" fmla="*/ 49 h 61"/>
                      <a:gd name="T16" fmla="*/ 1 w 15"/>
                      <a:gd name="T17" fmla="*/ 61 h 61"/>
                      <a:gd name="T18" fmla="*/ 1 w 15"/>
                      <a:gd name="T19" fmla="*/ 27 h 61"/>
                      <a:gd name="T20" fmla="*/ 3 w 15"/>
                      <a:gd name="T21" fmla="*/ 25 h 61"/>
                      <a:gd name="T22" fmla="*/ 1 w 15"/>
                      <a:gd name="T23" fmla="*/ 19 h 61"/>
                      <a:gd name="T24" fmla="*/ 2 w 15"/>
                      <a:gd name="T25" fmla="*/ 20 h 61"/>
                      <a:gd name="T26" fmla="*/ 3 w 15"/>
                      <a:gd name="T27" fmla="*/ 18 h 61"/>
                      <a:gd name="T28" fmla="*/ 4 w 15"/>
                      <a:gd name="T29" fmla="*/ 19 h 61"/>
                      <a:gd name="T30" fmla="*/ 3 w 15"/>
                      <a:gd name="T31" fmla="*/ 16 h 61"/>
                      <a:gd name="T32" fmla="*/ 2 w 15"/>
                      <a:gd name="T33" fmla="*/ 15 h 61"/>
                      <a:gd name="T34" fmla="*/ 1 w 15"/>
                      <a:gd name="T35" fmla="*/ 15 h 61"/>
                      <a:gd name="T36" fmla="*/ 10 w 15"/>
                      <a:gd name="T37" fmla="*/ 12 h 61"/>
                      <a:gd name="T38" fmla="*/ 5 w 15"/>
                      <a:gd name="T39" fmla="*/ 11 h 61"/>
                      <a:gd name="T40" fmla="*/ 10 w 15"/>
                      <a:gd name="T41" fmla="*/ 12 h 61"/>
                      <a:gd name="T42" fmla="*/ 7 w 15"/>
                      <a:gd name="T43" fmla="*/ 35 h 61"/>
                      <a:gd name="T44" fmla="*/ 4 w 15"/>
                      <a:gd name="T45" fmla="*/ 33 h 61"/>
                      <a:gd name="T46" fmla="*/ 7 w 15"/>
                      <a:gd name="T47" fmla="*/ 35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5" h="61">
                        <a:moveTo>
                          <a:pt x="1" y="15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5" y="17"/>
                          <a:pt x="14" y="26"/>
                          <a:pt x="15" y="43"/>
                        </a:cubicBezTo>
                        <a:cubicBezTo>
                          <a:pt x="13" y="43"/>
                          <a:pt x="12" y="41"/>
                          <a:pt x="10" y="42"/>
                        </a:cubicBezTo>
                        <a:cubicBezTo>
                          <a:pt x="9" y="44"/>
                          <a:pt x="10" y="45"/>
                          <a:pt x="12" y="44"/>
                        </a:cubicBezTo>
                        <a:cubicBezTo>
                          <a:pt x="12" y="47"/>
                          <a:pt x="7" y="44"/>
                          <a:pt x="7" y="46"/>
                        </a:cubicBezTo>
                        <a:cubicBezTo>
                          <a:pt x="9" y="47"/>
                          <a:pt x="13" y="47"/>
                          <a:pt x="15" y="49"/>
                        </a:cubicBezTo>
                        <a:cubicBezTo>
                          <a:pt x="12" y="55"/>
                          <a:pt x="6" y="57"/>
                          <a:pt x="1" y="61"/>
                        </a:cubicBezTo>
                        <a:cubicBezTo>
                          <a:pt x="2" y="50"/>
                          <a:pt x="0" y="36"/>
                          <a:pt x="1" y="27"/>
                        </a:cubicBezTo>
                        <a:cubicBezTo>
                          <a:pt x="1" y="26"/>
                          <a:pt x="1" y="25"/>
                          <a:pt x="3" y="25"/>
                        </a:cubicBezTo>
                        <a:cubicBezTo>
                          <a:pt x="3" y="23"/>
                          <a:pt x="0" y="23"/>
                          <a:pt x="1" y="19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3" y="18"/>
                          <a:pt x="3" y="18"/>
                          <a:pt x="3" y="18"/>
                        </a:cubicBezTo>
                        <a:cubicBezTo>
                          <a:pt x="3" y="19"/>
                          <a:pt x="4" y="19"/>
                          <a:pt x="4" y="19"/>
                        </a:cubicBezTo>
                        <a:cubicBezTo>
                          <a:pt x="4" y="18"/>
                          <a:pt x="5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lnTo>
                          <a:pt x="1" y="15"/>
                        </a:lnTo>
                        <a:close/>
                        <a:moveTo>
                          <a:pt x="10" y="12"/>
                        </a:moveTo>
                        <a:cubicBezTo>
                          <a:pt x="8" y="12"/>
                          <a:pt x="8" y="10"/>
                          <a:pt x="5" y="11"/>
                        </a:cubicBezTo>
                        <a:cubicBezTo>
                          <a:pt x="4" y="13"/>
                          <a:pt x="10" y="13"/>
                          <a:pt x="10" y="12"/>
                        </a:cubicBezTo>
                        <a:moveTo>
                          <a:pt x="7" y="35"/>
                        </a:moveTo>
                        <a:cubicBezTo>
                          <a:pt x="6" y="35"/>
                          <a:pt x="6" y="30"/>
                          <a:pt x="4" y="33"/>
                        </a:cubicBezTo>
                        <a:cubicBezTo>
                          <a:pt x="6" y="33"/>
                          <a:pt x="6" y="38"/>
                          <a:pt x="7" y="3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8" name="Freeform 349"/>
                  <p:cNvSpPr>
                    <a:spLocks/>
                  </p:cNvSpPr>
                  <p:nvPr/>
                </p:nvSpPr>
                <p:spPr bwMode="auto">
                  <a:xfrm>
                    <a:off x="943" y="219"/>
                    <a:ext cx="21" cy="18"/>
                  </a:xfrm>
                  <a:custGeom>
                    <a:avLst/>
                    <a:gdLst>
                      <a:gd name="T0" fmla="*/ 4 w 14"/>
                      <a:gd name="T1" fmla="*/ 12 h 12"/>
                      <a:gd name="T2" fmla="*/ 0 w 14"/>
                      <a:gd name="T3" fmla="*/ 11 h 12"/>
                      <a:gd name="T4" fmla="*/ 0 w 14"/>
                      <a:gd name="T5" fmla="*/ 0 h 12"/>
                      <a:gd name="T6" fmla="*/ 14 w 14"/>
                      <a:gd name="T7" fmla="*/ 0 h 12"/>
                      <a:gd name="T8" fmla="*/ 14 w 14"/>
                      <a:gd name="T9" fmla="*/ 7 h 12"/>
                      <a:gd name="T10" fmla="*/ 9 w 14"/>
                      <a:gd name="T11" fmla="*/ 4 h 12"/>
                      <a:gd name="T12" fmla="*/ 7 w 14"/>
                      <a:gd name="T13" fmla="*/ 11 h 12"/>
                      <a:gd name="T14" fmla="*/ 5 w 14"/>
                      <a:gd name="T15" fmla="*/ 10 h 12"/>
                      <a:gd name="T16" fmla="*/ 4 w 14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12">
                        <a:moveTo>
                          <a:pt x="4" y="12"/>
                        </a:moveTo>
                        <a:cubicBezTo>
                          <a:pt x="2" y="12"/>
                          <a:pt x="3" y="10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7"/>
                          <a:pt x="14" y="7"/>
                          <a:pt x="14" y="7"/>
                        </a:cubicBezTo>
                        <a:cubicBezTo>
                          <a:pt x="12" y="7"/>
                          <a:pt x="12" y="4"/>
                          <a:pt x="9" y="4"/>
                        </a:cubicBezTo>
                        <a:cubicBezTo>
                          <a:pt x="6" y="4"/>
                          <a:pt x="7" y="8"/>
                          <a:pt x="7" y="11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350"/>
                  <p:cNvSpPr>
                    <a:spLocks/>
                  </p:cNvSpPr>
                  <p:nvPr/>
                </p:nvSpPr>
                <p:spPr bwMode="auto">
                  <a:xfrm>
                    <a:off x="943" y="235"/>
                    <a:ext cx="22" cy="29"/>
                  </a:xfrm>
                  <a:custGeom>
                    <a:avLst/>
                    <a:gdLst>
                      <a:gd name="T0" fmla="*/ 6 w 15"/>
                      <a:gd name="T1" fmla="*/ 1 h 20"/>
                      <a:gd name="T2" fmla="*/ 7 w 15"/>
                      <a:gd name="T3" fmla="*/ 0 h 20"/>
                      <a:gd name="T4" fmla="*/ 14 w 15"/>
                      <a:gd name="T5" fmla="*/ 20 h 20"/>
                      <a:gd name="T6" fmla="*/ 7 w 15"/>
                      <a:gd name="T7" fmla="*/ 20 h 20"/>
                      <a:gd name="T8" fmla="*/ 5 w 15"/>
                      <a:gd name="T9" fmla="*/ 11 h 20"/>
                      <a:gd name="T10" fmla="*/ 3 w 15"/>
                      <a:gd name="T11" fmla="*/ 15 h 20"/>
                      <a:gd name="T12" fmla="*/ 2 w 15"/>
                      <a:gd name="T13" fmla="*/ 14 h 20"/>
                      <a:gd name="T14" fmla="*/ 0 w 15"/>
                      <a:gd name="T15" fmla="*/ 14 h 20"/>
                      <a:gd name="T16" fmla="*/ 0 w 15"/>
                      <a:gd name="T17" fmla="*/ 3 h 20"/>
                      <a:gd name="T18" fmla="*/ 4 w 15"/>
                      <a:gd name="T19" fmla="*/ 1 h 20"/>
                      <a:gd name="T20" fmla="*/ 4 w 15"/>
                      <a:gd name="T21" fmla="*/ 1 h 20"/>
                      <a:gd name="T22" fmla="*/ 6 w 15"/>
                      <a:gd name="T23" fmla="*/ 1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20">
                        <a:moveTo>
                          <a:pt x="6" y="1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3" y="3"/>
                          <a:pt x="15" y="10"/>
                          <a:pt x="14" y="20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7" y="17"/>
                          <a:pt x="10" y="12"/>
                          <a:pt x="5" y="11"/>
                        </a:cubicBezTo>
                        <a:cubicBezTo>
                          <a:pt x="3" y="11"/>
                          <a:pt x="6" y="17"/>
                          <a:pt x="3" y="15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0"/>
                          <a:pt x="3" y="4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lnTo>
                          <a:pt x="6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351"/>
                  <p:cNvSpPr>
                    <a:spLocks/>
                  </p:cNvSpPr>
                  <p:nvPr/>
                </p:nvSpPr>
                <p:spPr bwMode="auto">
                  <a:xfrm>
                    <a:off x="943" y="261"/>
                    <a:ext cx="21" cy="22"/>
                  </a:xfrm>
                  <a:custGeom>
                    <a:avLst/>
                    <a:gdLst>
                      <a:gd name="T0" fmla="*/ 2 w 14"/>
                      <a:gd name="T1" fmla="*/ 1 h 15"/>
                      <a:gd name="T2" fmla="*/ 3 w 14"/>
                      <a:gd name="T3" fmla="*/ 0 h 15"/>
                      <a:gd name="T4" fmla="*/ 14 w 14"/>
                      <a:gd name="T5" fmla="*/ 7 h 15"/>
                      <a:gd name="T6" fmla="*/ 14 w 14"/>
                      <a:gd name="T7" fmla="*/ 15 h 15"/>
                      <a:gd name="T8" fmla="*/ 0 w 14"/>
                      <a:gd name="T9" fmla="*/ 6 h 15"/>
                      <a:gd name="T10" fmla="*/ 0 w 14"/>
                      <a:gd name="T11" fmla="*/ 1 h 15"/>
                      <a:gd name="T12" fmla="*/ 2 w 14"/>
                      <a:gd name="T13" fmla="*/ 1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15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7" y="1"/>
                          <a:pt x="7" y="8"/>
                          <a:pt x="14" y="7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8" y="13"/>
                          <a:pt x="6" y="8"/>
                          <a:pt x="0" y="6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" name="Freeform 352"/>
                  <p:cNvSpPr>
                    <a:spLocks/>
                  </p:cNvSpPr>
                  <p:nvPr/>
                </p:nvSpPr>
                <p:spPr bwMode="auto">
                  <a:xfrm>
                    <a:off x="735" y="924"/>
                    <a:ext cx="23" cy="121"/>
                  </a:xfrm>
                  <a:custGeom>
                    <a:avLst/>
                    <a:gdLst>
                      <a:gd name="T0" fmla="*/ 13 w 16"/>
                      <a:gd name="T1" fmla="*/ 25 h 83"/>
                      <a:gd name="T2" fmla="*/ 11 w 16"/>
                      <a:gd name="T3" fmla="*/ 36 h 83"/>
                      <a:gd name="T4" fmla="*/ 11 w 16"/>
                      <a:gd name="T5" fmla="*/ 47 h 83"/>
                      <a:gd name="T6" fmla="*/ 13 w 16"/>
                      <a:gd name="T7" fmla="*/ 49 h 83"/>
                      <a:gd name="T8" fmla="*/ 13 w 16"/>
                      <a:gd name="T9" fmla="*/ 83 h 83"/>
                      <a:gd name="T10" fmla="*/ 0 w 16"/>
                      <a:gd name="T11" fmla="*/ 76 h 83"/>
                      <a:gd name="T12" fmla="*/ 0 w 16"/>
                      <a:gd name="T13" fmla="*/ 13 h 83"/>
                      <a:gd name="T14" fmla="*/ 3 w 16"/>
                      <a:gd name="T15" fmla="*/ 12 h 83"/>
                      <a:gd name="T16" fmla="*/ 0 w 16"/>
                      <a:gd name="T17" fmla="*/ 11 h 83"/>
                      <a:gd name="T18" fmla="*/ 0 w 16"/>
                      <a:gd name="T19" fmla="*/ 0 h 83"/>
                      <a:gd name="T20" fmla="*/ 13 w 16"/>
                      <a:gd name="T21" fmla="*/ 0 h 83"/>
                      <a:gd name="T22" fmla="*/ 11 w 16"/>
                      <a:gd name="T23" fmla="*/ 16 h 83"/>
                      <a:gd name="T24" fmla="*/ 13 w 16"/>
                      <a:gd name="T25" fmla="*/ 21 h 83"/>
                      <a:gd name="T26" fmla="*/ 12 w 16"/>
                      <a:gd name="T27" fmla="*/ 21 h 83"/>
                      <a:gd name="T28" fmla="*/ 11 w 16"/>
                      <a:gd name="T29" fmla="*/ 22 h 83"/>
                      <a:gd name="T30" fmla="*/ 8 w 16"/>
                      <a:gd name="T31" fmla="*/ 21 h 83"/>
                      <a:gd name="T32" fmla="*/ 11 w 16"/>
                      <a:gd name="T33" fmla="*/ 25 h 83"/>
                      <a:gd name="T34" fmla="*/ 12 w 16"/>
                      <a:gd name="T35" fmla="*/ 26 h 83"/>
                      <a:gd name="T36" fmla="*/ 13 w 16"/>
                      <a:gd name="T37" fmla="*/ 25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6" h="83">
                        <a:moveTo>
                          <a:pt x="13" y="25"/>
                        </a:moveTo>
                        <a:cubicBezTo>
                          <a:pt x="13" y="29"/>
                          <a:pt x="15" y="36"/>
                          <a:pt x="11" y="36"/>
                        </a:cubicBezTo>
                        <a:cubicBezTo>
                          <a:pt x="13" y="38"/>
                          <a:pt x="16" y="46"/>
                          <a:pt x="11" y="47"/>
                        </a:cubicBezTo>
                        <a:cubicBezTo>
                          <a:pt x="11" y="48"/>
                          <a:pt x="13" y="47"/>
                          <a:pt x="13" y="49"/>
                        </a:cubicBezTo>
                        <a:cubicBezTo>
                          <a:pt x="13" y="83"/>
                          <a:pt x="13" y="83"/>
                          <a:pt x="13" y="83"/>
                        </a:cubicBezTo>
                        <a:cubicBezTo>
                          <a:pt x="9" y="81"/>
                          <a:pt x="5" y="78"/>
                          <a:pt x="0" y="76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1" y="13"/>
                          <a:pt x="3" y="14"/>
                          <a:pt x="3" y="12"/>
                        </a:cubicBezTo>
                        <a:cubicBezTo>
                          <a:pt x="4" y="10"/>
                          <a:pt x="1" y="11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cubicBezTo>
                          <a:pt x="13" y="6"/>
                          <a:pt x="15" y="14"/>
                          <a:pt x="11" y="16"/>
                        </a:cubicBezTo>
                        <a:cubicBezTo>
                          <a:pt x="12" y="17"/>
                          <a:pt x="14" y="18"/>
                          <a:pt x="13" y="21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9" y="21"/>
                          <a:pt x="8" y="21"/>
                        </a:cubicBezTo>
                        <a:cubicBezTo>
                          <a:pt x="8" y="23"/>
                          <a:pt x="9" y="25"/>
                          <a:pt x="11" y="25"/>
                        </a:cubicBezTo>
                        <a:cubicBezTo>
                          <a:pt x="12" y="26"/>
                          <a:pt x="12" y="26"/>
                          <a:pt x="12" y="26"/>
                        </a:cubicBezTo>
                        <a:lnTo>
                          <a:pt x="13" y="2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2" name="Freeform 353"/>
                  <p:cNvSpPr>
                    <a:spLocks/>
                  </p:cNvSpPr>
                  <p:nvPr/>
                </p:nvSpPr>
                <p:spPr bwMode="auto">
                  <a:xfrm>
                    <a:off x="1154" y="924"/>
                    <a:ext cx="26" cy="121"/>
                  </a:xfrm>
                  <a:custGeom>
                    <a:avLst/>
                    <a:gdLst>
                      <a:gd name="T0" fmla="*/ 13 w 18"/>
                      <a:gd name="T1" fmla="*/ 33 h 83"/>
                      <a:gd name="T2" fmla="*/ 17 w 18"/>
                      <a:gd name="T3" fmla="*/ 34 h 83"/>
                      <a:gd name="T4" fmla="*/ 17 w 18"/>
                      <a:gd name="T5" fmla="*/ 76 h 83"/>
                      <a:gd name="T6" fmla="*/ 3 w 18"/>
                      <a:gd name="T7" fmla="*/ 83 h 83"/>
                      <a:gd name="T8" fmla="*/ 6 w 18"/>
                      <a:gd name="T9" fmla="*/ 70 h 83"/>
                      <a:gd name="T10" fmla="*/ 3 w 18"/>
                      <a:gd name="T11" fmla="*/ 55 h 83"/>
                      <a:gd name="T12" fmla="*/ 11 w 18"/>
                      <a:gd name="T13" fmla="*/ 57 h 83"/>
                      <a:gd name="T14" fmla="*/ 3 w 18"/>
                      <a:gd name="T15" fmla="*/ 52 h 83"/>
                      <a:gd name="T16" fmla="*/ 6 w 18"/>
                      <a:gd name="T17" fmla="*/ 46 h 83"/>
                      <a:gd name="T18" fmla="*/ 3 w 18"/>
                      <a:gd name="T19" fmla="*/ 12 h 83"/>
                      <a:gd name="T20" fmla="*/ 6 w 18"/>
                      <a:gd name="T21" fmla="*/ 8 h 83"/>
                      <a:gd name="T22" fmla="*/ 3 w 18"/>
                      <a:gd name="T23" fmla="*/ 0 h 83"/>
                      <a:gd name="T24" fmla="*/ 12 w 18"/>
                      <a:gd name="T25" fmla="*/ 0 h 83"/>
                      <a:gd name="T26" fmla="*/ 17 w 18"/>
                      <a:gd name="T27" fmla="*/ 0 h 83"/>
                      <a:gd name="T28" fmla="*/ 17 w 18"/>
                      <a:gd name="T29" fmla="*/ 5 h 83"/>
                      <a:gd name="T30" fmla="*/ 13 w 18"/>
                      <a:gd name="T31" fmla="*/ 5 h 83"/>
                      <a:gd name="T32" fmla="*/ 13 w 18"/>
                      <a:gd name="T33" fmla="*/ 9 h 83"/>
                      <a:gd name="T34" fmla="*/ 17 w 18"/>
                      <a:gd name="T35" fmla="*/ 11 h 83"/>
                      <a:gd name="T36" fmla="*/ 14 w 18"/>
                      <a:gd name="T37" fmla="*/ 19 h 83"/>
                      <a:gd name="T38" fmla="*/ 13 w 18"/>
                      <a:gd name="T39" fmla="*/ 19 h 83"/>
                      <a:gd name="T40" fmla="*/ 13 w 18"/>
                      <a:gd name="T41" fmla="*/ 20 h 83"/>
                      <a:gd name="T42" fmla="*/ 9 w 18"/>
                      <a:gd name="T43" fmla="*/ 20 h 83"/>
                      <a:gd name="T44" fmla="*/ 12 w 18"/>
                      <a:gd name="T45" fmla="*/ 23 h 83"/>
                      <a:gd name="T46" fmla="*/ 11 w 18"/>
                      <a:gd name="T47" fmla="*/ 24 h 83"/>
                      <a:gd name="T48" fmla="*/ 13 w 18"/>
                      <a:gd name="T49" fmla="*/ 25 h 83"/>
                      <a:gd name="T50" fmla="*/ 13 w 18"/>
                      <a:gd name="T51" fmla="*/ 28 h 83"/>
                      <a:gd name="T52" fmla="*/ 12 w 18"/>
                      <a:gd name="T53" fmla="*/ 28 h 83"/>
                      <a:gd name="T54" fmla="*/ 11 w 18"/>
                      <a:gd name="T55" fmla="*/ 29 h 83"/>
                      <a:gd name="T56" fmla="*/ 6 w 18"/>
                      <a:gd name="T57" fmla="*/ 34 h 83"/>
                      <a:gd name="T58" fmla="*/ 10 w 18"/>
                      <a:gd name="T59" fmla="*/ 35 h 83"/>
                      <a:gd name="T60" fmla="*/ 11 w 18"/>
                      <a:gd name="T61" fmla="*/ 33 h 83"/>
                      <a:gd name="T62" fmla="*/ 12 w 18"/>
                      <a:gd name="T63" fmla="*/ 34 h 83"/>
                      <a:gd name="T64" fmla="*/ 13 w 18"/>
                      <a:gd name="T65" fmla="*/ 33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8" h="83">
                        <a:moveTo>
                          <a:pt x="13" y="33"/>
                        </a:moveTo>
                        <a:cubicBezTo>
                          <a:pt x="15" y="33"/>
                          <a:pt x="15" y="34"/>
                          <a:pt x="17" y="34"/>
                        </a:cubicBezTo>
                        <a:cubicBezTo>
                          <a:pt x="16" y="48"/>
                          <a:pt x="17" y="61"/>
                          <a:pt x="17" y="76"/>
                        </a:cubicBezTo>
                        <a:cubicBezTo>
                          <a:pt x="12" y="78"/>
                          <a:pt x="8" y="81"/>
                          <a:pt x="3" y="83"/>
                        </a:cubicBezTo>
                        <a:cubicBezTo>
                          <a:pt x="4" y="78"/>
                          <a:pt x="1" y="71"/>
                          <a:pt x="6" y="70"/>
                        </a:cubicBezTo>
                        <a:cubicBezTo>
                          <a:pt x="2" y="68"/>
                          <a:pt x="3" y="61"/>
                          <a:pt x="3" y="55"/>
                        </a:cubicBezTo>
                        <a:cubicBezTo>
                          <a:pt x="6" y="56"/>
                          <a:pt x="7" y="58"/>
                          <a:pt x="11" y="57"/>
                        </a:cubicBezTo>
                        <a:cubicBezTo>
                          <a:pt x="10" y="53"/>
                          <a:pt x="7" y="52"/>
                          <a:pt x="3" y="52"/>
                        </a:cubicBezTo>
                        <a:cubicBezTo>
                          <a:pt x="3" y="49"/>
                          <a:pt x="3" y="46"/>
                          <a:pt x="6" y="46"/>
                        </a:cubicBezTo>
                        <a:cubicBezTo>
                          <a:pt x="0" y="39"/>
                          <a:pt x="4" y="23"/>
                          <a:pt x="3" y="12"/>
                        </a:cubicBezTo>
                        <a:cubicBezTo>
                          <a:pt x="3" y="9"/>
                          <a:pt x="5" y="9"/>
                          <a:pt x="6" y="8"/>
                        </a:cubicBezTo>
                        <a:cubicBezTo>
                          <a:pt x="4" y="6"/>
                          <a:pt x="2" y="5"/>
                          <a:pt x="3" y="0"/>
                        </a:cubicBezTo>
                        <a:cubicBezTo>
                          <a:pt x="6" y="0"/>
                          <a:pt x="10" y="5"/>
                          <a:pt x="12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5"/>
                          <a:pt x="17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3" y="11"/>
                          <a:pt x="17" y="8"/>
                          <a:pt x="17" y="11"/>
                        </a:cubicBezTo>
                        <a:cubicBezTo>
                          <a:pt x="18" y="15"/>
                          <a:pt x="13" y="14"/>
                          <a:pt x="14" y="19"/>
                        </a:cubicBezTo>
                        <a:cubicBezTo>
                          <a:pt x="13" y="19"/>
                          <a:pt x="13" y="19"/>
                          <a:pt x="13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9" y="20"/>
                          <a:pt x="9" y="20"/>
                          <a:pt x="9" y="20"/>
                        </a:cubicBezTo>
                        <a:cubicBezTo>
                          <a:pt x="9" y="22"/>
                          <a:pt x="9" y="23"/>
                          <a:pt x="12" y="23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4" y="25"/>
                          <a:pt x="13" y="27"/>
                          <a:pt x="13" y="28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9"/>
                          <a:pt x="11" y="29"/>
                          <a:pt x="11" y="29"/>
                        </a:cubicBezTo>
                        <a:cubicBezTo>
                          <a:pt x="7" y="29"/>
                          <a:pt x="6" y="30"/>
                          <a:pt x="6" y="34"/>
                        </a:cubicBezTo>
                        <a:cubicBezTo>
                          <a:pt x="8" y="34"/>
                          <a:pt x="8" y="35"/>
                          <a:pt x="10" y="35"/>
                        </a:cubicBezTo>
                        <a:cubicBezTo>
                          <a:pt x="10" y="34"/>
                          <a:pt x="11" y="34"/>
                          <a:pt x="11" y="33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lnTo>
                          <a:pt x="13" y="3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3" name="Freeform 354"/>
                  <p:cNvSpPr>
                    <a:spLocks/>
                  </p:cNvSpPr>
                  <p:nvPr/>
                </p:nvSpPr>
                <p:spPr bwMode="auto">
                  <a:xfrm>
                    <a:off x="1173" y="950"/>
                    <a:ext cx="6" cy="11"/>
                  </a:xfrm>
                  <a:custGeom>
                    <a:avLst/>
                    <a:gdLst>
                      <a:gd name="T0" fmla="*/ 1 w 4"/>
                      <a:gd name="T1" fmla="*/ 3 h 7"/>
                      <a:gd name="T2" fmla="*/ 1 w 4"/>
                      <a:gd name="T3" fmla="*/ 1 h 7"/>
                      <a:gd name="T4" fmla="*/ 4 w 4"/>
                      <a:gd name="T5" fmla="*/ 0 h 7"/>
                      <a:gd name="T6" fmla="*/ 4 w 4"/>
                      <a:gd name="T7" fmla="*/ 7 h 7"/>
                      <a:gd name="T8" fmla="*/ 0 w 4"/>
                      <a:gd name="T9" fmla="*/ 6 h 7"/>
                      <a:gd name="T10" fmla="*/ 1 w 4"/>
                      <a:gd name="T11" fmla="*/ 4 h 7"/>
                      <a:gd name="T12" fmla="*/ 0 w 4"/>
                      <a:gd name="T13" fmla="*/ 4 h 7"/>
                      <a:gd name="T14" fmla="*/ 0 w 4"/>
                      <a:gd name="T15" fmla="*/ 2 h 7"/>
                      <a:gd name="T16" fmla="*/ 1 w 4"/>
                      <a:gd name="T17" fmla="*/ 3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" h="7">
                        <a:moveTo>
                          <a:pt x="1" y="3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3" y="0"/>
                          <a:pt x="4" y="0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2" y="7"/>
                          <a:pt x="2" y="6"/>
                          <a:pt x="0" y="6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4" name="Freeform 355"/>
                  <p:cNvSpPr>
                    <a:spLocks/>
                  </p:cNvSpPr>
                  <p:nvPr/>
                </p:nvSpPr>
                <p:spPr bwMode="auto">
                  <a:xfrm>
                    <a:off x="841" y="985"/>
                    <a:ext cx="9" cy="5"/>
                  </a:xfrm>
                  <a:custGeom>
                    <a:avLst/>
                    <a:gdLst>
                      <a:gd name="T0" fmla="*/ 0 w 6"/>
                      <a:gd name="T1" fmla="*/ 2 h 3"/>
                      <a:gd name="T2" fmla="*/ 0 w 6"/>
                      <a:gd name="T3" fmla="*/ 0 h 3"/>
                      <a:gd name="T4" fmla="*/ 5 w 6"/>
                      <a:gd name="T5" fmla="*/ 0 h 3"/>
                      <a:gd name="T6" fmla="*/ 2 w 6"/>
                      <a:gd name="T7" fmla="*/ 3 h 3"/>
                      <a:gd name="T8" fmla="*/ 1 w 6"/>
                      <a:gd name="T9" fmla="*/ 2 h 3"/>
                      <a:gd name="T10" fmla="*/ 0 w 6"/>
                      <a:gd name="T11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3">
                        <a:moveTo>
                          <a:pt x="0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6" y="2"/>
                          <a:pt x="4" y="2"/>
                          <a:pt x="2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5" name="Freeform 356"/>
                  <p:cNvSpPr>
                    <a:spLocks/>
                  </p:cNvSpPr>
                  <p:nvPr/>
                </p:nvSpPr>
                <p:spPr bwMode="auto">
                  <a:xfrm>
                    <a:off x="838" y="993"/>
                    <a:ext cx="25" cy="90"/>
                  </a:xfrm>
                  <a:custGeom>
                    <a:avLst/>
                    <a:gdLst>
                      <a:gd name="T0" fmla="*/ 3 w 17"/>
                      <a:gd name="T1" fmla="*/ 1 h 62"/>
                      <a:gd name="T2" fmla="*/ 4 w 17"/>
                      <a:gd name="T3" fmla="*/ 0 h 62"/>
                      <a:gd name="T4" fmla="*/ 5 w 17"/>
                      <a:gd name="T5" fmla="*/ 0 h 62"/>
                      <a:gd name="T6" fmla="*/ 5 w 17"/>
                      <a:gd name="T7" fmla="*/ 2 h 62"/>
                      <a:gd name="T8" fmla="*/ 7 w 17"/>
                      <a:gd name="T9" fmla="*/ 3 h 62"/>
                      <a:gd name="T10" fmla="*/ 7 w 17"/>
                      <a:gd name="T11" fmla="*/ 4 h 62"/>
                      <a:gd name="T12" fmla="*/ 14 w 17"/>
                      <a:gd name="T13" fmla="*/ 5 h 62"/>
                      <a:gd name="T14" fmla="*/ 14 w 17"/>
                      <a:gd name="T15" fmla="*/ 6 h 62"/>
                      <a:gd name="T16" fmla="*/ 15 w 17"/>
                      <a:gd name="T17" fmla="*/ 6 h 62"/>
                      <a:gd name="T18" fmla="*/ 12 w 17"/>
                      <a:gd name="T19" fmla="*/ 18 h 62"/>
                      <a:gd name="T20" fmla="*/ 15 w 17"/>
                      <a:gd name="T21" fmla="*/ 20 h 62"/>
                      <a:gd name="T22" fmla="*/ 15 w 17"/>
                      <a:gd name="T23" fmla="*/ 62 h 62"/>
                      <a:gd name="T24" fmla="*/ 2 w 17"/>
                      <a:gd name="T25" fmla="*/ 57 h 62"/>
                      <a:gd name="T26" fmla="*/ 3 w 17"/>
                      <a:gd name="T27" fmla="*/ 57 h 62"/>
                      <a:gd name="T28" fmla="*/ 3 w 17"/>
                      <a:gd name="T29" fmla="*/ 57 h 62"/>
                      <a:gd name="T30" fmla="*/ 3 w 17"/>
                      <a:gd name="T31" fmla="*/ 53 h 62"/>
                      <a:gd name="T32" fmla="*/ 3 w 17"/>
                      <a:gd name="T33" fmla="*/ 52 h 62"/>
                      <a:gd name="T34" fmla="*/ 2 w 17"/>
                      <a:gd name="T35" fmla="*/ 52 h 62"/>
                      <a:gd name="T36" fmla="*/ 3 w 17"/>
                      <a:gd name="T37" fmla="*/ 20 h 62"/>
                      <a:gd name="T38" fmla="*/ 6 w 17"/>
                      <a:gd name="T39" fmla="*/ 9 h 62"/>
                      <a:gd name="T40" fmla="*/ 6 w 17"/>
                      <a:gd name="T41" fmla="*/ 11 h 62"/>
                      <a:gd name="T42" fmla="*/ 8 w 17"/>
                      <a:gd name="T43" fmla="*/ 10 h 62"/>
                      <a:gd name="T44" fmla="*/ 10 w 17"/>
                      <a:gd name="T45" fmla="*/ 13 h 62"/>
                      <a:gd name="T46" fmla="*/ 10 w 17"/>
                      <a:gd name="T47" fmla="*/ 10 h 62"/>
                      <a:gd name="T48" fmla="*/ 7 w 17"/>
                      <a:gd name="T49" fmla="*/ 9 h 62"/>
                      <a:gd name="T50" fmla="*/ 6 w 17"/>
                      <a:gd name="T51" fmla="*/ 9 h 62"/>
                      <a:gd name="T52" fmla="*/ 2 w 17"/>
                      <a:gd name="T53" fmla="*/ 8 h 62"/>
                      <a:gd name="T54" fmla="*/ 2 w 17"/>
                      <a:gd name="T55" fmla="*/ 1 h 62"/>
                      <a:gd name="T56" fmla="*/ 3 w 17"/>
                      <a:gd name="T57" fmla="*/ 1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17" h="62">
                        <a:moveTo>
                          <a:pt x="3" y="1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6"/>
                          <a:pt x="12" y="4"/>
                          <a:pt x="14" y="5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5" y="11"/>
                          <a:pt x="17" y="18"/>
                          <a:pt x="12" y="18"/>
                        </a:cubicBezTo>
                        <a:cubicBezTo>
                          <a:pt x="12" y="19"/>
                          <a:pt x="15" y="18"/>
                          <a:pt x="15" y="20"/>
                        </a:cubicBezTo>
                        <a:cubicBezTo>
                          <a:pt x="14" y="34"/>
                          <a:pt x="16" y="45"/>
                          <a:pt x="15" y="62"/>
                        </a:cubicBezTo>
                        <a:cubicBezTo>
                          <a:pt x="10" y="61"/>
                          <a:pt x="4" y="61"/>
                          <a:pt x="2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5" y="60"/>
                          <a:pt x="6" y="52"/>
                          <a:pt x="3" y="53"/>
                        </a:cubicBezTo>
                        <a:cubicBezTo>
                          <a:pt x="3" y="52"/>
                          <a:pt x="3" y="52"/>
                          <a:pt x="3" y="5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1" y="44"/>
                          <a:pt x="3" y="30"/>
                          <a:pt x="3" y="20"/>
                        </a:cubicBezTo>
                        <a:cubicBezTo>
                          <a:pt x="3" y="15"/>
                          <a:pt x="0" y="10"/>
                          <a:pt x="6" y="9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9" y="13"/>
                          <a:pt x="9" y="13"/>
                          <a:pt x="10" y="13"/>
                        </a:cubicBezTo>
                        <a:cubicBezTo>
                          <a:pt x="10" y="10"/>
                          <a:pt x="10" y="10"/>
                          <a:pt x="10" y="10"/>
                        </a:cubicBezTo>
                        <a:cubicBezTo>
                          <a:pt x="8" y="10"/>
                          <a:pt x="7" y="9"/>
                          <a:pt x="7" y="9"/>
                        </a:cubicBezTo>
                        <a:cubicBezTo>
                          <a:pt x="6" y="9"/>
                          <a:pt x="6" y="9"/>
                          <a:pt x="6" y="9"/>
                        </a:cubicBezTo>
                        <a:cubicBezTo>
                          <a:pt x="6" y="7"/>
                          <a:pt x="4" y="7"/>
                          <a:pt x="2" y="8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6" name="Freeform 357"/>
                  <p:cNvSpPr>
                    <a:spLocks/>
                  </p:cNvSpPr>
                  <p:nvPr/>
                </p:nvSpPr>
                <p:spPr bwMode="auto">
                  <a:xfrm>
                    <a:off x="904" y="990"/>
                    <a:ext cx="6" cy="6"/>
                  </a:xfrm>
                  <a:custGeom>
                    <a:avLst/>
                    <a:gdLst>
                      <a:gd name="T0" fmla="*/ 4 w 4"/>
                      <a:gd name="T1" fmla="*/ 1 h 4"/>
                      <a:gd name="T2" fmla="*/ 4 w 4"/>
                      <a:gd name="T3" fmla="*/ 2 h 4"/>
                      <a:gd name="T4" fmla="*/ 3 w 4"/>
                      <a:gd name="T5" fmla="*/ 3 h 4"/>
                      <a:gd name="T6" fmla="*/ 3 w 4"/>
                      <a:gd name="T7" fmla="*/ 4 h 4"/>
                      <a:gd name="T8" fmla="*/ 0 w 4"/>
                      <a:gd name="T9" fmla="*/ 4 h 4"/>
                      <a:gd name="T10" fmla="*/ 1 w 4"/>
                      <a:gd name="T11" fmla="*/ 0 h 4"/>
                      <a:gd name="T12" fmla="*/ 2 w 4"/>
                      <a:gd name="T13" fmla="*/ 1 h 4"/>
                      <a:gd name="T14" fmla="*/ 4 w 4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" h="4">
                        <a:moveTo>
                          <a:pt x="4" y="1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1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358"/>
                  <p:cNvSpPr>
                    <a:spLocks/>
                  </p:cNvSpPr>
                  <p:nvPr/>
                </p:nvSpPr>
                <p:spPr bwMode="auto">
                  <a:xfrm>
                    <a:off x="904" y="997"/>
                    <a:ext cx="10" cy="12"/>
                  </a:xfrm>
                  <a:custGeom>
                    <a:avLst/>
                    <a:gdLst>
                      <a:gd name="T0" fmla="*/ 5 w 7"/>
                      <a:gd name="T1" fmla="*/ 2 h 8"/>
                      <a:gd name="T2" fmla="*/ 7 w 7"/>
                      <a:gd name="T3" fmla="*/ 1 h 8"/>
                      <a:gd name="T4" fmla="*/ 7 w 7"/>
                      <a:gd name="T5" fmla="*/ 5 h 8"/>
                      <a:gd name="T6" fmla="*/ 4 w 7"/>
                      <a:gd name="T7" fmla="*/ 5 h 8"/>
                      <a:gd name="T8" fmla="*/ 4 w 7"/>
                      <a:gd name="T9" fmla="*/ 8 h 8"/>
                      <a:gd name="T10" fmla="*/ 1 w 7"/>
                      <a:gd name="T11" fmla="*/ 8 h 8"/>
                      <a:gd name="T12" fmla="*/ 2 w 7"/>
                      <a:gd name="T13" fmla="*/ 6 h 8"/>
                      <a:gd name="T14" fmla="*/ 1 w 7"/>
                      <a:gd name="T15" fmla="*/ 5 h 8"/>
                      <a:gd name="T16" fmla="*/ 4 w 7"/>
                      <a:gd name="T17" fmla="*/ 0 h 8"/>
                      <a:gd name="T18" fmla="*/ 5 w 7"/>
                      <a:gd name="T19" fmla="*/ 2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" h="8">
                        <a:moveTo>
                          <a:pt x="5" y="2"/>
                        </a:move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0"/>
                          <a:pt x="2" y="1"/>
                          <a:pt x="4" y="0"/>
                        </a:cubicBezTo>
                        <a:lnTo>
                          <a:pt x="5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359"/>
                  <p:cNvSpPr>
                    <a:spLocks/>
                  </p:cNvSpPr>
                  <p:nvPr/>
                </p:nvSpPr>
                <p:spPr bwMode="auto">
                  <a:xfrm>
                    <a:off x="892" y="1012"/>
                    <a:ext cx="22" cy="82"/>
                  </a:xfrm>
                  <a:custGeom>
                    <a:avLst/>
                    <a:gdLst>
                      <a:gd name="T0" fmla="*/ 13 w 15"/>
                      <a:gd name="T1" fmla="*/ 2 h 56"/>
                      <a:gd name="T2" fmla="*/ 15 w 15"/>
                      <a:gd name="T3" fmla="*/ 1 h 56"/>
                      <a:gd name="T4" fmla="*/ 15 w 15"/>
                      <a:gd name="T5" fmla="*/ 7 h 56"/>
                      <a:gd name="T6" fmla="*/ 9 w 15"/>
                      <a:gd name="T7" fmla="*/ 7 h 56"/>
                      <a:gd name="T8" fmla="*/ 15 w 15"/>
                      <a:gd name="T9" fmla="*/ 13 h 56"/>
                      <a:gd name="T10" fmla="*/ 15 w 15"/>
                      <a:gd name="T11" fmla="*/ 22 h 56"/>
                      <a:gd name="T12" fmla="*/ 13 w 15"/>
                      <a:gd name="T13" fmla="*/ 22 h 56"/>
                      <a:gd name="T14" fmla="*/ 12 w 15"/>
                      <a:gd name="T15" fmla="*/ 23 h 56"/>
                      <a:gd name="T16" fmla="*/ 9 w 15"/>
                      <a:gd name="T17" fmla="*/ 24 h 56"/>
                      <a:gd name="T18" fmla="*/ 12 w 15"/>
                      <a:gd name="T19" fmla="*/ 24 h 56"/>
                      <a:gd name="T20" fmla="*/ 13 w 15"/>
                      <a:gd name="T21" fmla="*/ 25 h 56"/>
                      <a:gd name="T22" fmla="*/ 15 w 15"/>
                      <a:gd name="T23" fmla="*/ 25 h 56"/>
                      <a:gd name="T24" fmla="*/ 15 w 15"/>
                      <a:gd name="T25" fmla="*/ 28 h 56"/>
                      <a:gd name="T26" fmla="*/ 12 w 15"/>
                      <a:gd name="T27" fmla="*/ 27 h 56"/>
                      <a:gd name="T28" fmla="*/ 15 w 15"/>
                      <a:gd name="T29" fmla="*/ 48 h 56"/>
                      <a:gd name="T30" fmla="*/ 9 w 15"/>
                      <a:gd name="T31" fmla="*/ 48 h 56"/>
                      <a:gd name="T32" fmla="*/ 15 w 15"/>
                      <a:gd name="T33" fmla="*/ 54 h 56"/>
                      <a:gd name="T34" fmla="*/ 1 w 15"/>
                      <a:gd name="T35" fmla="*/ 53 h 56"/>
                      <a:gd name="T36" fmla="*/ 4 w 15"/>
                      <a:gd name="T37" fmla="*/ 38 h 56"/>
                      <a:gd name="T38" fmla="*/ 1 w 15"/>
                      <a:gd name="T39" fmla="*/ 36 h 56"/>
                      <a:gd name="T40" fmla="*/ 2 w 15"/>
                      <a:gd name="T41" fmla="*/ 23 h 56"/>
                      <a:gd name="T42" fmla="*/ 1 w 15"/>
                      <a:gd name="T43" fmla="*/ 18 h 56"/>
                      <a:gd name="T44" fmla="*/ 2 w 15"/>
                      <a:gd name="T45" fmla="*/ 18 h 56"/>
                      <a:gd name="T46" fmla="*/ 2 w 15"/>
                      <a:gd name="T47" fmla="*/ 17 h 56"/>
                      <a:gd name="T48" fmla="*/ 2 w 15"/>
                      <a:gd name="T49" fmla="*/ 16 h 56"/>
                      <a:gd name="T50" fmla="*/ 2 w 15"/>
                      <a:gd name="T51" fmla="*/ 15 h 56"/>
                      <a:gd name="T52" fmla="*/ 1 w 15"/>
                      <a:gd name="T53" fmla="*/ 15 h 56"/>
                      <a:gd name="T54" fmla="*/ 1 w 15"/>
                      <a:gd name="T55" fmla="*/ 3 h 56"/>
                      <a:gd name="T56" fmla="*/ 2 w 15"/>
                      <a:gd name="T57" fmla="*/ 4 h 56"/>
                      <a:gd name="T58" fmla="*/ 2 w 15"/>
                      <a:gd name="T59" fmla="*/ 2 h 56"/>
                      <a:gd name="T60" fmla="*/ 12 w 15"/>
                      <a:gd name="T61" fmla="*/ 1 h 56"/>
                      <a:gd name="T62" fmla="*/ 13 w 15"/>
                      <a:gd name="T63" fmla="*/ 2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5" h="5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4"/>
                          <a:pt x="12" y="6"/>
                          <a:pt x="15" y="7"/>
                        </a:cubicBezTo>
                        <a:cubicBezTo>
                          <a:pt x="13" y="10"/>
                          <a:pt x="11" y="6"/>
                          <a:pt x="9" y="7"/>
                        </a:cubicBezTo>
                        <a:cubicBezTo>
                          <a:pt x="9" y="10"/>
                          <a:pt x="10" y="13"/>
                          <a:pt x="15" y="13"/>
                        </a:cubicBezTo>
                        <a:cubicBezTo>
                          <a:pt x="15" y="22"/>
                          <a:pt x="15" y="22"/>
                          <a:pt x="15" y="22"/>
                        </a:cubicBezTo>
                        <a:cubicBezTo>
                          <a:pt x="13" y="22"/>
                          <a:pt x="13" y="22"/>
                          <a:pt x="13" y="22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1" y="22"/>
                          <a:pt x="9" y="22"/>
                          <a:pt x="9" y="24"/>
                        </a:cubicBezTo>
                        <a:cubicBezTo>
                          <a:pt x="12" y="24"/>
                          <a:pt x="12" y="24"/>
                          <a:pt x="12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15" y="28"/>
                          <a:pt x="15" y="28"/>
                          <a:pt x="15" y="28"/>
                        </a:cubicBezTo>
                        <a:cubicBezTo>
                          <a:pt x="13" y="28"/>
                          <a:pt x="13" y="27"/>
                          <a:pt x="12" y="27"/>
                        </a:cubicBezTo>
                        <a:cubicBezTo>
                          <a:pt x="15" y="32"/>
                          <a:pt x="15" y="40"/>
                          <a:pt x="15" y="48"/>
                        </a:cubicBezTo>
                        <a:cubicBezTo>
                          <a:pt x="14" y="52"/>
                          <a:pt x="11" y="44"/>
                          <a:pt x="9" y="48"/>
                        </a:cubicBezTo>
                        <a:cubicBezTo>
                          <a:pt x="11" y="49"/>
                          <a:pt x="12" y="53"/>
                          <a:pt x="15" y="54"/>
                        </a:cubicBezTo>
                        <a:cubicBezTo>
                          <a:pt x="11" y="56"/>
                          <a:pt x="5" y="53"/>
                          <a:pt x="1" y="53"/>
                        </a:cubicBezTo>
                        <a:cubicBezTo>
                          <a:pt x="0" y="47"/>
                          <a:pt x="2" y="42"/>
                          <a:pt x="4" y="38"/>
                        </a:cubicBezTo>
                        <a:cubicBezTo>
                          <a:pt x="3" y="37"/>
                          <a:pt x="4" y="35"/>
                          <a:pt x="1" y="36"/>
                        </a:cubicBezTo>
                        <a:cubicBezTo>
                          <a:pt x="1" y="31"/>
                          <a:pt x="0" y="25"/>
                          <a:pt x="2" y="23"/>
                        </a:cubicBezTo>
                        <a:cubicBezTo>
                          <a:pt x="3" y="20"/>
                          <a:pt x="0" y="21"/>
                          <a:pt x="1" y="18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6" y="18"/>
                          <a:pt x="6" y="15"/>
                          <a:pt x="2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3"/>
                          <a:pt x="8" y="0"/>
                          <a:pt x="12" y="1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360"/>
                  <p:cNvSpPr>
                    <a:spLocks/>
                  </p:cNvSpPr>
                  <p:nvPr/>
                </p:nvSpPr>
                <p:spPr bwMode="auto">
                  <a:xfrm>
                    <a:off x="894" y="1000"/>
                    <a:ext cx="13" cy="16"/>
                  </a:xfrm>
                  <a:custGeom>
                    <a:avLst/>
                    <a:gdLst>
                      <a:gd name="T0" fmla="*/ 1 w 9"/>
                      <a:gd name="T1" fmla="*/ 7 h 11"/>
                      <a:gd name="T2" fmla="*/ 0 w 9"/>
                      <a:gd name="T3" fmla="*/ 8 h 11"/>
                      <a:gd name="T4" fmla="*/ 0 w 9"/>
                      <a:gd name="T5" fmla="*/ 0 h 11"/>
                      <a:gd name="T6" fmla="*/ 8 w 9"/>
                      <a:gd name="T7" fmla="*/ 3 h 11"/>
                      <a:gd name="T8" fmla="*/ 7 w 9"/>
                      <a:gd name="T9" fmla="*/ 5 h 11"/>
                      <a:gd name="T10" fmla="*/ 8 w 9"/>
                      <a:gd name="T11" fmla="*/ 6 h 11"/>
                      <a:gd name="T12" fmla="*/ 1 w 9"/>
                      <a:gd name="T13" fmla="*/ 9 h 11"/>
                      <a:gd name="T14" fmla="*/ 1 w 9"/>
                      <a:gd name="T15" fmla="*/ 7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11">
                        <a:moveTo>
                          <a:pt x="1" y="7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1"/>
                          <a:pt x="4" y="3"/>
                          <a:pt x="8" y="3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9" y="11"/>
                          <a:pt x="4" y="6"/>
                          <a:pt x="1" y="9"/>
                        </a:cubicBezTo>
                        <a:lnTo>
                          <a:pt x="1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361"/>
                  <p:cNvSpPr>
                    <a:spLocks/>
                  </p:cNvSpPr>
                  <p:nvPr/>
                </p:nvSpPr>
                <p:spPr bwMode="auto">
                  <a:xfrm>
                    <a:off x="997" y="335"/>
                    <a:ext cx="2" cy="11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0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0" y="5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362"/>
                  <p:cNvSpPr>
                    <a:spLocks/>
                  </p:cNvSpPr>
                  <p:nvPr/>
                </p:nvSpPr>
                <p:spPr bwMode="auto">
                  <a:xfrm>
                    <a:off x="1008" y="247"/>
                    <a:ext cx="4" cy="0"/>
                  </a:xfrm>
                  <a:custGeom>
                    <a:avLst/>
                    <a:gdLst>
                      <a:gd name="T0" fmla="*/ 3 w 3"/>
                      <a:gd name="T1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363"/>
                  <p:cNvSpPr>
                    <a:spLocks/>
                  </p:cNvSpPr>
                  <p:nvPr/>
                </p:nvSpPr>
                <p:spPr bwMode="auto">
                  <a:xfrm>
                    <a:off x="1015" y="232"/>
                    <a:ext cx="0" cy="15"/>
                  </a:xfrm>
                  <a:custGeom>
                    <a:avLst/>
                    <a:gdLst>
                      <a:gd name="T0" fmla="*/ 10 h 10"/>
                      <a:gd name="T1" fmla="*/ 0 h 10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0">
                        <a:moveTo>
                          <a:pt x="0" y="10"/>
                        </a:moveTo>
                        <a:cubicBezTo>
                          <a:pt x="0" y="7"/>
                          <a:pt x="0" y="3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364"/>
                  <p:cNvSpPr>
                    <a:spLocks/>
                  </p:cNvSpPr>
                  <p:nvPr/>
                </p:nvSpPr>
                <p:spPr bwMode="auto">
                  <a:xfrm>
                    <a:off x="841" y="264"/>
                    <a:ext cx="5" cy="5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1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365"/>
                  <p:cNvSpPr>
                    <a:spLocks/>
                  </p:cNvSpPr>
                  <p:nvPr/>
                </p:nvSpPr>
                <p:spPr bwMode="auto">
                  <a:xfrm>
                    <a:off x="843" y="257"/>
                    <a:ext cx="4" cy="4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2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366"/>
                  <p:cNvSpPr>
                    <a:spLocks/>
                  </p:cNvSpPr>
                  <p:nvPr/>
                </p:nvSpPr>
                <p:spPr bwMode="auto">
                  <a:xfrm>
                    <a:off x="856" y="254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367"/>
                  <p:cNvSpPr>
                    <a:spLocks/>
                  </p:cNvSpPr>
                  <p:nvPr/>
                </p:nvSpPr>
                <p:spPr bwMode="auto">
                  <a:xfrm>
                    <a:off x="786" y="380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368"/>
                  <p:cNvSpPr>
                    <a:spLocks/>
                  </p:cNvSpPr>
                  <p:nvPr/>
                </p:nvSpPr>
                <p:spPr bwMode="auto">
                  <a:xfrm>
                    <a:off x="784" y="358"/>
                    <a:ext cx="2" cy="9"/>
                  </a:xfrm>
                  <a:custGeom>
                    <a:avLst/>
                    <a:gdLst>
                      <a:gd name="T0" fmla="*/ 1 w 1"/>
                      <a:gd name="T1" fmla="*/ 6 h 6"/>
                      <a:gd name="T2" fmla="*/ 1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1" y="6"/>
                        </a:move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369"/>
                  <p:cNvSpPr>
                    <a:spLocks/>
                  </p:cNvSpPr>
                  <p:nvPr/>
                </p:nvSpPr>
                <p:spPr bwMode="auto">
                  <a:xfrm>
                    <a:off x="793" y="26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370"/>
                  <p:cNvSpPr>
                    <a:spLocks/>
                  </p:cNvSpPr>
                  <p:nvPr/>
                </p:nvSpPr>
                <p:spPr bwMode="auto">
                  <a:xfrm>
                    <a:off x="799" y="280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371"/>
                  <p:cNvSpPr>
                    <a:spLocks/>
                  </p:cNvSpPr>
                  <p:nvPr/>
                </p:nvSpPr>
                <p:spPr bwMode="auto">
                  <a:xfrm>
                    <a:off x="790" y="292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372"/>
                  <p:cNvSpPr>
                    <a:spLocks/>
                  </p:cNvSpPr>
                  <p:nvPr/>
                </p:nvSpPr>
                <p:spPr bwMode="auto">
                  <a:xfrm>
                    <a:off x="796" y="32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373"/>
                  <p:cNvSpPr>
                    <a:spLocks/>
                  </p:cNvSpPr>
                  <p:nvPr/>
                </p:nvSpPr>
                <p:spPr bwMode="auto">
                  <a:xfrm>
                    <a:off x="802" y="339"/>
                    <a:ext cx="1" cy="9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3" name="Freeform 374"/>
                  <p:cNvSpPr>
                    <a:spLocks/>
                  </p:cNvSpPr>
                  <p:nvPr/>
                </p:nvSpPr>
                <p:spPr bwMode="auto">
                  <a:xfrm>
                    <a:off x="1104" y="269"/>
                    <a:ext cx="2" cy="6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4" name="Freeform 375"/>
                  <p:cNvSpPr>
                    <a:spLocks/>
                  </p:cNvSpPr>
                  <p:nvPr/>
                </p:nvSpPr>
                <p:spPr bwMode="auto">
                  <a:xfrm>
                    <a:off x="1113" y="272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5" name="Line 3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13" y="272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6" name="Freeform 377"/>
                  <p:cNvSpPr>
                    <a:spLocks/>
                  </p:cNvSpPr>
                  <p:nvPr/>
                </p:nvSpPr>
                <p:spPr bwMode="auto">
                  <a:xfrm>
                    <a:off x="1120" y="269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1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7" name="Freeform 378"/>
                  <p:cNvSpPr>
                    <a:spLocks/>
                  </p:cNvSpPr>
                  <p:nvPr/>
                </p:nvSpPr>
                <p:spPr bwMode="auto">
                  <a:xfrm>
                    <a:off x="1120" y="288"/>
                    <a:ext cx="3" cy="10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cubicBezTo>
                          <a:pt x="2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8" name="Freeform 379"/>
                  <p:cNvSpPr>
                    <a:spLocks/>
                  </p:cNvSpPr>
                  <p:nvPr/>
                </p:nvSpPr>
                <p:spPr bwMode="auto">
                  <a:xfrm>
                    <a:off x="1122" y="301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380"/>
                  <p:cNvSpPr>
                    <a:spLocks/>
                  </p:cNvSpPr>
                  <p:nvPr/>
                </p:nvSpPr>
                <p:spPr bwMode="auto">
                  <a:xfrm>
                    <a:off x="1122" y="329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381"/>
                  <p:cNvSpPr>
                    <a:spLocks/>
                  </p:cNvSpPr>
                  <p:nvPr/>
                </p:nvSpPr>
                <p:spPr bwMode="auto">
                  <a:xfrm>
                    <a:off x="1114" y="371"/>
                    <a:ext cx="2" cy="5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" name="Freeform 382"/>
                  <p:cNvSpPr>
                    <a:spLocks/>
                  </p:cNvSpPr>
                  <p:nvPr/>
                </p:nvSpPr>
                <p:spPr bwMode="auto">
                  <a:xfrm>
                    <a:off x="746" y="273"/>
                    <a:ext cx="3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383"/>
                  <p:cNvSpPr>
                    <a:spLocks/>
                  </p:cNvSpPr>
                  <p:nvPr/>
                </p:nvSpPr>
                <p:spPr bwMode="auto">
                  <a:xfrm>
                    <a:off x="1157" y="381"/>
                    <a:ext cx="14" cy="8"/>
                  </a:xfrm>
                  <a:custGeom>
                    <a:avLst/>
                    <a:gdLst>
                      <a:gd name="T0" fmla="*/ 10 w 10"/>
                      <a:gd name="T1" fmla="*/ 5 h 5"/>
                      <a:gd name="T2" fmla="*/ 1 w 10"/>
                      <a:gd name="T3" fmla="*/ 5 h 5"/>
                      <a:gd name="T4" fmla="*/ 0 w 10"/>
                      <a:gd name="T5" fmla="*/ 1 h 5"/>
                      <a:gd name="T6" fmla="*/ 1 w 10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5">
                        <a:moveTo>
                          <a:pt x="10" y="5"/>
                        </a:moveTo>
                        <a:cubicBezTo>
                          <a:pt x="7" y="5"/>
                          <a:pt x="4" y="5"/>
                          <a:pt x="1" y="5"/>
                        </a:cubicBezTo>
                        <a:cubicBezTo>
                          <a:pt x="0" y="4"/>
                          <a:pt x="0" y="2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384"/>
                  <p:cNvSpPr>
                    <a:spLocks/>
                  </p:cNvSpPr>
                  <p:nvPr/>
                </p:nvSpPr>
                <p:spPr bwMode="auto">
                  <a:xfrm>
                    <a:off x="749" y="295"/>
                    <a:ext cx="2" cy="9"/>
                  </a:xfrm>
                  <a:custGeom>
                    <a:avLst/>
                    <a:gdLst>
                      <a:gd name="T0" fmla="*/ 0 w 1"/>
                      <a:gd name="T1" fmla="*/ 0 h 6"/>
                      <a:gd name="T2" fmla="*/ 0 w 1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0"/>
                        </a:moveTo>
                        <a:cubicBezTo>
                          <a:pt x="0" y="2"/>
                          <a:pt x="1" y="4"/>
                          <a:pt x="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4" name="Freeform 385"/>
                  <p:cNvSpPr>
                    <a:spLocks/>
                  </p:cNvSpPr>
                  <p:nvPr/>
                </p:nvSpPr>
                <p:spPr bwMode="auto">
                  <a:xfrm>
                    <a:off x="742" y="285"/>
                    <a:ext cx="9" cy="10"/>
                  </a:xfrm>
                  <a:custGeom>
                    <a:avLst/>
                    <a:gdLst>
                      <a:gd name="T0" fmla="*/ 5 w 6"/>
                      <a:gd name="T1" fmla="*/ 7 h 7"/>
                      <a:gd name="T2" fmla="*/ 3 w 6"/>
                      <a:gd name="T3" fmla="*/ 1 h 7"/>
                      <a:gd name="T4" fmla="*/ 0 w 6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7">
                        <a:moveTo>
                          <a:pt x="5" y="7"/>
                        </a:moveTo>
                        <a:cubicBezTo>
                          <a:pt x="6" y="5"/>
                          <a:pt x="5" y="3"/>
                          <a:pt x="3" y="1"/>
                        </a:cubicBezTo>
                        <a:cubicBezTo>
                          <a:pt x="2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Freeform 386"/>
                  <p:cNvSpPr>
                    <a:spLocks/>
                  </p:cNvSpPr>
                  <p:nvPr/>
                </p:nvSpPr>
                <p:spPr bwMode="auto">
                  <a:xfrm>
                    <a:off x="740" y="294"/>
                    <a:ext cx="9" cy="1"/>
                  </a:xfrm>
                  <a:custGeom>
                    <a:avLst/>
                    <a:gdLst>
                      <a:gd name="T0" fmla="*/ 6 w 6"/>
                      <a:gd name="T1" fmla="*/ 1 h 1"/>
                      <a:gd name="T2" fmla="*/ 0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1"/>
                        </a:moveTo>
                        <a:cubicBezTo>
                          <a:pt x="4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387"/>
                  <p:cNvSpPr>
                    <a:spLocks/>
                  </p:cNvSpPr>
                  <p:nvPr/>
                </p:nvSpPr>
                <p:spPr bwMode="auto">
                  <a:xfrm>
                    <a:off x="735" y="389"/>
                    <a:ext cx="7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7" name="Freeform 388"/>
                  <p:cNvSpPr>
                    <a:spLocks/>
                  </p:cNvSpPr>
                  <p:nvPr/>
                </p:nvSpPr>
                <p:spPr bwMode="auto">
                  <a:xfrm>
                    <a:off x="900" y="292"/>
                    <a:ext cx="4" cy="5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2" y="2"/>
                          <a:pt x="3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389"/>
                  <p:cNvSpPr>
                    <a:spLocks/>
                  </p:cNvSpPr>
                  <p:nvPr/>
                </p:nvSpPr>
                <p:spPr bwMode="auto">
                  <a:xfrm>
                    <a:off x="905" y="365"/>
                    <a:ext cx="3" cy="5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2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390"/>
                  <p:cNvSpPr>
                    <a:spLocks/>
                  </p:cNvSpPr>
                  <p:nvPr/>
                </p:nvSpPr>
                <p:spPr bwMode="auto">
                  <a:xfrm>
                    <a:off x="961" y="295"/>
                    <a:ext cx="1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0" name="Freeform 391"/>
                  <p:cNvSpPr>
                    <a:spLocks/>
                  </p:cNvSpPr>
                  <p:nvPr/>
                </p:nvSpPr>
                <p:spPr bwMode="auto">
                  <a:xfrm>
                    <a:off x="851" y="351"/>
                    <a:ext cx="2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392"/>
                  <p:cNvSpPr>
                    <a:spLocks/>
                  </p:cNvSpPr>
                  <p:nvPr/>
                </p:nvSpPr>
                <p:spPr bwMode="auto">
                  <a:xfrm>
                    <a:off x="840" y="355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393"/>
                  <p:cNvSpPr>
                    <a:spLocks/>
                  </p:cNvSpPr>
                  <p:nvPr/>
                </p:nvSpPr>
                <p:spPr bwMode="auto">
                  <a:xfrm>
                    <a:off x="841" y="305"/>
                    <a:ext cx="2" cy="8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3" name="Freeform 394"/>
                  <p:cNvSpPr>
                    <a:spLocks/>
                  </p:cNvSpPr>
                  <p:nvPr/>
                </p:nvSpPr>
                <p:spPr bwMode="auto">
                  <a:xfrm>
                    <a:off x="853" y="307"/>
                    <a:ext cx="6" cy="11"/>
                  </a:xfrm>
                  <a:custGeom>
                    <a:avLst/>
                    <a:gdLst>
                      <a:gd name="T0" fmla="*/ 1 w 4"/>
                      <a:gd name="T1" fmla="*/ 8 h 8"/>
                      <a:gd name="T2" fmla="*/ 0 w 4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8">
                        <a:moveTo>
                          <a:pt x="1" y="8"/>
                        </a:moveTo>
                        <a:cubicBezTo>
                          <a:pt x="4" y="6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4" name="Freeform 395"/>
                  <p:cNvSpPr>
                    <a:spLocks/>
                  </p:cNvSpPr>
                  <p:nvPr/>
                </p:nvSpPr>
                <p:spPr bwMode="auto">
                  <a:xfrm>
                    <a:off x="948" y="304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5" name="Freeform 396"/>
                  <p:cNvSpPr>
                    <a:spLocks/>
                  </p:cNvSpPr>
                  <p:nvPr/>
                </p:nvSpPr>
                <p:spPr bwMode="auto">
                  <a:xfrm>
                    <a:off x="1227" y="348"/>
                    <a:ext cx="1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4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6" name="Freeform 397"/>
                  <p:cNvSpPr>
                    <a:spLocks/>
                  </p:cNvSpPr>
                  <p:nvPr/>
                </p:nvSpPr>
                <p:spPr bwMode="auto">
                  <a:xfrm>
                    <a:off x="952" y="329"/>
                    <a:ext cx="8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7" name="Freeform 398"/>
                  <p:cNvSpPr>
                    <a:spLocks/>
                  </p:cNvSpPr>
                  <p:nvPr/>
                </p:nvSpPr>
                <p:spPr bwMode="auto">
                  <a:xfrm>
                    <a:off x="962" y="324"/>
                    <a:ext cx="0" cy="3"/>
                  </a:xfrm>
                  <a:custGeom>
                    <a:avLst/>
                    <a:gdLst>
                      <a:gd name="T0" fmla="*/ 3 h 3"/>
                      <a:gd name="T1" fmla="*/ 0 h 3"/>
                      <a:gd name="T2" fmla="*/ 3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Line 3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62" y="324"/>
                    <a:ext cx="0" cy="3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400"/>
                  <p:cNvSpPr>
                    <a:spLocks/>
                  </p:cNvSpPr>
                  <p:nvPr/>
                </p:nvSpPr>
                <p:spPr bwMode="auto">
                  <a:xfrm>
                    <a:off x="962" y="320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0" name="Freeform 401"/>
                  <p:cNvSpPr>
                    <a:spLocks/>
                  </p:cNvSpPr>
                  <p:nvPr/>
                </p:nvSpPr>
                <p:spPr bwMode="auto">
                  <a:xfrm>
                    <a:off x="625" y="374"/>
                    <a:ext cx="1" cy="12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1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1" y="5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402"/>
                  <p:cNvSpPr>
                    <a:spLocks/>
                  </p:cNvSpPr>
                  <p:nvPr/>
                </p:nvSpPr>
                <p:spPr bwMode="auto">
                  <a:xfrm>
                    <a:off x="843" y="384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403"/>
                  <p:cNvSpPr>
                    <a:spLocks/>
                  </p:cNvSpPr>
                  <p:nvPr/>
                </p:nvSpPr>
                <p:spPr bwMode="auto">
                  <a:xfrm>
                    <a:off x="1234" y="412"/>
                    <a:ext cx="12" cy="2"/>
                  </a:xfrm>
                  <a:custGeom>
                    <a:avLst/>
                    <a:gdLst>
                      <a:gd name="T0" fmla="*/ 8 w 8"/>
                      <a:gd name="T1" fmla="*/ 1 h 1"/>
                      <a:gd name="T2" fmla="*/ 0 w 8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8" h="1">
                        <a:moveTo>
                          <a:pt x="8" y="1"/>
                        </a:moveTo>
                        <a:cubicBezTo>
                          <a:pt x="5" y="0"/>
                          <a:pt x="3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3" name="Freeform 404"/>
                  <p:cNvSpPr>
                    <a:spLocks/>
                  </p:cNvSpPr>
                  <p:nvPr/>
                </p:nvSpPr>
                <p:spPr bwMode="auto">
                  <a:xfrm>
                    <a:off x="1258" y="412"/>
                    <a:ext cx="10" cy="2"/>
                  </a:xfrm>
                  <a:custGeom>
                    <a:avLst/>
                    <a:gdLst>
                      <a:gd name="T0" fmla="*/ 0 w 7"/>
                      <a:gd name="T1" fmla="*/ 1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1"/>
                        </a:moveTo>
                        <a:cubicBezTo>
                          <a:pt x="3" y="0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405"/>
                  <p:cNvSpPr>
                    <a:spLocks/>
                  </p:cNvSpPr>
                  <p:nvPr/>
                </p:nvSpPr>
                <p:spPr bwMode="auto">
                  <a:xfrm>
                    <a:off x="641" y="924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9" name="Freeform 407"/>
                <p:cNvSpPr>
                  <a:spLocks/>
                </p:cNvSpPr>
                <p:nvPr/>
              </p:nvSpPr>
              <p:spPr bwMode="auto">
                <a:xfrm>
                  <a:off x="1101725" y="1506538"/>
                  <a:ext cx="7937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" name="Freeform 408"/>
                <p:cNvSpPr>
                  <a:spLocks/>
                </p:cNvSpPr>
                <p:nvPr/>
              </p:nvSpPr>
              <p:spPr bwMode="auto">
                <a:xfrm>
                  <a:off x="1103313" y="1547813"/>
                  <a:ext cx="3175" cy="12700"/>
                </a:xfrm>
                <a:custGeom>
                  <a:avLst/>
                  <a:gdLst>
                    <a:gd name="T0" fmla="*/ 0 w 1"/>
                    <a:gd name="T1" fmla="*/ 5 h 5"/>
                    <a:gd name="T2" fmla="*/ 0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" name="Freeform 409"/>
                <p:cNvSpPr>
                  <a:spLocks/>
                </p:cNvSpPr>
                <p:nvPr/>
              </p:nvSpPr>
              <p:spPr bwMode="auto">
                <a:xfrm>
                  <a:off x="1109663" y="1573213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" name="Freeform 410"/>
                <p:cNvSpPr>
                  <a:spLocks/>
                </p:cNvSpPr>
                <p:nvPr/>
              </p:nvSpPr>
              <p:spPr bwMode="auto">
                <a:xfrm>
                  <a:off x="1360488" y="1552576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" name="Freeform 411"/>
                <p:cNvSpPr>
                  <a:spLocks/>
                </p:cNvSpPr>
                <p:nvPr/>
              </p:nvSpPr>
              <p:spPr bwMode="auto">
                <a:xfrm>
                  <a:off x="1360488" y="1557338"/>
                  <a:ext cx="4762" cy="6350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1" y="1"/>
                        <a:pt x="1" y="2"/>
                        <a:pt x="2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" name="Freeform 412"/>
                <p:cNvSpPr>
                  <a:spLocks/>
                </p:cNvSpPr>
                <p:nvPr/>
              </p:nvSpPr>
              <p:spPr bwMode="auto">
                <a:xfrm>
                  <a:off x="1338263" y="1528763"/>
                  <a:ext cx="22225" cy="28575"/>
                </a:xfrm>
                <a:custGeom>
                  <a:avLst/>
                  <a:gdLst>
                    <a:gd name="T0" fmla="*/ 10 w 10"/>
                    <a:gd name="T1" fmla="*/ 12 h 12"/>
                    <a:gd name="T2" fmla="*/ 1 w 10"/>
                    <a:gd name="T3" fmla="*/ 8 h 12"/>
                    <a:gd name="T4" fmla="*/ 0 w 10"/>
                    <a:gd name="T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2">
                      <a:moveTo>
                        <a:pt x="10" y="12"/>
                      </a:moveTo>
                      <a:cubicBezTo>
                        <a:pt x="7" y="11"/>
                        <a:pt x="4" y="9"/>
                        <a:pt x="1" y="8"/>
                      </a:cubicBezTo>
                      <a:cubicBezTo>
                        <a:pt x="0" y="5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" name="Freeform 413"/>
                <p:cNvSpPr>
                  <a:spLocks/>
                </p:cNvSpPr>
                <p:nvPr/>
              </p:nvSpPr>
              <p:spPr bwMode="auto">
                <a:xfrm>
                  <a:off x="1355725" y="1466851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Freeform 414"/>
                <p:cNvSpPr>
                  <a:spLocks/>
                </p:cNvSpPr>
                <p:nvPr/>
              </p:nvSpPr>
              <p:spPr bwMode="auto">
                <a:xfrm>
                  <a:off x="1530350" y="1473201"/>
                  <a:ext cx="0" cy="7938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Freeform 415"/>
                <p:cNvSpPr>
                  <a:spLocks/>
                </p:cNvSpPr>
                <p:nvPr/>
              </p:nvSpPr>
              <p:spPr bwMode="auto">
                <a:xfrm>
                  <a:off x="1504950" y="1487488"/>
                  <a:ext cx="4762" cy="3175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1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" name="Freeform 416"/>
                <p:cNvSpPr>
                  <a:spLocks/>
                </p:cNvSpPr>
                <p:nvPr/>
              </p:nvSpPr>
              <p:spPr bwMode="auto">
                <a:xfrm>
                  <a:off x="1514475" y="1481138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Freeform 417"/>
                <p:cNvSpPr>
                  <a:spLocks/>
                </p:cNvSpPr>
                <p:nvPr/>
              </p:nvSpPr>
              <p:spPr bwMode="auto">
                <a:xfrm>
                  <a:off x="1509713" y="1512888"/>
                  <a:ext cx="22225" cy="25400"/>
                </a:xfrm>
                <a:custGeom>
                  <a:avLst/>
                  <a:gdLst>
                    <a:gd name="T0" fmla="*/ 5 w 10"/>
                    <a:gd name="T1" fmla="*/ 0 h 11"/>
                    <a:gd name="T2" fmla="*/ 1 w 10"/>
                    <a:gd name="T3" fmla="*/ 3 h 11"/>
                    <a:gd name="T4" fmla="*/ 5 w 10"/>
                    <a:gd name="T5" fmla="*/ 10 h 11"/>
                    <a:gd name="T6" fmla="*/ 9 w 10"/>
                    <a:gd name="T7" fmla="*/ 10 h 11"/>
                    <a:gd name="T8" fmla="*/ 9 w 10"/>
                    <a:gd name="T9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11">
                      <a:moveTo>
                        <a:pt x="5" y="0"/>
                      </a:moveTo>
                      <a:cubicBezTo>
                        <a:pt x="4" y="2"/>
                        <a:pt x="3" y="2"/>
                        <a:pt x="1" y="3"/>
                      </a:cubicBezTo>
                      <a:cubicBezTo>
                        <a:pt x="0" y="6"/>
                        <a:pt x="3" y="8"/>
                        <a:pt x="5" y="10"/>
                      </a:cubicBezTo>
                      <a:cubicBezTo>
                        <a:pt x="7" y="11"/>
                        <a:pt x="8" y="10"/>
                        <a:pt x="9" y="10"/>
                      </a:cubicBezTo>
                      <a:cubicBezTo>
                        <a:pt x="10" y="7"/>
                        <a:pt x="10" y="4"/>
                        <a:pt x="9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Freeform 418"/>
                <p:cNvSpPr>
                  <a:spLocks/>
                </p:cNvSpPr>
                <p:nvPr/>
              </p:nvSpPr>
              <p:spPr bwMode="auto">
                <a:xfrm>
                  <a:off x="1590675" y="1582738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" name="Freeform 419"/>
                <p:cNvSpPr>
                  <a:spLocks/>
                </p:cNvSpPr>
                <p:nvPr/>
              </p:nvSpPr>
              <p:spPr bwMode="auto">
                <a:xfrm>
                  <a:off x="1587500" y="1503363"/>
                  <a:ext cx="3175" cy="12700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Freeform 420"/>
                <p:cNvSpPr>
                  <a:spLocks/>
                </p:cNvSpPr>
                <p:nvPr/>
              </p:nvSpPr>
              <p:spPr bwMode="auto">
                <a:xfrm>
                  <a:off x="1595438" y="1547813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Freeform 421"/>
                <p:cNvSpPr>
                  <a:spLocks/>
                </p:cNvSpPr>
                <p:nvPr/>
              </p:nvSpPr>
              <p:spPr bwMode="auto">
                <a:xfrm>
                  <a:off x="1616075" y="1606551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Freeform 422"/>
                <p:cNvSpPr>
                  <a:spLocks/>
                </p:cNvSpPr>
                <p:nvPr/>
              </p:nvSpPr>
              <p:spPr bwMode="auto">
                <a:xfrm>
                  <a:off x="1587500" y="1682751"/>
                  <a:ext cx="7937" cy="11113"/>
                </a:xfrm>
                <a:custGeom>
                  <a:avLst/>
                  <a:gdLst>
                    <a:gd name="T0" fmla="*/ 1 w 3"/>
                    <a:gd name="T1" fmla="*/ 0 h 5"/>
                    <a:gd name="T2" fmla="*/ 1 w 3"/>
                    <a:gd name="T3" fmla="*/ 4 h 5"/>
                    <a:gd name="T4" fmla="*/ 3 w 3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1" y="0"/>
                      </a:moveTo>
                      <a:cubicBezTo>
                        <a:pt x="1" y="1"/>
                        <a:pt x="0" y="2"/>
                        <a:pt x="1" y="4"/>
                      </a:cubicBezTo>
                      <a:cubicBezTo>
                        <a:pt x="1" y="4"/>
                        <a:pt x="2" y="4"/>
                        <a:pt x="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23"/>
                <p:cNvSpPr>
                  <a:spLocks/>
                </p:cNvSpPr>
                <p:nvPr/>
              </p:nvSpPr>
              <p:spPr bwMode="auto">
                <a:xfrm>
                  <a:off x="1697038" y="1498601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1 w 2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2" y="3"/>
                        <a:pt x="1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" name="Freeform 424"/>
                <p:cNvSpPr>
                  <a:spLocks/>
                </p:cNvSpPr>
                <p:nvPr/>
              </p:nvSpPr>
              <p:spPr bwMode="auto">
                <a:xfrm>
                  <a:off x="1681163" y="1560513"/>
                  <a:ext cx="1587" cy="3175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Freeform 425"/>
                <p:cNvSpPr>
                  <a:spLocks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custGeom>
                  <a:avLst/>
                  <a:gdLst>
                    <a:gd name="T0" fmla="*/ 0 w 4"/>
                    <a:gd name="T1" fmla="*/ 4 w 4"/>
                    <a:gd name="T2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Line 426"/>
                <p:cNvSpPr>
                  <a:spLocks noChangeShapeType="1"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Freeform 427"/>
                <p:cNvSpPr>
                  <a:spLocks/>
                </p:cNvSpPr>
                <p:nvPr/>
              </p:nvSpPr>
              <p:spPr bwMode="auto">
                <a:xfrm>
                  <a:off x="1700213" y="1598613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428"/>
                <p:cNvSpPr>
                  <a:spLocks/>
                </p:cNvSpPr>
                <p:nvPr/>
              </p:nvSpPr>
              <p:spPr bwMode="auto">
                <a:xfrm>
                  <a:off x="1700213" y="164782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429"/>
                <p:cNvSpPr>
                  <a:spLocks/>
                </p:cNvSpPr>
                <p:nvPr/>
              </p:nvSpPr>
              <p:spPr bwMode="auto">
                <a:xfrm>
                  <a:off x="1700213" y="1687513"/>
                  <a:ext cx="3175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0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2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430"/>
                <p:cNvSpPr>
                  <a:spLocks/>
                </p:cNvSpPr>
                <p:nvPr/>
              </p:nvSpPr>
              <p:spPr bwMode="auto">
                <a:xfrm>
                  <a:off x="1430338" y="1471613"/>
                  <a:ext cx="14287" cy="4763"/>
                </a:xfrm>
                <a:custGeom>
                  <a:avLst/>
                  <a:gdLst>
                    <a:gd name="T0" fmla="*/ 6 w 6"/>
                    <a:gd name="T1" fmla="*/ 2 h 2"/>
                    <a:gd name="T2" fmla="*/ 0 w 6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6" y="2"/>
                      </a:moveTo>
                      <a:cubicBezTo>
                        <a:pt x="5" y="1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431"/>
                <p:cNvSpPr>
                  <a:spLocks/>
                </p:cNvSpPr>
                <p:nvPr/>
              </p:nvSpPr>
              <p:spPr bwMode="auto">
                <a:xfrm>
                  <a:off x="2035175" y="1476376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432"/>
                <p:cNvSpPr>
                  <a:spLocks/>
                </p:cNvSpPr>
                <p:nvPr/>
              </p:nvSpPr>
              <p:spPr bwMode="auto">
                <a:xfrm>
                  <a:off x="1430338" y="1547813"/>
                  <a:ext cx="6350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Freeform 433"/>
                <p:cNvSpPr>
                  <a:spLocks/>
                </p:cNvSpPr>
                <p:nvPr/>
              </p:nvSpPr>
              <p:spPr bwMode="auto">
                <a:xfrm>
                  <a:off x="1420813" y="15271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434"/>
                <p:cNvSpPr>
                  <a:spLocks/>
                </p:cNvSpPr>
                <p:nvPr/>
              </p:nvSpPr>
              <p:spPr bwMode="auto">
                <a:xfrm>
                  <a:off x="1439863" y="151130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435"/>
                <p:cNvSpPr>
                  <a:spLocks/>
                </p:cNvSpPr>
                <p:nvPr/>
              </p:nvSpPr>
              <p:spPr bwMode="auto">
                <a:xfrm>
                  <a:off x="2009775" y="1516063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" name="Freeform 436"/>
                <p:cNvSpPr>
                  <a:spLocks/>
                </p:cNvSpPr>
                <p:nvPr/>
              </p:nvSpPr>
              <p:spPr bwMode="auto">
                <a:xfrm>
                  <a:off x="1109663" y="1522413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" name="Freeform 437"/>
                <p:cNvSpPr>
                  <a:spLocks/>
                </p:cNvSpPr>
                <p:nvPr/>
              </p:nvSpPr>
              <p:spPr bwMode="auto">
                <a:xfrm>
                  <a:off x="1524000" y="1562101"/>
                  <a:ext cx="3175" cy="1588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2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" name="Freeform 438"/>
                <p:cNvSpPr>
                  <a:spLocks/>
                </p:cNvSpPr>
                <p:nvPr/>
              </p:nvSpPr>
              <p:spPr bwMode="auto">
                <a:xfrm>
                  <a:off x="1509713" y="155575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" name="Freeform 439"/>
                <p:cNvSpPr>
                  <a:spLocks/>
                </p:cNvSpPr>
                <p:nvPr/>
              </p:nvSpPr>
              <p:spPr bwMode="auto">
                <a:xfrm>
                  <a:off x="1520825" y="1557338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" name="Freeform 440"/>
                <p:cNvSpPr>
                  <a:spLocks/>
                </p:cNvSpPr>
                <p:nvPr/>
              </p:nvSpPr>
              <p:spPr bwMode="auto">
                <a:xfrm>
                  <a:off x="1520825" y="1616076"/>
                  <a:ext cx="3175" cy="1588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Freeform 441"/>
                <p:cNvSpPr>
                  <a:spLocks/>
                </p:cNvSpPr>
                <p:nvPr/>
              </p:nvSpPr>
              <p:spPr bwMode="auto">
                <a:xfrm>
                  <a:off x="1527175" y="1590676"/>
                  <a:ext cx="4762" cy="12700"/>
                </a:xfrm>
                <a:custGeom>
                  <a:avLst/>
                  <a:gdLst>
                    <a:gd name="T0" fmla="*/ 1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2" y="4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442"/>
                <p:cNvSpPr>
                  <a:spLocks/>
                </p:cNvSpPr>
                <p:nvPr/>
              </p:nvSpPr>
              <p:spPr bwMode="auto">
                <a:xfrm>
                  <a:off x="1504950" y="16827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443"/>
                <p:cNvSpPr>
                  <a:spLocks/>
                </p:cNvSpPr>
                <p:nvPr/>
              </p:nvSpPr>
              <p:spPr bwMode="auto">
                <a:xfrm>
                  <a:off x="1530350" y="1638301"/>
                  <a:ext cx="1587" cy="19050"/>
                </a:xfrm>
                <a:custGeom>
                  <a:avLst/>
                  <a:gdLst>
                    <a:gd name="T0" fmla="*/ 0 w 1"/>
                    <a:gd name="T1" fmla="*/ 8 h 8"/>
                    <a:gd name="T2" fmla="*/ 0 w 1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8">
                      <a:moveTo>
                        <a:pt x="0" y="8"/>
                      </a:moveTo>
                      <a:cubicBezTo>
                        <a:pt x="1" y="5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444"/>
                <p:cNvSpPr>
                  <a:spLocks/>
                </p:cNvSpPr>
                <p:nvPr/>
              </p:nvSpPr>
              <p:spPr bwMode="auto">
                <a:xfrm>
                  <a:off x="1524000" y="1654176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445"/>
                <p:cNvSpPr>
                  <a:spLocks/>
                </p:cNvSpPr>
                <p:nvPr/>
              </p:nvSpPr>
              <p:spPr bwMode="auto">
                <a:xfrm>
                  <a:off x="1677988" y="46672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Freeform 446"/>
                <p:cNvSpPr>
                  <a:spLocks/>
                </p:cNvSpPr>
                <p:nvPr/>
              </p:nvSpPr>
              <p:spPr bwMode="auto">
                <a:xfrm>
                  <a:off x="1670050" y="403226"/>
                  <a:ext cx="3175" cy="14288"/>
                </a:xfrm>
                <a:custGeom>
                  <a:avLst/>
                  <a:gdLst>
                    <a:gd name="T0" fmla="*/ 2 w 2"/>
                    <a:gd name="T1" fmla="*/ 6 h 6"/>
                    <a:gd name="T2" fmla="*/ 1 w 2"/>
                    <a:gd name="T3" fmla="*/ 6 h 6"/>
                    <a:gd name="T4" fmla="*/ 1 w 2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6">
                      <a:moveTo>
                        <a:pt x="2" y="6"/>
                      </a:moveTo>
                      <a:cubicBezTo>
                        <a:pt x="2" y="6"/>
                        <a:pt x="1" y="6"/>
                        <a:pt x="1" y="6"/>
                      </a:cubicBez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" name="Freeform 447"/>
                <p:cNvSpPr>
                  <a:spLocks/>
                </p:cNvSpPr>
                <p:nvPr/>
              </p:nvSpPr>
              <p:spPr bwMode="auto">
                <a:xfrm>
                  <a:off x="1670050" y="366713"/>
                  <a:ext cx="12700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5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" name="Freeform 448"/>
                <p:cNvSpPr>
                  <a:spLocks/>
                </p:cNvSpPr>
                <p:nvPr/>
              </p:nvSpPr>
              <p:spPr bwMode="auto">
                <a:xfrm>
                  <a:off x="1685925" y="609601"/>
                  <a:ext cx="6350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2" y="1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Freeform 449"/>
                <p:cNvSpPr>
                  <a:spLocks/>
                </p:cNvSpPr>
                <p:nvPr/>
              </p:nvSpPr>
              <p:spPr bwMode="auto">
                <a:xfrm>
                  <a:off x="1670050" y="582613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Freeform 450"/>
                <p:cNvSpPr>
                  <a:spLocks/>
                </p:cNvSpPr>
                <p:nvPr/>
              </p:nvSpPr>
              <p:spPr bwMode="auto">
                <a:xfrm>
                  <a:off x="1687513" y="569913"/>
                  <a:ext cx="7937" cy="7938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Freeform 451"/>
                <p:cNvSpPr>
                  <a:spLocks/>
                </p:cNvSpPr>
                <p:nvPr/>
              </p:nvSpPr>
              <p:spPr bwMode="auto">
                <a:xfrm>
                  <a:off x="1682750" y="582613"/>
                  <a:ext cx="4762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1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0" y="3"/>
                        <a:pt x="2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" name="Freeform 452"/>
                <p:cNvSpPr>
                  <a:spLocks/>
                </p:cNvSpPr>
                <p:nvPr/>
              </p:nvSpPr>
              <p:spPr bwMode="auto">
                <a:xfrm>
                  <a:off x="1098550" y="609601"/>
                  <a:ext cx="3175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1"/>
                        <a:pt x="1" y="2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" name="Freeform 453"/>
                <p:cNvSpPr>
                  <a:spLocks/>
                </p:cNvSpPr>
                <p:nvPr/>
              </p:nvSpPr>
              <p:spPr bwMode="auto">
                <a:xfrm>
                  <a:off x="1079500" y="60007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Freeform 454"/>
                <p:cNvSpPr>
                  <a:spLocks/>
                </p:cNvSpPr>
                <p:nvPr/>
              </p:nvSpPr>
              <p:spPr bwMode="auto">
                <a:xfrm>
                  <a:off x="1079500" y="544513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Freeform 455"/>
                <p:cNvSpPr>
                  <a:spLocks/>
                </p:cNvSpPr>
                <p:nvPr/>
              </p:nvSpPr>
              <p:spPr bwMode="auto">
                <a:xfrm>
                  <a:off x="1103313" y="482601"/>
                  <a:ext cx="3175" cy="1588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Freeform 456"/>
                <p:cNvSpPr>
                  <a:spLocks/>
                </p:cNvSpPr>
                <p:nvPr/>
              </p:nvSpPr>
              <p:spPr bwMode="auto">
                <a:xfrm>
                  <a:off x="1106488" y="501651"/>
                  <a:ext cx="0" cy="7938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" name="Freeform 457"/>
                <p:cNvSpPr>
                  <a:spLocks/>
                </p:cNvSpPr>
                <p:nvPr/>
              </p:nvSpPr>
              <p:spPr bwMode="auto">
                <a:xfrm>
                  <a:off x="1319213" y="654051"/>
                  <a:ext cx="11112" cy="11113"/>
                </a:xfrm>
                <a:custGeom>
                  <a:avLst/>
                  <a:gdLst>
                    <a:gd name="T0" fmla="*/ 0 w 5"/>
                    <a:gd name="T1" fmla="*/ 5 h 5"/>
                    <a:gd name="T2" fmla="*/ 0 w 5"/>
                    <a:gd name="T3" fmla="*/ 1 h 5"/>
                    <a:gd name="T4" fmla="*/ 4 w 5"/>
                    <a:gd name="T5" fmla="*/ 1 h 5"/>
                    <a:gd name="T6" fmla="*/ 5 w 5"/>
                    <a:gd name="T7" fmla="*/ 2 h 5"/>
                    <a:gd name="T8" fmla="*/ 5 w 5"/>
                    <a:gd name="T9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" name="Freeform 458"/>
                <p:cNvSpPr>
                  <a:spLocks/>
                </p:cNvSpPr>
                <p:nvPr/>
              </p:nvSpPr>
              <p:spPr bwMode="auto">
                <a:xfrm>
                  <a:off x="1349375" y="665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Freeform 459"/>
                <p:cNvSpPr>
                  <a:spLocks/>
                </p:cNvSpPr>
                <p:nvPr/>
              </p:nvSpPr>
              <p:spPr bwMode="auto">
                <a:xfrm>
                  <a:off x="1400175" y="660401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" name="Freeform 460"/>
                <p:cNvSpPr>
                  <a:spLocks/>
                </p:cNvSpPr>
                <p:nvPr/>
              </p:nvSpPr>
              <p:spPr bwMode="auto">
                <a:xfrm>
                  <a:off x="1439863" y="665163"/>
                  <a:ext cx="4762" cy="9525"/>
                </a:xfrm>
                <a:custGeom>
                  <a:avLst/>
                  <a:gdLst>
                    <a:gd name="T0" fmla="*/ 0 w 2"/>
                    <a:gd name="T1" fmla="*/ 4 h 4"/>
                    <a:gd name="T2" fmla="*/ 2 w 2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4"/>
                      </a:moveTo>
                      <a:cubicBezTo>
                        <a:pt x="1" y="3"/>
                        <a:pt x="1" y="2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" name="Freeform 461"/>
                <p:cNvSpPr>
                  <a:spLocks/>
                </p:cNvSpPr>
                <p:nvPr/>
              </p:nvSpPr>
              <p:spPr bwMode="auto">
                <a:xfrm>
                  <a:off x="1458913" y="652463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" name="Freeform 462"/>
                <p:cNvSpPr>
                  <a:spLocks/>
                </p:cNvSpPr>
                <p:nvPr/>
              </p:nvSpPr>
              <p:spPr bwMode="auto">
                <a:xfrm>
                  <a:off x="1838325" y="654051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2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Freeform 463"/>
                <p:cNvSpPr>
                  <a:spLocks/>
                </p:cNvSpPr>
                <p:nvPr/>
              </p:nvSpPr>
              <p:spPr bwMode="auto">
                <a:xfrm>
                  <a:off x="1776413" y="663576"/>
                  <a:ext cx="9525" cy="1588"/>
                </a:xfrm>
                <a:custGeom>
                  <a:avLst/>
                  <a:gdLst>
                    <a:gd name="T0" fmla="*/ 4 w 4"/>
                    <a:gd name="T1" fmla="*/ 1 h 1"/>
                    <a:gd name="T2" fmla="*/ 0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cubicBezTo>
                        <a:pt x="3" y="0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Freeform 464"/>
                <p:cNvSpPr>
                  <a:spLocks/>
                </p:cNvSpPr>
                <p:nvPr/>
              </p:nvSpPr>
              <p:spPr bwMode="auto">
                <a:xfrm>
                  <a:off x="1762125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Freeform 465"/>
                <p:cNvSpPr>
                  <a:spLocks/>
                </p:cNvSpPr>
                <p:nvPr/>
              </p:nvSpPr>
              <p:spPr bwMode="auto">
                <a:xfrm>
                  <a:off x="1274763" y="679451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Freeform 466"/>
                <p:cNvSpPr>
                  <a:spLocks/>
                </p:cNvSpPr>
                <p:nvPr/>
              </p:nvSpPr>
              <p:spPr bwMode="auto">
                <a:xfrm>
                  <a:off x="1158875" y="679451"/>
                  <a:ext cx="3175" cy="3175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9" name="Freeform 467"/>
                <p:cNvSpPr>
                  <a:spLocks/>
                </p:cNvSpPr>
                <p:nvPr/>
              </p:nvSpPr>
              <p:spPr bwMode="auto">
                <a:xfrm>
                  <a:off x="1012825" y="67945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Freeform 468"/>
                <p:cNvSpPr>
                  <a:spLocks/>
                </p:cNvSpPr>
                <p:nvPr/>
              </p:nvSpPr>
              <p:spPr bwMode="auto">
                <a:xfrm>
                  <a:off x="989013" y="679451"/>
                  <a:ext cx="7937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1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1" name="Freeform 469"/>
                <p:cNvSpPr>
                  <a:spLocks/>
                </p:cNvSpPr>
                <p:nvPr/>
              </p:nvSpPr>
              <p:spPr bwMode="auto">
                <a:xfrm>
                  <a:off x="950913" y="679451"/>
                  <a:ext cx="12700" cy="3175"/>
                </a:xfrm>
                <a:custGeom>
                  <a:avLst/>
                  <a:gdLst>
                    <a:gd name="T0" fmla="*/ 6 w 6"/>
                    <a:gd name="T1" fmla="*/ 0 h 1"/>
                    <a:gd name="T2" fmla="*/ 0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0"/>
                      </a:moveTo>
                      <a:cubicBezTo>
                        <a:pt x="4" y="1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2" name="Freeform 470"/>
                <p:cNvSpPr>
                  <a:spLocks/>
                </p:cNvSpPr>
                <p:nvPr/>
              </p:nvSpPr>
              <p:spPr bwMode="auto">
                <a:xfrm>
                  <a:off x="966788" y="654051"/>
                  <a:ext cx="11112" cy="3175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4" y="0"/>
                        <a:pt x="5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3" name="Freeform 471"/>
                <p:cNvSpPr>
                  <a:spLocks/>
                </p:cNvSpPr>
                <p:nvPr/>
              </p:nvSpPr>
              <p:spPr bwMode="auto">
                <a:xfrm>
                  <a:off x="1182688" y="658813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4" name="Freeform 472"/>
                <p:cNvSpPr>
                  <a:spLocks/>
                </p:cNvSpPr>
                <p:nvPr/>
              </p:nvSpPr>
              <p:spPr bwMode="auto">
                <a:xfrm>
                  <a:off x="941388" y="654051"/>
                  <a:ext cx="14287" cy="3175"/>
                </a:xfrm>
                <a:custGeom>
                  <a:avLst/>
                  <a:gdLst>
                    <a:gd name="T0" fmla="*/ 6 w 6"/>
                    <a:gd name="T1" fmla="*/ 1 h 1"/>
                    <a:gd name="T2" fmla="*/ 0 w 6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4" y="0"/>
                        <a:pt x="2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5" name="Freeform 473"/>
                <p:cNvSpPr>
                  <a:spLocks/>
                </p:cNvSpPr>
                <p:nvPr/>
              </p:nvSpPr>
              <p:spPr bwMode="auto">
                <a:xfrm>
                  <a:off x="1031875" y="668338"/>
                  <a:ext cx="11112" cy="6350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2" y="2"/>
                        <a:pt x="4" y="3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6" name="Freeform 474"/>
                <p:cNvSpPr>
                  <a:spLocks/>
                </p:cNvSpPr>
                <p:nvPr/>
              </p:nvSpPr>
              <p:spPr bwMode="auto">
                <a:xfrm>
                  <a:off x="1390650" y="67310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" name="Freeform 475"/>
                <p:cNvSpPr>
                  <a:spLocks/>
                </p:cNvSpPr>
                <p:nvPr/>
              </p:nvSpPr>
              <p:spPr bwMode="auto">
                <a:xfrm>
                  <a:off x="1403350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" name="Freeform 476"/>
                <p:cNvSpPr>
                  <a:spLocks/>
                </p:cNvSpPr>
                <p:nvPr/>
              </p:nvSpPr>
              <p:spPr bwMode="auto">
                <a:xfrm>
                  <a:off x="1435100" y="1427163"/>
                  <a:ext cx="23812" cy="3175"/>
                </a:xfrm>
                <a:custGeom>
                  <a:avLst/>
                  <a:gdLst>
                    <a:gd name="T0" fmla="*/ 0 w 10"/>
                    <a:gd name="T1" fmla="*/ 0 h 1"/>
                    <a:gd name="T2" fmla="*/ 10 w 1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0" h="1">
                      <a:moveTo>
                        <a:pt x="0" y="0"/>
                      </a:moveTo>
                      <a:cubicBezTo>
                        <a:pt x="3" y="1"/>
                        <a:pt x="7" y="1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" name="Freeform 477"/>
                <p:cNvSpPr>
                  <a:spLocks/>
                </p:cNvSpPr>
                <p:nvPr/>
              </p:nvSpPr>
              <p:spPr bwMode="auto">
                <a:xfrm>
                  <a:off x="1471613" y="1400176"/>
                  <a:ext cx="14287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4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" name="Freeform 478"/>
                <p:cNvSpPr>
                  <a:spLocks/>
                </p:cNvSpPr>
                <p:nvPr/>
              </p:nvSpPr>
              <p:spPr bwMode="auto">
                <a:xfrm>
                  <a:off x="1733550" y="1401763"/>
                  <a:ext cx="17462" cy="3175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2" y="0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" name="Freeform 479"/>
                <p:cNvSpPr>
                  <a:spLocks/>
                </p:cNvSpPr>
                <p:nvPr/>
              </p:nvSpPr>
              <p:spPr bwMode="auto">
                <a:xfrm>
                  <a:off x="1822450" y="1404938"/>
                  <a:ext cx="6350" cy="1588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" name="Freeform 480"/>
                <p:cNvSpPr>
                  <a:spLocks/>
                </p:cNvSpPr>
                <p:nvPr/>
              </p:nvSpPr>
              <p:spPr bwMode="auto">
                <a:xfrm>
                  <a:off x="2054225" y="1430338"/>
                  <a:ext cx="15875" cy="1588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" name="Freeform 481"/>
                <p:cNvSpPr>
                  <a:spLocks/>
                </p:cNvSpPr>
                <p:nvPr/>
              </p:nvSpPr>
              <p:spPr bwMode="auto">
                <a:xfrm>
                  <a:off x="1997075" y="1425576"/>
                  <a:ext cx="12700" cy="4763"/>
                </a:xfrm>
                <a:custGeom>
                  <a:avLst/>
                  <a:gdLst>
                    <a:gd name="T0" fmla="*/ 6 w 6"/>
                    <a:gd name="T1" fmla="*/ 0 h 2"/>
                    <a:gd name="T2" fmla="*/ 6 w 6"/>
                    <a:gd name="T3" fmla="*/ 1 h 2"/>
                    <a:gd name="T4" fmla="*/ 0 w 6"/>
                    <a:gd name="T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2">
                      <a:moveTo>
                        <a:pt x="6" y="0"/>
                      </a:move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5" y="2"/>
                        <a:pt x="2" y="2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" name="Freeform 482"/>
                <p:cNvSpPr>
                  <a:spLocks/>
                </p:cNvSpPr>
                <p:nvPr/>
              </p:nvSpPr>
              <p:spPr bwMode="auto">
                <a:xfrm>
                  <a:off x="1798638" y="1427163"/>
                  <a:ext cx="7937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Freeform 483"/>
                <p:cNvSpPr>
                  <a:spLocks/>
                </p:cNvSpPr>
                <p:nvPr/>
              </p:nvSpPr>
              <p:spPr bwMode="auto">
                <a:xfrm>
                  <a:off x="1617663" y="1427163"/>
                  <a:ext cx="25400" cy="4763"/>
                </a:xfrm>
                <a:custGeom>
                  <a:avLst/>
                  <a:gdLst>
                    <a:gd name="T0" fmla="*/ 11 w 11"/>
                    <a:gd name="T1" fmla="*/ 0 h 2"/>
                    <a:gd name="T2" fmla="*/ 0 w 1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2">
                      <a:moveTo>
                        <a:pt x="11" y="0"/>
                      </a:moveTo>
                      <a:cubicBezTo>
                        <a:pt x="8" y="2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" name="Freeform 484"/>
                <p:cNvSpPr>
                  <a:spLocks/>
                </p:cNvSpPr>
                <p:nvPr/>
              </p:nvSpPr>
              <p:spPr bwMode="auto">
                <a:xfrm>
                  <a:off x="1485900" y="1417638"/>
                  <a:ext cx="4762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" name="Freeform 485"/>
                <p:cNvSpPr>
                  <a:spLocks/>
                </p:cNvSpPr>
                <p:nvPr/>
              </p:nvSpPr>
              <p:spPr bwMode="auto">
                <a:xfrm>
                  <a:off x="1308100" y="1430338"/>
                  <a:ext cx="7937" cy="1588"/>
                </a:xfrm>
                <a:custGeom>
                  <a:avLst/>
                  <a:gdLst>
                    <a:gd name="T0" fmla="*/ 0 w 4"/>
                    <a:gd name="T1" fmla="*/ 1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1"/>
                      </a:moveTo>
                      <a:cubicBezTo>
                        <a:pt x="1" y="0"/>
                        <a:pt x="2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" name="Freeform 486"/>
                <p:cNvSpPr>
                  <a:spLocks/>
                </p:cNvSpPr>
                <p:nvPr/>
              </p:nvSpPr>
              <p:spPr bwMode="auto">
                <a:xfrm>
                  <a:off x="1252538" y="1427163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" name="Freeform 487"/>
                <p:cNvSpPr>
                  <a:spLocks/>
                </p:cNvSpPr>
                <p:nvPr/>
              </p:nvSpPr>
              <p:spPr bwMode="auto">
                <a:xfrm>
                  <a:off x="1096963" y="1417638"/>
                  <a:ext cx="1587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" name="Freeform 488"/>
                <p:cNvSpPr>
                  <a:spLocks/>
                </p:cNvSpPr>
                <p:nvPr/>
              </p:nvSpPr>
              <p:spPr bwMode="auto">
                <a:xfrm>
                  <a:off x="996950" y="1427163"/>
                  <a:ext cx="4762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" name="Freeform 489"/>
                <p:cNvSpPr>
                  <a:spLocks/>
                </p:cNvSpPr>
                <p:nvPr/>
              </p:nvSpPr>
              <p:spPr bwMode="auto">
                <a:xfrm>
                  <a:off x="1154113" y="1401763"/>
                  <a:ext cx="25400" cy="3175"/>
                </a:xfrm>
                <a:custGeom>
                  <a:avLst/>
                  <a:gdLst>
                    <a:gd name="T0" fmla="*/ 0 w 11"/>
                    <a:gd name="T1" fmla="*/ 1 h 1"/>
                    <a:gd name="T2" fmla="*/ 11 w 1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1">
                      <a:moveTo>
                        <a:pt x="0" y="1"/>
                      </a:moveTo>
                      <a:cubicBezTo>
                        <a:pt x="4" y="0"/>
                        <a:pt x="8" y="0"/>
                        <a:pt x="1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" name="Freeform 490"/>
                <p:cNvSpPr>
                  <a:spLocks/>
                </p:cNvSpPr>
                <p:nvPr/>
              </p:nvSpPr>
              <p:spPr bwMode="auto">
                <a:xfrm>
                  <a:off x="1671638" y="1427163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" name="Freeform 491"/>
                <p:cNvSpPr>
                  <a:spLocks/>
                </p:cNvSpPr>
                <p:nvPr/>
              </p:nvSpPr>
              <p:spPr bwMode="auto">
                <a:xfrm>
                  <a:off x="1665288" y="1400176"/>
                  <a:ext cx="17462" cy="11113"/>
                </a:xfrm>
                <a:custGeom>
                  <a:avLst/>
                  <a:gdLst>
                    <a:gd name="T0" fmla="*/ 8 w 8"/>
                    <a:gd name="T1" fmla="*/ 5 h 5"/>
                    <a:gd name="T2" fmla="*/ 7 w 8"/>
                    <a:gd name="T3" fmla="*/ 2 h 5"/>
                    <a:gd name="T4" fmla="*/ 0 w 8"/>
                    <a:gd name="T5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5">
                      <a:moveTo>
                        <a:pt x="8" y="5"/>
                      </a:moveTo>
                      <a:cubicBezTo>
                        <a:pt x="7" y="5"/>
                        <a:pt x="7" y="3"/>
                        <a:pt x="7" y="2"/>
                      </a:cubicBezTo>
                      <a:cubicBezTo>
                        <a:pt x="5" y="0"/>
                        <a:pt x="2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" name="Freeform 492"/>
                <p:cNvSpPr>
                  <a:spLocks/>
                </p:cNvSpPr>
                <p:nvPr/>
              </p:nvSpPr>
              <p:spPr bwMode="auto">
                <a:xfrm>
                  <a:off x="1103313" y="1401763"/>
                  <a:ext cx="20637" cy="3175"/>
                </a:xfrm>
                <a:custGeom>
                  <a:avLst/>
                  <a:gdLst>
                    <a:gd name="T0" fmla="*/ 9 w 9"/>
                    <a:gd name="T1" fmla="*/ 1 h 1"/>
                    <a:gd name="T2" fmla="*/ 0 w 9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1">
                      <a:moveTo>
                        <a:pt x="9" y="1"/>
                      </a:moveTo>
                      <a:cubicBezTo>
                        <a:pt x="6" y="0"/>
                        <a:pt x="3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" name="Freeform 493"/>
                <p:cNvSpPr>
                  <a:spLocks/>
                </p:cNvSpPr>
                <p:nvPr/>
              </p:nvSpPr>
              <p:spPr bwMode="auto">
                <a:xfrm>
                  <a:off x="1968500" y="1404938"/>
                  <a:ext cx="9525" cy="0"/>
                </a:xfrm>
                <a:custGeom>
                  <a:avLst/>
                  <a:gdLst>
                    <a:gd name="T0" fmla="*/ 4 w 4"/>
                    <a:gd name="T1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3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" name="Freeform 494"/>
                <p:cNvSpPr>
                  <a:spLocks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custGeom>
                  <a:avLst/>
                  <a:gdLst>
                    <a:gd name="T0" fmla="*/ 0 w 5"/>
                    <a:gd name="T1" fmla="*/ 5 w 5"/>
                    <a:gd name="T2" fmla="*/ 0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" name="Line 495"/>
                <p:cNvSpPr>
                  <a:spLocks noChangeShapeType="1"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" name="Freeform 496"/>
                <p:cNvSpPr>
                  <a:spLocks/>
                </p:cNvSpPr>
                <p:nvPr/>
              </p:nvSpPr>
              <p:spPr bwMode="auto">
                <a:xfrm>
                  <a:off x="1812925" y="1406526"/>
                  <a:ext cx="3175" cy="6350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" name="Freeform 497"/>
                <p:cNvSpPr>
                  <a:spLocks/>
                </p:cNvSpPr>
                <p:nvPr/>
              </p:nvSpPr>
              <p:spPr bwMode="auto">
                <a:xfrm>
                  <a:off x="1922463" y="1408113"/>
                  <a:ext cx="6350" cy="3175"/>
                </a:xfrm>
                <a:custGeom>
                  <a:avLst/>
                  <a:gdLst>
                    <a:gd name="T0" fmla="*/ 3 w 3"/>
                    <a:gd name="T1" fmla="*/ 1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1"/>
                      </a:moveTo>
                      <a:cubicBezTo>
                        <a:pt x="2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" name="Freeform 498"/>
                <p:cNvSpPr>
                  <a:spLocks/>
                </p:cNvSpPr>
                <p:nvPr/>
              </p:nvSpPr>
              <p:spPr bwMode="auto">
                <a:xfrm>
                  <a:off x="1536700" y="1425576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" name="Freeform 499"/>
                <p:cNvSpPr>
                  <a:spLocks/>
                </p:cNvSpPr>
                <p:nvPr/>
              </p:nvSpPr>
              <p:spPr bwMode="auto">
                <a:xfrm>
                  <a:off x="2100263" y="14160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" name="Freeform 500"/>
                <p:cNvSpPr>
                  <a:spLocks/>
                </p:cNvSpPr>
                <p:nvPr/>
              </p:nvSpPr>
              <p:spPr bwMode="auto">
                <a:xfrm>
                  <a:off x="963613" y="1430338"/>
                  <a:ext cx="12700" cy="1588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" name="Freeform 501"/>
                <p:cNvSpPr>
                  <a:spLocks/>
                </p:cNvSpPr>
                <p:nvPr/>
              </p:nvSpPr>
              <p:spPr bwMode="auto">
                <a:xfrm>
                  <a:off x="1555750" y="1427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" name="Freeform 502"/>
                <p:cNvSpPr>
                  <a:spLocks/>
                </p:cNvSpPr>
                <p:nvPr/>
              </p:nvSpPr>
              <p:spPr bwMode="auto">
                <a:xfrm>
                  <a:off x="1277938" y="1541463"/>
                  <a:ext cx="4762" cy="15875"/>
                </a:xfrm>
                <a:custGeom>
                  <a:avLst/>
                  <a:gdLst>
                    <a:gd name="T0" fmla="*/ 0 w 2"/>
                    <a:gd name="T1" fmla="*/ 0 h 7"/>
                    <a:gd name="T2" fmla="*/ 0 w 2"/>
                    <a:gd name="T3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0" y="0"/>
                      </a:moveTo>
                      <a:cubicBezTo>
                        <a:pt x="2" y="2"/>
                        <a:pt x="2" y="5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" name="Freeform 503"/>
                <p:cNvSpPr>
                  <a:spLocks/>
                </p:cNvSpPr>
                <p:nvPr/>
              </p:nvSpPr>
              <p:spPr bwMode="auto">
                <a:xfrm>
                  <a:off x="1268413" y="1622426"/>
                  <a:ext cx="6350" cy="6350"/>
                </a:xfrm>
                <a:custGeom>
                  <a:avLst/>
                  <a:gdLst>
                    <a:gd name="T0" fmla="*/ 3 w 3"/>
                    <a:gd name="T1" fmla="*/ 0 h 3"/>
                    <a:gd name="T2" fmla="*/ 0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2" y="1"/>
                        <a:pt x="1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" name="Freeform 504"/>
                <p:cNvSpPr>
                  <a:spLocks/>
                </p:cNvSpPr>
                <p:nvPr/>
              </p:nvSpPr>
              <p:spPr bwMode="auto">
                <a:xfrm>
                  <a:off x="1277938" y="1531938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" name="Freeform 505"/>
                <p:cNvSpPr>
                  <a:spLocks/>
                </p:cNvSpPr>
                <p:nvPr/>
              </p:nvSpPr>
              <p:spPr bwMode="auto">
                <a:xfrm>
                  <a:off x="1255713" y="1506538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" name="Freeform 506"/>
                <p:cNvSpPr>
                  <a:spLocks/>
                </p:cNvSpPr>
                <p:nvPr/>
              </p:nvSpPr>
              <p:spPr bwMode="auto">
                <a:xfrm>
                  <a:off x="1258888" y="1477963"/>
                  <a:ext cx="1587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" name="Freeform 507"/>
                <p:cNvSpPr>
                  <a:spLocks/>
                </p:cNvSpPr>
                <p:nvPr/>
              </p:nvSpPr>
              <p:spPr bwMode="auto">
                <a:xfrm>
                  <a:off x="1268413" y="1541463"/>
                  <a:ext cx="9525" cy="6350"/>
                </a:xfrm>
                <a:custGeom>
                  <a:avLst/>
                  <a:gdLst>
                    <a:gd name="T0" fmla="*/ 4 w 4"/>
                    <a:gd name="T1" fmla="*/ 0 h 3"/>
                    <a:gd name="T2" fmla="*/ 1 w 4"/>
                    <a:gd name="T3" fmla="*/ 1 h 3"/>
                    <a:gd name="T4" fmla="*/ 0 w 4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cubicBezTo>
                        <a:pt x="3" y="1"/>
                        <a:pt x="2" y="1"/>
                        <a:pt x="1" y="1"/>
                      </a:cubicBezTo>
                      <a:cubicBezTo>
                        <a:pt x="1" y="2"/>
                        <a:pt x="0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" name="Freeform 508"/>
                <p:cNvSpPr>
                  <a:spLocks/>
                </p:cNvSpPr>
                <p:nvPr/>
              </p:nvSpPr>
              <p:spPr bwMode="auto">
                <a:xfrm>
                  <a:off x="1270000" y="1585913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" name="Freeform 509"/>
                <p:cNvSpPr>
                  <a:spLocks/>
                </p:cNvSpPr>
                <p:nvPr/>
              </p:nvSpPr>
              <p:spPr bwMode="auto">
                <a:xfrm>
                  <a:off x="1773238" y="1512888"/>
                  <a:ext cx="0" cy="3175"/>
                </a:xfrm>
                <a:custGeom>
                  <a:avLst/>
                  <a:gdLst>
                    <a:gd name="T0" fmla="*/ 0 h 1"/>
                    <a:gd name="T1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" name="Freeform 510"/>
                <p:cNvSpPr>
                  <a:spLocks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" name="Line 511"/>
                <p:cNvSpPr>
                  <a:spLocks noChangeShapeType="1"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" name="Freeform 512"/>
                <p:cNvSpPr>
                  <a:spLocks/>
                </p:cNvSpPr>
                <p:nvPr/>
              </p:nvSpPr>
              <p:spPr bwMode="auto">
                <a:xfrm>
                  <a:off x="1757363" y="1506538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1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Freeform 513"/>
                <p:cNvSpPr>
                  <a:spLocks/>
                </p:cNvSpPr>
                <p:nvPr/>
              </p:nvSpPr>
              <p:spPr bwMode="auto">
                <a:xfrm>
                  <a:off x="1782763" y="1601788"/>
                  <a:ext cx="4762" cy="14288"/>
                </a:xfrm>
                <a:custGeom>
                  <a:avLst/>
                  <a:gdLst>
                    <a:gd name="T0" fmla="*/ 0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0" y="6"/>
                      </a:moveTo>
                      <a:cubicBezTo>
                        <a:pt x="2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" name="Freeform 514"/>
                <p:cNvSpPr>
                  <a:spLocks/>
                </p:cNvSpPr>
                <p:nvPr/>
              </p:nvSpPr>
              <p:spPr bwMode="auto">
                <a:xfrm>
                  <a:off x="1927225" y="15017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" name="Freeform 515"/>
                <p:cNvSpPr>
                  <a:spLocks/>
                </p:cNvSpPr>
                <p:nvPr/>
              </p:nvSpPr>
              <p:spPr bwMode="auto">
                <a:xfrm>
                  <a:off x="1509713" y="371476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Freeform 516"/>
                <p:cNvSpPr>
                  <a:spLocks/>
                </p:cNvSpPr>
                <p:nvPr/>
              </p:nvSpPr>
              <p:spPr bwMode="auto">
                <a:xfrm>
                  <a:off x="1500188" y="406401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9" name="Freeform 517"/>
                <p:cNvSpPr>
                  <a:spLocks/>
                </p:cNvSpPr>
                <p:nvPr/>
              </p:nvSpPr>
              <p:spPr bwMode="auto">
                <a:xfrm>
                  <a:off x="1193800" y="1516063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Freeform 518"/>
                <p:cNvSpPr>
                  <a:spLocks/>
                </p:cNvSpPr>
                <p:nvPr/>
              </p:nvSpPr>
              <p:spPr bwMode="auto">
                <a:xfrm>
                  <a:off x="1862138" y="1511301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Freeform 519"/>
                <p:cNvSpPr>
                  <a:spLocks/>
                </p:cNvSpPr>
                <p:nvPr/>
              </p:nvSpPr>
              <p:spPr bwMode="auto">
                <a:xfrm>
                  <a:off x="1857375" y="1517651"/>
                  <a:ext cx="6350" cy="4763"/>
                </a:xfrm>
                <a:custGeom>
                  <a:avLst/>
                  <a:gdLst>
                    <a:gd name="T0" fmla="*/ 0 w 3"/>
                    <a:gd name="T1" fmla="*/ 2 h 2"/>
                    <a:gd name="T2" fmla="*/ 3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2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Freeform 520"/>
                <p:cNvSpPr>
                  <a:spLocks/>
                </p:cNvSpPr>
                <p:nvPr/>
              </p:nvSpPr>
              <p:spPr bwMode="auto">
                <a:xfrm>
                  <a:off x="1858963" y="1531938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Freeform 521"/>
                <p:cNvSpPr>
                  <a:spLocks/>
                </p:cNvSpPr>
                <p:nvPr/>
              </p:nvSpPr>
              <p:spPr bwMode="auto">
                <a:xfrm>
                  <a:off x="1343025" y="1577976"/>
                  <a:ext cx="3175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" name="Freeform 522"/>
                <p:cNvSpPr>
                  <a:spLocks/>
                </p:cNvSpPr>
                <p:nvPr/>
              </p:nvSpPr>
              <p:spPr bwMode="auto">
                <a:xfrm>
                  <a:off x="1363663" y="1585913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Freeform 523"/>
                <p:cNvSpPr>
                  <a:spLocks/>
                </p:cNvSpPr>
                <p:nvPr/>
              </p:nvSpPr>
              <p:spPr bwMode="auto">
                <a:xfrm>
                  <a:off x="1335088" y="1697038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6" name="Freeform 524"/>
                <p:cNvSpPr>
                  <a:spLocks/>
                </p:cNvSpPr>
                <p:nvPr/>
              </p:nvSpPr>
              <p:spPr bwMode="auto">
                <a:xfrm>
                  <a:off x="1338263" y="15684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Freeform 525"/>
                <p:cNvSpPr>
                  <a:spLocks/>
                </p:cNvSpPr>
                <p:nvPr/>
              </p:nvSpPr>
              <p:spPr bwMode="auto">
                <a:xfrm>
                  <a:off x="1344613" y="1597026"/>
                  <a:ext cx="1587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8" name="Freeform 526"/>
                <p:cNvSpPr>
                  <a:spLocks/>
                </p:cNvSpPr>
                <p:nvPr/>
              </p:nvSpPr>
              <p:spPr bwMode="auto">
                <a:xfrm>
                  <a:off x="1441450" y="1577976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2 w 2"/>
                    <a:gd name="T3" fmla="*/ 0 h 4"/>
                    <a:gd name="T4" fmla="*/ 2 w 2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1"/>
                        <a:pt x="2" y="2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9" name="Freeform 527"/>
                <p:cNvSpPr>
                  <a:spLocks/>
                </p:cNvSpPr>
                <p:nvPr/>
              </p:nvSpPr>
              <p:spPr bwMode="auto">
                <a:xfrm>
                  <a:off x="1420813" y="164147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0" name="Freeform 528"/>
                <p:cNvSpPr>
                  <a:spLocks/>
                </p:cNvSpPr>
                <p:nvPr/>
              </p:nvSpPr>
              <p:spPr bwMode="auto">
                <a:xfrm>
                  <a:off x="1420813" y="1603376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529"/>
                <p:cNvSpPr>
                  <a:spLocks/>
                </p:cNvSpPr>
                <p:nvPr/>
              </p:nvSpPr>
              <p:spPr bwMode="auto">
                <a:xfrm>
                  <a:off x="1439863" y="1563688"/>
                  <a:ext cx="6350" cy="9525"/>
                </a:xfrm>
                <a:custGeom>
                  <a:avLst/>
                  <a:gdLst>
                    <a:gd name="T0" fmla="*/ 0 w 3"/>
                    <a:gd name="T1" fmla="*/ 4 h 4"/>
                    <a:gd name="T2" fmla="*/ 3 w 3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">
                      <a:moveTo>
                        <a:pt x="0" y="4"/>
                      </a:moveTo>
                      <a:cubicBezTo>
                        <a:pt x="1" y="3"/>
                        <a:pt x="3" y="2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Freeform 530"/>
                <p:cNvSpPr>
                  <a:spLocks/>
                </p:cNvSpPr>
                <p:nvPr/>
              </p:nvSpPr>
              <p:spPr bwMode="auto">
                <a:xfrm>
                  <a:off x="1444625" y="1593851"/>
                  <a:ext cx="4762" cy="17463"/>
                </a:xfrm>
                <a:custGeom>
                  <a:avLst/>
                  <a:gdLst>
                    <a:gd name="T0" fmla="*/ 1 w 2"/>
                    <a:gd name="T1" fmla="*/ 7 h 7"/>
                    <a:gd name="T2" fmla="*/ 0 w 2"/>
                    <a:gd name="T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1" y="7"/>
                      </a:moveTo>
                      <a:cubicBezTo>
                        <a:pt x="1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3" name="Freeform 531"/>
                <p:cNvSpPr>
                  <a:spLocks/>
                </p:cNvSpPr>
                <p:nvPr/>
              </p:nvSpPr>
              <p:spPr bwMode="auto">
                <a:xfrm>
                  <a:off x="1435100" y="1597026"/>
                  <a:ext cx="4762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1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4" name="Freeform 532"/>
                <p:cNvSpPr>
                  <a:spLocks/>
                </p:cNvSpPr>
                <p:nvPr/>
              </p:nvSpPr>
              <p:spPr bwMode="auto">
                <a:xfrm>
                  <a:off x="1446213" y="16573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 rot="19741095">
                <a:off x="4929312" y="3561225"/>
                <a:ext cx="8720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7D18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简七认证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135025" y="2211710"/>
              <a:ext cx="200985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000" b="1" dirty="0">
                  <a:solidFill>
                    <a:srgbClr val="E94E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“财智财商”</a:t>
              </a:r>
              <a:endParaRPr lang="zh-CN" altLang="en-US" sz="28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4" name="文本占位符 513"/>
          <p:cNvSpPr>
            <a:spLocks noGrp="1"/>
          </p:cNvSpPr>
          <p:nvPr>
            <p:ph type="body" sz="quarter" idx="10" hasCustomPrompt="1"/>
          </p:nvPr>
        </p:nvSpPr>
        <p:spPr>
          <a:xfrm>
            <a:off x="809734" y="1616005"/>
            <a:ext cx="1543050" cy="9144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你的名字</a:t>
            </a:r>
          </a:p>
        </p:txBody>
      </p:sp>
    </p:spTree>
    <p:extLst>
      <p:ext uri="{BB962C8B-B14F-4D97-AF65-F5344CB8AC3E}">
        <p14:creationId xmlns:p14="http://schemas.microsoft.com/office/powerpoint/2010/main" val="88874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144042" y="107888"/>
            <a:ext cx="3312367" cy="4824536"/>
            <a:chOff x="2483768" y="123478"/>
            <a:chExt cx="3312367" cy="4824536"/>
          </a:xfrm>
        </p:grpSpPr>
        <p:grpSp>
          <p:nvGrpSpPr>
            <p:cNvPr id="7" name="组合 6"/>
            <p:cNvGrpSpPr/>
            <p:nvPr/>
          </p:nvGrpSpPr>
          <p:grpSpPr>
            <a:xfrm>
              <a:off x="2483768" y="123478"/>
              <a:ext cx="3312367" cy="4824536"/>
              <a:chOff x="2483768" y="123478"/>
              <a:chExt cx="3312367" cy="4824536"/>
            </a:xfrm>
          </p:grpSpPr>
          <p:sp>
            <p:nvSpPr>
              <p:cNvPr id="9" name="圆角矩形 1"/>
              <p:cNvSpPr/>
              <p:nvPr/>
            </p:nvSpPr>
            <p:spPr>
              <a:xfrm>
                <a:off x="2483768" y="123478"/>
                <a:ext cx="3312367" cy="4824536"/>
              </a:xfrm>
              <a:prstGeom prst="roundRect">
                <a:avLst/>
              </a:prstGeom>
              <a:solidFill>
                <a:srgbClr val="F1F7C1"/>
              </a:solidFill>
              <a:ln w="63500">
                <a:solidFill>
                  <a:srgbClr val="FFE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2699793" y="3765899"/>
                <a:ext cx="2952327" cy="1163649"/>
                <a:chOff x="2627784" y="3765899"/>
                <a:chExt cx="2952327" cy="1163649"/>
              </a:xfrm>
            </p:grpSpPr>
            <p:sp>
              <p:nvSpPr>
                <p:cNvPr id="513" name="文本框 512"/>
                <p:cNvSpPr txBox="1"/>
                <p:nvPr/>
              </p:nvSpPr>
              <p:spPr>
                <a:xfrm>
                  <a:off x="2859674" y="3842781"/>
                  <a:ext cx="704213" cy="231580"/>
                </a:xfrm>
                <a:prstGeom prst="roundRect">
                  <a:avLst>
                    <a:gd name="adj" fmla="val 28355"/>
                  </a:avLst>
                </a:prstGeom>
                <a:solidFill>
                  <a:srgbClr val="FFE200"/>
                </a:solidFill>
              </p:spPr>
              <p:txBody>
                <a:bodyPr wrap="none" lIns="72000" tIns="36000" rIns="72000" bIns="36000" rtlCol="0" anchor="ctr" anchorCtr="1">
                  <a:noAutofit/>
                </a:bodyPr>
                <a:lstStyle/>
                <a:p>
                  <a:pPr algn="ctr"/>
                  <a:r>
                    <a:rPr lang="zh-CN" altLang="en-US" sz="105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技能说明</a:t>
                  </a:r>
                </a:p>
              </p:txBody>
            </p:sp>
            <p:sp>
              <p:nvSpPr>
                <p:cNvPr id="514" name="文本框 513"/>
                <p:cNvSpPr txBox="1"/>
                <p:nvPr/>
              </p:nvSpPr>
              <p:spPr>
                <a:xfrm>
                  <a:off x="2771800" y="4029302"/>
                  <a:ext cx="2808311" cy="900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 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掌握目标制定的五大原则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</a:t>
                  </a:r>
                  <a:r>
                    <a:rPr lang="en-US" altLang="zh-CN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 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掌握财务预测技能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 </a:t>
                  </a:r>
                  <a:r>
                    <a:rPr lang="zh-CN" altLang="en-US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能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独立完成财务规划整个流程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 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成为自己的“财务收纳师”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15" name="圆角矩形 12"/>
                <p:cNvSpPr/>
                <p:nvPr/>
              </p:nvSpPr>
              <p:spPr>
                <a:xfrm>
                  <a:off x="2627784" y="3765899"/>
                  <a:ext cx="2880320" cy="1038097"/>
                </a:xfrm>
                <a:prstGeom prst="roundRect">
                  <a:avLst/>
                </a:prstGeom>
                <a:noFill/>
                <a:ln w="38100">
                  <a:solidFill>
                    <a:srgbClr val="FFE2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2580028" y="1563638"/>
                <a:ext cx="311984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亲爱的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_______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     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1200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     恭喜你获得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【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简七理财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】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技能认证卡之：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2883283" y="123478"/>
                <a:ext cx="2513337" cy="2088232"/>
                <a:chOff x="2883283" y="136759"/>
                <a:chExt cx="2513337" cy="2088232"/>
              </a:xfrm>
            </p:grpSpPr>
            <p:pic>
              <p:nvPicPr>
                <p:cNvPr id="510" name="图片 509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855"/>
                <a:stretch/>
              </p:blipFill>
              <p:spPr>
                <a:xfrm>
                  <a:off x="2883283" y="136759"/>
                  <a:ext cx="2513337" cy="2088232"/>
                </a:xfrm>
                <a:prstGeom prst="rect">
                  <a:avLst/>
                </a:prstGeom>
              </p:spPr>
            </p:pic>
            <p:sp>
              <p:nvSpPr>
                <p:cNvPr id="511" name="文本框 510"/>
                <p:cNvSpPr txBox="1"/>
                <p:nvPr/>
              </p:nvSpPr>
              <p:spPr>
                <a:xfrm>
                  <a:off x="3585953" y="938924"/>
                  <a:ext cx="1107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技能认证</a:t>
                  </a:r>
                </a:p>
              </p:txBody>
            </p:sp>
            <p:pic>
              <p:nvPicPr>
                <p:cNvPr id="512" name="图片 511"/>
                <p:cNvPicPr>
                  <a:picLocks noChangeAspect="1"/>
                </p:cNvPicPr>
                <p:nvPr/>
              </p:nvPicPr>
              <p:blipFill>
                <a:blip r:embed="rId3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28335" y="648046"/>
                  <a:ext cx="823233" cy="330420"/>
                </a:xfrm>
                <a:prstGeom prst="rect">
                  <a:avLst/>
                </a:prstGeom>
              </p:spPr>
            </p:pic>
          </p:grpSp>
          <p:grpSp>
            <p:nvGrpSpPr>
              <p:cNvPr id="13" name="组合 12"/>
              <p:cNvGrpSpPr/>
              <p:nvPr/>
            </p:nvGrpSpPr>
            <p:grpSpPr>
              <a:xfrm>
                <a:off x="4843663" y="4142553"/>
                <a:ext cx="872089" cy="733452"/>
                <a:chOff x="4929312" y="3371464"/>
                <a:chExt cx="872089" cy="733452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 rot="19741095">
                  <a:off x="4956265" y="3371464"/>
                  <a:ext cx="800995" cy="733452"/>
                  <a:chOff x="620713" y="198439"/>
                  <a:chExt cx="1766888" cy="1770063"/>
                </a:xfrm>
              </p:grpSpPr>
              <p:sp>
                <p:nvSpPr>
                  <p:cNvPr id="17" name="Freeform 12"/>
                  <p:cNvSpPr>
                    <a:spLocks/>
                  </p:cNvSpPr>
                  <p:nvPr/>
                </p:nvSpPr>
                <p:spPr bwMode="auto">
                  <a:xfrm>
                    <a:off x="1741488" y="1773239"/>
                    <a:ext cx="1588" cy="3175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  <a:gd name="T4" fmla="*/ 0 w 1"/>
                      <a:gd name="T5" fmla="*/ 2 h 2"/>
                      <a:gd name="T6" fmla="*/ 1 w 1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" name="Freeform 13"/>
                  <p:cNvSpPr>
                    <a:spLocks/>
                  </p:cNvSpPr>
                  <p:nvPr/>
                </p:nvSpPr>
                <p:spPr bwMode="auto">
                  <a:xfrm>
                    <a:off x="2014538" y="487364"/>
                    <a:ext cx="9525" cy="17463"/>
                  </a:xfrm>
                  <a:custGeom>
                    <a:avLst/>
                    <a:gdLst>
                      <a:gd name="T0" fmla="*/ 1 w 4"/>
                      <a:gd name="T1" fmla="*/ 6 h 8"/>
                      <a:gd name="T2" fmla="*/ 1 w 4"/>
                      <a:gd name="T3" fmla="*/ 2 h 8"/>
                      <a:gd name="T4" fmla="*/ 0 w 4"/>
                      <a:gd name="T5" fmla="*/ 5 h 8"/>
                      <a:gd name="T6" fmla="*/ 1 w 4"/>
                      <a:gd name="T7" fmla="*/ 6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8">
                        <a:moveTo>
                          <a:pt x="1" y="6"/>
                        </a:moveTo>
                        <a:cubicBezTo>
                          <a:pt x="4" y="8"/>
                          <a:pt x="4" y="0"/>
                          <a:pt x="1" y="2"/>
                        </a:cubicBezTo>
                        <a:cubicBezTo>
                          <a:pt x="1" y="4"/>
                          <a:pt x="0" y="5"/>
                          <a:pt x="0" y="5"/>
                        </a:cubicBezTo>
                        <a:lnTo>
                          <a:pt x="1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Freeform 14"/>
                  <p:cNvSpPr>
                    <a:spLocks/>
                  </p:cNvSpPr>
                  <p:nvPr/>
                </p:nvSpPr>
                <p:spPr bwMode="auto">
                  <a:xfrm>
                    <a:off x="2200276" y="777877"/>
                    <a:ext cx="14288" cy="15875"/>
                  </a:xfrm>
                  <a:custGeom>
                    <a:avLst/>
                    <a:gdLst>
                      <a:gd name="T0" fmla="*/ 1 w 6"/>
                      <a:gd name="T1" fmla="*/ 6 h 7"/>
                      <a:gd name="T2" fmla="*/ 3 w 6"/>
                      <a:gd name="T3" fmla="*/ 7 h 7"/>
                      <a:gd name="T4" fmla="*/ 2 w 6"/>
                      <a:gd name="T5" fmla="*/ 6 h 7"/>
                      <a:gd name="T6" fmla="*/ 6 w 6"/>
                      <a:gd name="T7" fmla="*/ 4 h 7"/>
                      <a:gd name="T8" fmla="*/ 1 w 6"/>
                      <a:gd name="T9" fmla="*/ 2 h 7"/>
                      <a:gd name="T10" fmla="*/ 0 w 6"/>
                      <a:gd name="T11" fmla="*/ 1 h 7"/>
                      <a:gd name="T12" fmla="*/ 1 w 6"/>
                      <a:gd name="T13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" h="7">
                        <a:moveTo>
                          <a:pt x="1" y="6"/>
                        </a:moveTo>
                        <a:cubicBezTo>
                          <a:pt x="1" y="7"/>
                          <a:pt x="2" y="7"/>
                          <a:pt x="3" y="7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5" y="6"/>
                          <a:pt x="6" y="5"/>
                          <a:pt x="6" y="4"/>
                        </a:cubicBezTo>
                        <a:cubicBezTo>
                          <a:pt x="5" y="2"/>
                          <a:pt x="4" y="0"/>
                          <a:pt x="1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3"/>
                          <a:pt x="0" y="5"/>
                          <a:pt x="1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Freeform 15"/>
                  <p:cNvSpPr>
                    <a:spLocks/>
                  </p:cNvSpPr>
                  <p:nvPr/>
                </p:nvSpPr>
                <p:spPr bwMode="auto">
                  <a:xfrm>
                    <a:off x="1636713" y="298452"/>
                    <a:ext cx="3175" cy="3175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2 w 2"/>
                      <a:gd name="T3" fmla="*/ 0 h 2"/>
                      <a:gd name="T4" fmla="*/ 0 w 2"/>
                      <a:gd name="T5" fmla="*/ 2 h 2"/>
                      <a:gd name="T6" fmla="*/ 2 w 2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lnTo>
                          <a:pt x="2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Freeform 16"/>
                  <p:cNvSpPr>
                    <a:spLocks/>
                  </p:cNvSpPr>
                  <p:nvPr/>
                </p:nvSpPr>
                <p:spPr bwMode="auto">
                  <a:xfrm>
                    <a:off x="2203451" y="754064"/>
                    <a:ext cx="20638" cy="23813"/>
                  </a:xfrm>
                  <a:custGeom>
                    <a:avLst/>
                    <a:gdLst>
                      <a:gd name="T0" fmla="*/ 8 w 9"/>
                      <a:gd name="T1" fmla="*/ 3 h 10"/>
                      <a:gd name="T2" fmla="*/ 9 w 9"/>
                      <a:gd name="T3" fmla="*/ 3 h 10"/>
                      <a:gd name="T4" fmla="*/ 9 w 9"/>
                      <a:gd name="T5" fmla="*/ 3 h 10"/>
                      <a:gd name="T6" fmla="*/ 9 w 9"/>
                      <a:gd name="T7" fmla="*/ 0 h 10"/>
                      <a:gd name="T8" fmla="*/ 8 w 9"/>
                      <a:gd name="T9" fmla="*/ 1 h 10"/>
                      <a:gd name="T10" fmla="*/ 8 w 9"/>
                      <a:gd name="T11" fmla="*/ 3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" h="10">
                        <a:moveTo>
                          <a:pt x="8" y="3"/>
                        </a:move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9" y="2"/>
                          <a:pt x="9" y="1"/>
                          <a:pt x="9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0" y="0"/>
                          <a:pt x="7" y="10"/>
                          <a:pt x="8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Freeform 17"/>
                  <p:cNvSpPr>
                    <a:spLocks/>
                  </p:cNvSpPr>
                  <p:nvPr/>
                </p:nvSpPr>
                <p:spPr bwMode="auto">
                  <a:xfrm>
                    <a:off x="1743076" y="1779589"/>
                    <a:ext cx="3175" cy="3175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2 w 2"/>
                      <a:gd name="T3" fmla="*/ 2 h 2"/>
                      <a:gd name="T4" fmla="*/ 2 w 2"/>
                      <a:gd name="T5" fmla="*/ 0 h 2"/>
                      <a:gd name="T6" fmla="*/ 0 w 2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lnTo>
                          <a:pt x="2" y="2"/>
                        </a:lnTo>
                        <a:lnTo>
                          <a:pt x="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Freeform 18"/>
                  <p:cNvSpPr>
                    <a:spLocks/>
                  </p:cNvSpPr>
                  <p:nvPr/>
                </p:nvSpPr>
                <p:spPr bwMode="auto">
                  <a:xfrm>
                    <a:off x="1635126" y="306389"/>
                    <a:ext cx="4763" cy="1588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1 w 3"/>
                      <a:gd name="T3" fmla="*/ 1 h 1"/>
                      <a:gd name="T4" fmla="*/ 3 w 3"/>
                      <a:gd name="T5" fmla="*/ 0 h 1"/>
                      <a:gd name="T6" fmla="*/ 0 w 3"/>
                      <a:gd name="T7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Freeform 19"/>
                  <p:cNvSpPr>
                    <a:spLocks/>
                  </p:cNvSpPr>
                  <p:nvPr/>
                </p:nvSpPr>
                <p:spPr bwMode="auto">
                  <a:xfrm>
                    <a:off x="1811338" y="1782764"/>
                    <a:ext cx="9525" cy="11113"/>
                  </a:xfrm>
                  <a:custGeom>
                    <a:avLst/>
                    <a:gdLst>
                      <a:gd name="T0" fmla="*/ 2 w 4"/>
                      <a:gd name="T1" fmla="*/ 5 h 5"/>
                      <a:gd name="T2" fmla="*/ 3 w 4"/>
                      <a:gd name="T3" fmla="*/ 5 h 5"/>
                      <a:gd name="T4" fmla="*/ 3 w 4"/>
                      <a:gd name="T5" fmla="*/ 2 h 5"/>
                      <a:gd name="T6" fmla="*/ 4 w 4"/>
                      <a:gd name="T7" fmla="*/ 1 h 5"/>
                      <a:gd name="T8" fmla="*/ 4 w 4"/>
                      <a:gd name="T9" fmla="*/ 0 h 5"/>
                      <a:gd name="T10" fmla="*/ 3 w 4"/>
                      <a:gd name="T11" fmla="*/ 0 h 5"/>
                      <a:gd name="T12" fmla="*/ 0 w 4"/>
                      <a:gd name="T13" fmla="*/ 0 h 5"/>
                      <a:gd name="T14" fmla="*/ 0 w 4"/>
                      <a:gd name="T15" fmla="*/ 3 h 5"/>
                      <a:gd name="T16" fmla="*/ 3 w 4"/>
                      <a:gd name="T17" fmla="*/ 3 h 5"/>
                      <a:gd name="T18" fmla="*/ 2 w 4"/>
                      <a:gd name="T19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" h="5">
                        <a:moveTo>
                          <a:pt x="2" y="5"/>
                        </a:move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4"/>
                          <a:pt x="3" y="3"/>
                          <a:pt x="3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Freeform 20"/>
                  <p:cNvSpPr>
                    <a:spLocks/>
                  </p:cNvSpPr>
                  <p:nvPr/>
                </p:nvSpPr>
                <p:spPr bwMode="auto">
                  <a:xfrm>
                    <a:off x="1808163" y="1789114"/>
                    <a:ext cx="3175" cy="0"/>
                  </a:xfrm>
                  <a:custGeom>
                    <a:avLst/>
                    <a:gdLst>
                      <a:gd name="T0" fmla="*/ 2 w 2"/>
                      <a:gd name="T1" fmla="*/ 2 w 2"/>
                      <a:gd name="T2" fmla="*/ 0 w 2"/>
                      <a:gd name="T3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Freeform 21"/>
                  <p:cNvSpPr>
                    <a:spLocks/>
                  </p:cNvSpPr>
                  <p:nvPr/>
                </p:nvSpPr>
                <p:spPr bwMode="auto">
                  <a:xfrm>
                    <a:off x="1776413" y="1801814"/>
                    <a:ext cx="11113" cy="6350"/>
                  </a:xfrm>
                  <a:custGeom>
                    <a:avLst/>
                    <a:gdLst>
                      <a:gd name="T0" fmla="*/ 4 w 5"/>
                      <a:gd name="T1" fmla="*/ 0 h 3"/>
                      <a:gd name="T2" fmla="*/ 0 w 5"/>
                      <a:gd name="T3" fmla="*/ 3 h 3"/>
                      <a:gd name="T4" fmla="*/ 5 w 5"/>
                      <a:gd name="T5" fmla="*/ 1 h 3"/>
                      <a:gd name="T6" fmla="*/ 4 w 5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3">
                        <a:moveTo>
                          <a:pt x="4" y="0"/>
                        </a:moveTo>
                        <a:cubicBezTo>
                          <a:pt x="1" y="0"/>
                          <a:pt x="0" y="0"/>
                          <a:pt x="0" y="3"/>
                        </a:cubicBezTo>
                        <a:cubicBezTo>
                          <a:pt x="2" y="1"/>
                          <a:pt x="4" y="1"/>
                          <a:pt x="5" y="1"/>
                        </a:cubicBez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Freeform 22"/>
                  <p:cNvSpPr>
                    <a:spLocks/>
                  </p:cNvSpPr>
                  <p:nvPr/>
                </p:nvSpPr>
                <p:spPr bwMode="auto">
                  <a:xfrm>
                    <a:off x="1803401" y="1789114"/>
                    <a:ext cx="3175" cy="3175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0 w 2"/>
                      <a:gd name="T3" fmla="*/ 2 h 2"/>
                      <a:gd name="T4" fmla="*/ 2 w 2"/>
                      <a:gd name="T5" fmla="*/ 2 h 2"/>
                      <a:gd name="T6" fmla="*/ 0 w 2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Freeform 23"/>
                  <p:cNvSpPr>
                    <a:spLocks/>
                  </p:cNvSpPr>
                  <p:nvPr/>
                </p:nvSpPr>
                <p:spPr bwMode="auto">
                  <a:xfrm>
                    <a:off x="836613" y="622302"/>
                    <a:ext cx="11113" cy="12700"/>
                  </a:xfrm>
                  <a:custGeom>
                    <a:avLst/>
                    <a:gdLst>
                      <a:gd name="T0" fmla="*/ 3 w 5"/>
                      <a:gd name="T1" fmla="*/ 1 h 6"/>
                      <a:gd name="T2" fmla="*/ 2 w 5"/>
                      <a:gd name="T3" fmla="*/ 0 h 6"/>
                      <a:gd name="T4" fmla="*/ 2 w 5"/>
                      <a:gd name="T5" fmla="*/ 0 h 6"/>
                      <a:gd name="T6" fmla="*/ 0 w 5"/>
                      <a:gd name="T7" fmla="*/ 4 h 6"/>
                      <a:gd name="T8" fmla="*/ 1 w 5"/>
                      <a:gd name="T9" fmla="*/ 3 h 6"/>
                      <a:gd name="T10" fmla="*/ 1 w 5"/>
                      <a:gd name="T11" fmla="*/ 5 h 6"/>
                      <a:gd name="T12" fmla="*/ 0 w 5"/>
                      <a:gd name="T13" fmla="*/ 5 h 6"/>
                      <a:gd name="T14" fmla="*/ 1 w 5"/>
                      <a:gd name="T15" fmla="*/ 6 h 6"/>
                      <a:gd name="T16" fmla="*/ 2 w 5"/>
                      <a:gd name="T17" fmla="*/ 6 h 6"/>
                      <a:gd name="T18" fmla="*/ 4 w 5"/>
                      <a:gd name="T19" fmla="*/ 3 h 6"/>
                      <a:gd name="T20" fmla="*/ 5 w 5"/>
                      <a:gd name="T21" fmla="*/ 3 h 6"/>
                      <a:gd name="T22" fmla="*/ 3 w 5"/>
                      <a:gd name="T23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5" h="6">
                        <a:moveTo>
                          <a:pt x="3" y="1"/>
                        </a:moveTo>
                        <a:cubicBezTo>
                          <a:pt x="3" y="0"/>
                          <a:pt x="3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0" y="2"/>
                          <a:pt x="0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3" y="5"/>
                          <a:pt x="4" y="5"/>
                          <a:pt x="4" y="3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4" y="2"/>
                          <a:pt x="4" y="2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Freeform 24"/>
                  <p:cNvSpPr>
                    <a:spLocks/>
                  </p:cNvSpPr>
                  <p:nvPr/>
                </p:nvSpPr>
                <p:spPr bwMode="auto">
                  <a:xfrm>
                    <a:off x="2224088" y="1309689"/>
                    <a:ext cx="17463" cy="22225"/>
                  </a:xfrm>
                  <a:custGeom>
                    <a:avLst/>
                    <a:gdLst>
                      <a:gd name="T0" fmla="*/ 7 w 8"/>
                      <a:gd name="T1" fmla="*/ 9 h 10"/>
                      <a:gd name="T2" fmla="*/ 8 w 8"/>
                      <a:gd name="T3" fmla="*/ 6 h 10"/>
                      <a:gd name="T4" fmla="*/ 7 w 8"/>
                      <a:gd name="T5" fmla="*/ 5 h 10"/>
                      <a:gd name="T6" fmla="*/ 6 w 8"/>
                      <a:gd name="T7" fmla="*/ 3 h 10"/>
                      <a:gd name="T8" fmla="*/ 6 w 8"/>
                      <a:gd name="T9" fmla="*/ 3 h 10"/>
                      <a:gd name="T10" fmla="*/ 5 w 8"/>
                      <a:gd name="T11" fmla="*/ 1 h 10"/>
                      <a:gd name="T12" fmla="*/ 0 w 8"/>
                      <a:gd name="T13" fmla="*/ 0 h 10"/>
                      <a:gd name="T14" fmla="*/ 3 w 8"/>
                      <a:gd name="T15" fmla="*/ 9 h 10"/>
                      <a:gd name="T16" fmla="*/ 7 w 8"/>
                      <a:gd name="T17" fmla="*/ 8 h 10"/>
                      <a:gd name="T18" fmla="*/ 7 w 8"/>
                      <a:gd name="T19" fmla="*/ 9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" h="10">
                        <a:moveTo>
                          <a:pt x="7" y="9"/>
                        </a:moveTo>
                        <a:cubicBezTo>
                          <a:pt x="8" y="8"/>
                          <a:pt x="8" y="7"/>
                          <a:pt x="8" y="6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6" y="5"/>
                          <a:pt x="6" y="4"/>
                          <a:pt x="6" y="3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2"/>
                          <a:pt x="6" y="2"/>
                          <a:pt x="5" y="1"/>
                        </a:cubicBezTo>
                        <a:cubicBezTo>
                          <a:pt x="3" y="1"/>
                          <a:pt x="3" y="0"/>
                          <a:pt x="0" y="0"/>
                        </a:cubicBezTo>
                        <a:cubicBezTo>
                          <a:pt x="0" y="4"/>
                          <a:pt x="4" y="5"/>
                          <a:pt x="3" y="9"/>
                        </a:cubicBezTo>
                        <a:cubicBezTo>
                          <a:pt x="5" y="10"/>
                          <a:pt x="5" y="8"/>
                          <a:pt x="7" y="8"/>
                        </a:cubicBezTo>
                        <a:lnTo>
                          <a:pt x="7" y="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Freeform 25"/>
                  <p:cNvSpPr>
                    <a:spLocks/>
                  </p:cNvSpPr>
                  <p:nvPr/>
                </p:nvSpPr>
                <p:spPr bwMode="auto">
                  <a:xfrm>
                    <a:off x="846138" y="547689"/>
                    <a:ext cx="61913" cy="76200"/>
                  </a:xfrm>
                  <a:custGeom>
                    <a:avLst/>
                    <a:gdLst>
                      <a:gd name="T0" fmla="*/ 21 w 27"/>
                      <a:gd name="T1" fmla="*/ 1 h 33"/>
                      <a:gd name="T2" fmla="*/ 21 w 27"/>
                      <a:gd name="T3" fmla="*/ 0 h 33"/>
                      <a:gd name="T4" fmla="*/ 0 w 27"/>
                      <a:gd name="T5" fmla="*/ 30 h 33"/>
                      <a:gd name="T6" fmla="*/ 1 w 27"/>
                      <a:gd name="T7" fmla="*/ 32 h 33"/>
                      <a:gd name="T8" fmla="*/ 1 w 27"/>
                      <a:gd name="T9" fmla="*/ 33 h 33"/>
                      <a:gd name="T10" fmla="*/ 9 w 27"/>
                      <a:gd name="T11" fmla="*/ 21 h 33"/>
                      <a:gd name="T12" fmla="*/ 19 w 27"/>
                      <a:gd name="T13" fmla="*/ 11 h 33"/>
                      <a:gd name="T14" fmla="*/ 21 w 27"/>
                      <a:gd name="T15" fmla="*/ 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7" h="33">
                        <a:moveTo>
                          <a:pt x="21" y="1"/>
                        </a:move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13" y="9"/>
                          <a:pt x="6" y="20"/>
                          <a:pt x="0" y="30"/>
                        </a:cubicBezTo>
                        <a:cubicBezTo>
                          <a:pt x="0" y="31"/>
                          <a:pt x="1" y="31"/>
                          <a:pt x="1" y="32"/>
                        </a:cubicBezTo>
                        <a:cubicBezTo>
                          <a:pt x="1" y="32"/>
                          <a:pt x="1" y="32"/>
                          <a:pt x="1" y="33"/>
                        </a:cubicBezTo>
                        <a:cubicBezTo>
                          <a:pt x="5" y="30"/>
                          <a:pt x="8" y="26"/>
                          <a:pt x="9" y="21"/>
                        </a:cubicBezTo>
                        <a:cubicBezTo>
                          <a:pt x="12" y="19"/>
                          <a:pt x="16" y="15"/>
                          <a:pt x="19" y="11"/>
                        </a:cubicBezTo>
                        <a:cubicBezTo>
                          <a:pt x="20" y="9"/>
                          <a:pt x="27" y="2"/>
                          <a:pt x="2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Freeform 26"/>
                  <p:cNvSpPr>
                    <a:spLocks/>
                  </p:cNvSpPr>
                  <p:nvPr/>
                </p:nvSpPr>
                <p:spPr bwMode="auto">
                  <a:xfrm>
                    <a:off x="746126" y="800102"/>
                    <a:ext cx="23813" cy="28575"/>
                  </a:xfrm>
                  <a:custGeom>
                    <a:avLst/>
                    <a:gdLst>
                      <a:gd name="T0" fmla="*/ 7 w 10"/>
                      <a:gd name="T1" fmla="*/ 2 h 12"/>
                      <a:gd name="T2" fmla="*/ 7 w 10"/>
                      <a:gd name="T3" fmla="*/ 0 h 12"/>
                      <a:gd name="T4" fmla="*/ 1 w 10"/>
                      <a:gd name="T5" fmla="*/ 8 h 12"/>
                      <a:gd name="T6" fmla="*/ 1 w 10"/>
                      <a:gd name="T7" fmla="*/ 7 h 12"/>
                      <a:gd name="T8" fmla="*/ 8 w 10"/>
                      <a:gd name="T9" fmla="*/ 11 h 12"/>
                      <a:gd name="T10" fmla="*/ 7 w 10"/>
                      <a:gd name="T11" fmla="*/ 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0" h="12">
                        <a:moveTo>
                          <a:pt x="7" y="2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3" y="3"/>
                          <a:pt x="0" y="5"/>
                          <a:pt x="1" y="8"/>
                        </a:cubicBez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4" y="7"/>
                          <a:pt x="4" y="12"/>
                          <a:pt x="8" y="11"/>
                        </a:cubicBezTo>
                        <a:cubicBezTo>
                          <a:pt x="7" y="8"/>
                          <a:pt x="10" y="2"/>
                          <a:pt x="7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Freeform 27"/>
                  <p:cNvSpPr>
                    <a:spLocks/>
                  </p:cNvSpPr>
                  <p:nvPr/>
                </p:nvSpPr>
                <p:spPr bwMode="auto">
                  <a:xfrm>
                    <a:off x="771526" y="1362077"/>
                    <a:ext cx="3175" cy="317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  <a:gd name="T4" fmla="*/ 0 w 2"/>
                      <a:gd name="T5" fmla="*/ 0 h 2"/>
                      <a:gd name="T6" fmla="*/ 0 w 2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Freeform 28"/>
                  <p:cNvSpPr>
                    <a:spLocks/>
                  </p:cNvSpPr>
                  <p:nvPr/>
                </p:nvSpPr>
                <p:spPr bwMode="auto">
                  <a:xfrm>
                    <a:off x="817563" y="1385889"/>
                    <a:ext cx="20638" cy="19050"/>
                  </a:xfrm>
                  <a:custGeom>
                    <a:avLst/>
                    <a:gdLst>
                      <a:gd name="T0" fmla="*/ 1 w 9"/>
                      <a:gd name="T1" fmla="*/ 1 h 8"/>
                      <a:gd name="T2" fmla="*/ 0 w 9"/>
                      <a:gd name="T3" fmla="*/ 3 h 8"/>
                      <a:gd name="T4" fmla="*/ 0 w 9"/>
                      <a:gd name="T5" fmla="*/ 3 h 8"/>
                      <a:gd name="T6" fmla="*/ 0 w 9"/>
                      <a:gd name="T7" fmla="*/ 3 h 8"/>
                      <a:gd name="T8" fmla="*/ 9 w 9"/>
                      <a:gd name="T9" fmla="*/ 7 h 8"/>
                      <a:gd name="T10" fmla="*/ 7 w 9"/>
                      <a:gd name="T11" fmla="*/ 4 h 8"/>
                      <a:gd name="T12" fmla="*/ 6 w 9"/>
                      <a:gd name="T13" fmla="*/ 5 h 8"/>
                      <a:gd name="T14" fmla="*/ 1 w 9"/>
                      <a:gd name="T15" fmla="*/ 1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8">
                        <a:moveTo>
                          <a:pt x="1" y="1"/>
                        </a:moveTo>
                        <a:cubicBezTo>
                          <a:pt x="1" y="1"/>
                          <a:pt x="0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4" y="4"/>
                          <a:pt x="4" y="8"/>
                          <a:pt x="9" y="7"/>
                        </a:cubicBezTo>
                        <a:cubicBezTo>
                          <a:pt x="9" y="6"/>
                          <a:pt x="8" y="5"/>
                          <a:pt x="7" y="4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4" y="4"/>
                          <a:pt x="5" y="0"/>
                          <a:pt x="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Freeform 29"/>
                  <p:cNvSpPr>
                    <a:spLocks/>
                  </p:cNvSpPr>
                  <p:nvPr/>
                </p:nvSpPr>
                <p:spPr bwMode="auto">
                  <a:xfrm>
                    <a:off x="881063" y="1490664"/>
                    <a:ext cx="17463" cy="55563"/>
                  </a:xfrm>
                  <a:custGeom>
                    <a:avLst/>
                    <a:gdLst>
                      <a:gd name="T0" fmla="*/ 5 w 8"/>
                      <a:gd name="T1" fmla="*/ 4 h 24"/>
                      <a:gd name="T2" fmla="*/ 6 w 8"/>
                      <a:gd name="T3" fmla="*/ 4 h 24"/>
                      <a:gd name="T4" fmla="*/ 4 w 8"/>
                      <a:gd name="T5" fmla="*/ 1 h 24"/>
                      <a:gd name="T6" fmla="*/ 3 w 8"/>
                      <a:gd name="T7" fmla="*/ 0 h 24"/>
                      <a:gd name="T8" fmla="*/ 2 w 8"/>
                      <a:gd name="T9" fmla="*/ 0 h 24"/>
                      <a:gd name="T10" fmla="*/ 1 w 8"/>
                      <a:gd name="T11" fmla="*/ 24 h 24"/>
                      <a:gd name="T12" fmla="*/ 5 w 8"/>
                      <a:gd name="T13" fmla="*/ 4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" h="24">
                        <a:moveTo>
                          <a:pt x="5" y="4"/>
                        </a:move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5" y="3"/>
                          <a:pt x="4" y="2"/>
                          <a:pt x="4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0" y="7"/>
                          <a:pt x="1" y="16"/>
                          <a:pt x="1" y="24"/>
                        </a:cubicBezTo>
                        <a:cubicBezTo>
                          <a:pt x="8" y="23"/>
                          <a:pt x="4" y="11"/>
                          <a:pt x="5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Freeform 30"/>
                  <p:cNvSpPr>
                    <a:spLocks/>
                  </p:cNvSpPr>
                  <p:nvPr/>
                </p:nvSpPr>
                <p:spPr bwMode="auto">
                  <a:xfrm>
                    <a:off x="1279526" y="1793877"/>
                    <a:ext cx="30163" cy="34925"/>
                  </a:xfrm>
                  <a:custGeom>
                    <a:avLst/>
                    <a:gdLst>
                      <a:gd name="T0" fmla="*/ 3 w 13"/>
                      <a:gd name="T1" fmla="*/ 6 h 15"/>
                      <a:gd name="T2" fmla="*/ 2 w 13"/>
                      <a:gd name="T3" fmla="*/ 6 h 15"/>
                      <a:gd name="T4" fmla="*/ 0 w 13"/>
                      <a:gd name="T5" fmla="*/ 13 h 15"/>
                      <a:gd name="T6" fmla="*/ 1 w 13"/>
                      <a:gd name="T7" fmla="*/ 14 h 15"/>
                      <a:gd name="T8" fmla="*/ 1 w 13"/>
                      <a:gd name="T9" fmla="*/ 13 h 15"/>
                      <a:gd name="T10" fmla="*/ 9 w 13"/>
                      <a:gd name="T11" fmla="*/ 13 h 15"/>
                      <a:gd name="T12" fmla="*/ 13 w 13"/>
                      <a:gd name="T13" fmla="*/ 0 h 15"/>
                      <a:gd name="T14" fmla="*/ 3 w 13"/>
                      <a:gd name="T15" fmla="*/ 6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15">
                        <a:moveTo>
                          <a:pt x="3" y="6"/>
                        </a:move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3" y="8"/>
                          <a:pt x="1" y="11"/>
                          <a:pt x="0" y="13"/>
                        </a:cubicBezTo>
                        <a:cubicBezTo>
                          <a:pt x="0" y="13"/>
                          <a:pt x="0" y="13"/>
                          <a:pt x="1" y="14"/>
                        </a:cubicBezTo>
                        <a:cubicBezTo>
                          <a:pt x="1" y="13"/>
                          <a:pt x="1" y="13"/>
                          <a:pt x="1" y="13"/>
                        </a:cubicBezTo>
                        <a:cubicBezTo>
                          <a:pt x="5" y="11"/>
                          <a:pt x="6" y="15"/>
                          <a:pt x="9" y="13"/>
                        </a:cubicBezTo>
                        <a:cubicBezTo>
                          <a:pt x="5" y="7"/>
                          <a:pt x="13" y="6"/>
                          <a:pt x="13" y="0"/>
                        </a:cubicBezTo>
                        <a:cubicBezTo>
                          <a:pt x="9" y="1"/>
                          <a:pt x="5" y="2"/>
                          <a:pt x="3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Freeform 31"/>
                  <p:cNvSpPr>
                    <a:spLocks/>
                  </p:cNvSpPr>
                  <p:nvPr/>
                </p:nvSpPr>
                <p:spPr bwMode="auto">
                  <a:xfrm>
                    <a:off x="1255713" y="1792289"/>
                    <a:ext cx="26988" cy="26988"/>
                  </a:xfrm>
                  <a:custGeom>
                    <a:avLst/>
                    <a:gdLst>
                      <a:gd name="T0" fmla="*/ 10 w 11"/>
                      <a:gd name="T1" fmla="*/ 6 h 12"/>
                      <a:gd name="T2" fmla="*/ 10 w 11"/>
                      <a:gd name="T3" fmla="*/ 6 h 12"/>
                      <a:gd name="T4" fmla="*/ 9 w 11"/>
                      <a:gd name="T5" fmla="*/ 5 h 12"/>
                      <a:gd name="T6" fmla="*/ 1 w 11"/>
                      <a:gd name="T7" fmla="*/ 4 h 12"/>
                      <a:gd name="T8" fmla="*/ 0 w 11"/>
                      <a:gd name="T9" fmla="*/ 4 h 12"/>
                      <a:gd name="T10" fmla="*/ 0 w 11"/>
                      <a:gd name="T11" fmla="*/ 6 h 12"/>
                      <a:gd name="T12" fmla="*/ 2 w 11"/>
                      <a:gd name="T13" fmla="*/ 11 h 12"/>
                      <a:gd name="T14" fmla="*/ 6 w 11"/>
                      <a:gd name="T15" fmla="*/ 12 h 12"/>
                      <a:gd name="T16" fmla="*/ 8 w 11"/>
                      <a:gd name="T17" fmla="*/ 12 h 12"/>
                      <a:gd name="T18" fmla="*/ 10 w 11"/>
                      <a:gd name="T19" fmla="*/ 6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2">
                        <a:moveTo>
                          <a:pt x="10" y="6"/>
                        </a:move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9" y="5"/>
                          <a:pt x="9" y="5"/>
                          <a:pt x="9" y="5"/>
                        </a:cubicBezTo>
                        <a:cubicBezTo>
                          <a:pt x="7" y="5"/>
                          <a:pt x="3" y="0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5"/>
                          <a:pt x="0" y="6"/>
                        </a:cubicBezTo>
                        <a:cubicBezTo>
                          <a:pt x="1" y="7"/>
                          <a:pt x="1" y="9"/>
                          <a:pt x="2" y="11"/>
                        </a:cubicBezTo>
                        <a:cubicBezTo>
                          <a:pt x="3" y="11"/>
                          <a:pt x="5" y="12"/>
                          <a:pt x="6" y="12"/>
                        </a:cubicBezTo>
                        <a:cubicBezTo>
                          <a:pt x="7" y="12"/>
                          <a:pt x="7" y="12"/>
                          <a:pt x="8" y="12"/>
                        </a:cubicBezTo>
                        <a:cubicBezTo>
                          <a:pt x="10" y="11"/>
                          <a:pt x="11" y="9"/>
                          <a:pt x="1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Freeform 32"/>
                  <p:cNvSpPr>
                    <a:spLocks/>
                  </p:cNvSpPr>
                  <p:nvPr/>
                </p:nvSpPr>
                <p:spPr bwMode="auto">
                  <a:xfrm>
                    <a:off x="1444626" y="1827214"/>
                    <a:ext cx="15875" cy="11113"/>
                  </a:xfrm>
                  <a:custGeom>
                    <a:avLst/>
                    <a:gdLst>
                      <a:gd name="T0" fmla="*/ 5 w 7"/>
                      <a:gd name="T1" fmla="*/ 0 h 5"/>
                      <a:gd name="T2" fmla="*/ 0 w 7"/>
                      <a:gd name="T3" fmla="*/ 2 h 5"/>
                      <a:gd name="T4" fmla="*/ 2 w 7"/>
                      <a:gd name="T5" fmla="*/ 3 h 5"/>
                      <a:gd name="T6" fmla="*/ 0 w 7"/>
                      <a:gd name="T7" fmla="*/ 3 h 5"/>
                      <a:gd name="T8" fmla="*/ 3 w 7"/>
                      <a:gd name="T9" fmla="*/ 4 h 5"/>
                      <a:gd name="T10" fmla="*/ 4 w 7"/>
                      <a:gd name="T11" fmla="*/ 5 h 5"/>
                      <a:gd name="T12" fmla="*/ 4 w 7"/>
                      <a:gd name="T13" fmla="*/ 4 h 5"/>
                      <a:gd name="T14" fmla="*/ 6 w 7"/>
                      <a:gd name="T15" fmla="*/ 1 h 5"/>
                      <a:gd name="T16" fmla="*/ 7 w 7"/>
                      <a:gd name="T17" fmla="*/ 1 h 5"/>
                      <a:gd name="T18" fmla="*/ 5 w 7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" h="5">
                        <a:moveTo>
                          <a:pt x="5" y="0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4"/>
                          <a:pt x="3" y="4"/>
                        </a:cubicBezTo>
                        <a:cubicBezTo>
                          <a:pt x="3" y="4"/>
                          <a:pt x="4" y="4"/>
                          <a:pt x="4" y="5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cubicBezTo>
                          <a:pt x="5" y="3"/>
                          <a:pt x="6" y="3"/>
                          <a:pt x="6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6" y="1"/>
                          <a:pt x="6" y="0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Freeform 33"/>
                  <p:cNvSpPr>
                    <a:spLocks/>
                  </p:cNvSpPr>
                  <p:nvPr/>
                </p:nvSpPr>
                <p:spPr bwMode="auto">
                  <a:xfrm>
                    <a:off x="1222376" y="1779589"/>
                    <a:ext cx="31750" cy="14288"/>
                  </a:xfrm>
                  <a:custGeom>
                    <a:avLst/>
                    <a:gdLst>
                      <a:gd name="T0" fmla="*/ 10 w 14"/>
                      <a:gd name="T1" fmla="*/ 0 h 6"/>
                      <a:gd name="T2" fmla="*/ 2 w 14"/>
                      <a:gd name="T3" fmla="*/ 2 h 6"/>
                      <a:gd name="T4" fmla="*/ 0 w 14"/>
                      <a:gd name="T5" fmla="*/ 3 h 6"/>
                      <a:gd name="T6" fmla="*/ 5 w 14"/>
                      <a:gd name="T7" fmla="*/ 5 h 6"/>
                      <a:gd name="T8" fmla="*/ 9 w 14"/>
                      <a:gd name="T9" fmla="*/ 6 h 6"/>
                      <a:gd name="T10" fmla="*/ 8 w 14"/>
                      <a:gd name="T11" fmla="*/ 5 h 6"/>
                      <a:gd name="T12" fmla="*/ 14 w 14"/>
                      <a:gd name="T13" fmla="*/ 2 h 6"/>
                      <a:gd name="T14" fmla="*/ 10 w 14"/>
                      <a:gd name="T1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4" h="6">
                        <a:moveTo>
                          <a:pt x="10" y="0"/>
                        </a:moveTo>
                        <a:cubicBezTo>
                          <a:pt x="9" y="3"/>
                          <a:pt x="2" y="0"/>
                          <a:pt x="2" y="2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5"/>
                          <a:pt x="3" y="5"/>
                          <a:pt x="5" y="5"/>
                        </a:cubicBezTo>
                        <a:cubicBezTo>
                          <a:pt x="6" y="6"/>
                          <a:pt x="8" y="6"/>
                          <a:pt x="9" y="6"/>
                        </a:cubicBez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11" y="5"/>
                          <a:pt x="13" y="5"/>
                          <a:pt x="14" y="2"/>
                        </a:cubicBezTo>
                        <a:cubicBezTo>
                          <a:pt x="12" y="2"/>
                          <a:pt x="12" y="0"/>
                          <a:pt x="1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Freeform 34"/>
                  <p:cNvSpPr>
                    <a:spLocks/>
                  </p:cNvSpPr>
                  <p:nvPr/>
                </p:nvSpPr>
                <p:spPr bwMode="auto">
                  <a:xfrm>
                    <a:off x="1174751" y="1758952"/>
                    <a:ext cx="12700" cy="20638"/>
                  </a:xfrm>
                  <a:custGeom>
                    <a:avLst/>
                    <a:gdLst>
                      <a:gd name="T0" fmla="*/ 0 w 5"/>
                      <a:gd name="T1" fmla="*/ 5 h 9"/>
                      <a:gd name="T2" fmla="*/ 0 w 5"/>
                      <a:gd name="T3" fmla="*/ 5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9">
                        <a:moveTo>
                          <a:pt x="0" y="5"/>
                        </a:moveTo>
                        <a:cubicBezTo>
                          <a:pt x="5" y="9"/>
                          <a:pt x="4" y="0"/>
                          <a:pt x="0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Freeform 35"/>
                  <p:cNvSpPr>
                    <a:spLocks/>
                  </p:cNvSpPr>
                  <p:nvPr/>
                </p:nvSpPr>
                <p:spPr bwMode="auto">
                  <a:xfrm>
                    <a:off x="765176" y="1362077"/>
                    <a:ext cx="1588" cy="4763"/>
                  </a:xfrm>
                  <a:custGeom>
                    <a:avLst/>
                    <a:gdLst>
                      <a:gd name="T0" fmla="*/ 1 w 1"/>
                      <a:gd name="T1" fmla="*/ 0 h 3"/>
                      <a:gd name="T2" fmla="*/ 0 w 1"/>
                      <a:gd name="T3" fmla="*/ 2 h 3"/>
                      <a:gd name="T4" fmla="*/ 1 w 1"/>
                      <a:gd name="T5" fmla="*/ 3 h 3"/>
                      <a:gd name="T6" fmla="*/ 1 w 1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3">
                        <a:moveTo>
                          <a:pt x="1" y="0"/>
                        </a:moveTo>
                        <a:lnTo>
                          <a:pt x="0" y="2"/>
                        </a:lnTo>
                        <a:lnTo>
                          <a:pt x="1" y="3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Freeform 36"/>
                  <p:cNvSpPr>
                    <a:spLocks/>
                  </p:cNvSpPr>
                  <p:nvPr/>
                </p:nvSpPr>
                <p:spPr bwMode="auto">
                  <a:xfrm>
                    <a:off x="1787526" y="1792289"/>
                    <a:ext cx="15875" cy="9525"/>
                  </a:xfrm>
                  <a:custGeom>
                    <a:avLst/>
                    <a:gdLst>
                      <a:gd name="T0" fmla="*/ 1 w 7"/>
                      <a:gd name="T1" fmla="*/ 1 h 4"/>
                      <a:gd name="T2" fmla="*/ 0 w 7"/>
                      <a:gd name="T3" fmla="*/ 2 h 4"/>
                      <a:gd name="T4" fmla="*/ 2 w 7"/>
                      <a:gd name="T5" fmla="*/ 4 h 4"/>
                      <a:gd name="T6" fmla="*/ 2 w 7"/>
                      <a:gd name="T7" fmla="*/ 3 h 4"/>
                      <a:gd name="T8" fmla="*/ 7 w 7"/>
                      <a:gd name="T9" fmla="*/ 0 h 4"/>
                      <a:gd name="T10" fmla="*/ 1 w 7"/>
                      <a:gd name="T11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4">
                        <a:moveTo>
                          <a:pt x="1" y="1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5" y="3"/>
                          <a:pt x="7" y="2"/>
                          <a:pt x="7" y="0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" name="Freeform 37"/>
                  <p:cNvSpPr>
                    <a:spLocks/>
                  </p:cNvSpPr>
                  <p:nvPr/>
                </p:nvSpPr>
                <p:spPr bwMode="auto">
                  <a:xfrm>
                    <a:off x="1692276" y="1917702"/>
                    <a:ext cx="3175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  <a:gd name="T4" fmla="*/ 0 w 2"/>
                      <a:gd name="T5" fmla="*/ 1 h 1"/>
                      <a:gd name="T6" fmla="*/ 2 w 2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" name="Freeform 38"/>
                  <p:cNvSpPr>
                    <a:spLocks/>
                  </p:cNvSpPr>
                  <p:nvPr/>
                </p:nvSpPr>
                <p:spPr bwMode="auto">
                  <a:xfrm>
                    <a:off x="2209801" y="1371602"/>
                    <a:ext cx="20638" cy="28575"/>
                  </a:xfrm>
                  <a:custGeom>
                    <a:avLst/>
                    <a:gdLst>
                      <a:gd name="T0" fmla="*/ 5 w 9"/>
                      <a:gd name="T1" fmla="*/ 0 h 12"/>
                      <a:gd name="T2" fmla="*/ 1 w 9"/>
                      <a:gd name="T3" fmla="*/ 11 h 12"/>
                      <a:gd name="T4" fmla="*/ 9 w 9"/>
                      <a:gd name="T5" fmla="*/ 0 h 12"/>
                      <a:gd name="T6" fmla="*/ 5 w 9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5" y="0"/>
                        </a:moveTo>
                        <a:cubicBezTo>
                          <a:pt x="7" y="7"/>
                          <a:pt x="0" y="5"/>
                          <a:pt x="1" y="11"/>
                        </a:cubicBezTo>
                        <a:cubicBezTo>
                          <a:pt x="9" y="12"/>
                          <a:pt x="9" y="6"/>
                          <a:pt x="9" y="0"/>
                        </a:cubicBez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Freeform 39"/>
                  <p:cNvSpPr>
                    <a:spLocks/>
                  </p:cNvSpPr>
                  <p:nvPr/>
                </p:nvSpPr>
                <p:spPr bwMode="auto">
                  <a:xfrm>
                    <a:off x="2249488" y="1520827"/>
                    <a:ext cx="9525" cy="11113"/>
                  </a:xfrm>
                  <a:custGeom>
                    <a:avLst/>
                    <a:gdLst>
                      <a:gd name="T0" fmla="*/ 1 w 4"/>
                      <a:gd name="T1" fmla="*/ 0 h 5"/>
                      <a:gd name="T2" fmla="*/ 0 w 4"/>
                      <a:gd name="T3" fmla="*/ 2 h 5"/>
                      <a:gd name="T4" fmla="*/ 2 w 4"/>
                      <a:gd name="T5" fmla="*/ 4 h 5"/>
                      <a:gd name="T6" fmla="*/ 1 w 4"/>
                      <a:gd name="T7" fmla="*/ 5 h 5"/>
                      <a:gd name="T8" fmla="*/ 4 w 4"/>
                      <a:gd name="T9" fmla="*/ 3 h 5"/>
                      <a:gd name="T10" fmla="*/ 1 w 4"/>
                      <a:gd name="T11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5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4"/>
                          <a:pt x="2" y="4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3" y="5"/>
                          <a:pt x="3" y="4"/>
                          <a:pt x="4" y="3"/>
                        </a:cubicBezTo>
                        <a:cubicBezTo>
                          <a:pt x="3" y="2"/>
                          <a:pt x="2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Freeform 40"/>
                  <p:cNvSpPr>
                    <a:spLocks/>
                  </p:cNvSpPr>
                  <p:nvPr/>
                </p:nvSpPr>
                <p:spPr bwMode="auto">
                  <a:xfrm>
                    <a:off x="1692276" y="1924052"/>
                    <a:ext cx="4763" cy="3175"/>
                  </a:xfrm>
                  <a:custGeom>
                    <a:avLst/>
                    <a:gdLst>
                      <a:gd name="T0" fmla="*/ 0 w 3"/>
                      <a:gd name="T1" fmla="*/ 0 h 2"/>
                      <a:gd name="T2" fmla="*/ 2 w 3"/>
                      <a:gd name="T3" fmla="*/ 2 h 2"/>
                      <a:gd name="T4" fmla="*/ 3 w 3"/>
                      <a:gd name="T5" fmla="*/ 0 h 2"/>
                      <a:gd name="T6" fmla="*/ 0 w 3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2">
                        <a:moveTo>
                          <a:pt x="0" y="0"/>
                        </a:moveTo>
                        <a:lnTo>
                          <a:pt x="2" y="2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Freeform 41"/>
                  <p:cNvSpPr>
                    <a:spLocks/>
                  </p:cNvSpPr>
                  <p:nvPr/>
                </p:nvSpPr>
                <p:spPr bwMode="auto">
                  <a:xfrm>
                    <a:off x="2265363" y="1149352"/>
                    <a:ext cx="15875" cy="12700"/>
                  </a:xfrm>
                  <a:custGeom>
                    <a:avLst/>
                    <a:gdLst>
                      <a:gd name="T0" fmla="*/ 7 w 7"/>
                      <a:gd name="T1" fmla="*/ 5 h 6"/>
                      <a:gd name="T2" fmla="*/ 7 w 7"/>
                      <a:gd name="T3" fmla="*/ 5 h 6"/>
                      <a:gd name="T4" fmla="*/ 7 w 7"/>
                      <a:gd name="T5" fmla="*/ 5 h 6"/>
                      <a:gd name="T6" fmla="*/ 6 w 7"/>
                      <a:gd name="T7" fmla="*/ 2 h 6"/>
                      <a:gd name="T8" fmla="*/ 6 w 7"/>
                      <a:gd name="T9" fmla="*/ 2 h 6"/>
                      <a:gd name="T10" fmla="*/ 5 w 7"/>
                      <a:gd name="T11" fmla="*/ 2 h 6"/>
                      <a:gd name="T12" fmla="*/ 0 w 7"/>
                      <a:gd name="T13" fmla="*/ 2 h 6"/>
                      <a:gd name="T14" fmla="*/ 1 w 7"/>
                      <a:gd name="T15" fmla="*/ 6 h 6"/>
                      <a:gd name="T16" fmla="*/ 7 w 7"/>
                      <a:gd name="T17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" h="6">
                        <a:moveTo>
                          <a:pt x="7" y="5"/>
                        </a:move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4"/>
                          <a:pt x="7" y="3"/>
                          <a:pt x="6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3" y="0"/>
                          <a:pt x="2" y="0"/>
                          <a:pt x="0" y="2"/>
                        </a:cubicBezTo>
                        <a:cubicBezTo>
                          <a:pt x="0" y="4"/>
                          <a:pt x="1" y="4"/>
                          <a:pt x="1" y="6"/>
                        </a:cubicBezTo>
                        <a:cubicBezTo>
                          <a:pt x="4" y="6"/>
                          <a:pt x="4" y="4"/>
                          <a:pt x="7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Freeform 42"/>
                  <p:cNvSpPr>
                    <a:spLocks/>
                  </p:cNvSpPr>
                  <p:nvPr/>
                </p:nvSpPr>
                <p:spPr bwMode="auto">
                  <a:xfrm>
                    <a:off x="1381126" y="206377"/>
                    <a:ext cx="22225" cy="14288"/>
                  </a:xfrm>
                  <a:custGeom>
                    <a:avLst/>
                    <a:gdLst>
                      <a:gd name="T0" fmla="*/ 8 w 9"/>
                      <a:gd name="T1" fmla="*/ 1 h 6"/>
                      <a:gd name="T2" fmla="*/ 0 w 9"/>
                      <a:gd name="T3" fmla="*/ 4 h 6"/>
                      <a:gd name="T4" fmla="*/ 8 w 9"/>
                      <a:gd name="T5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6">
                        <a:moveTo>
                          <a:pt x="8" y="1"/>
                        </a:moveTo>
                        <a:cubicBezTo>
                          <a:pt x="4" y="1"/>
                          <a:pt x="0" y="0"/>
                          <a:pt x="0" y="4"/>
                        </a:cubicBezTo>
                        <a:cubicBezTo>
                          <a:pt x="2" y="3"/>
                          <a:pt x="9" y="6"/>
                          <a:pt x="8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Freeform 43"/>
                  <p:cNvSpPr>
                    <a:spLocks/>
                  </p:cNvSpPr>
                  <p:nvPr/>
                </p:nvSpPr>
                <p:spPr bwMode="auto">
                  <a:xfrm>
                    <a:off x="1089026" y="306389"/>
                    <a:ext cx="17463" cy="9525"/>
                  </a:xfrm>
                  <a:custGeom>
                    <a:avLst/>
                    <a:gdLst>
                      <a:gd name="T0" fmla="*/ 2 w 7"/>
                      <a:gd name="T1" fmla="*/ 4 h 4"/>
                      <a:gd name="T2" fmla="*/ 5 w 7"/>
                      <a:gd name="T3" fmla="*/ 4 h 4"/>
                      <a:gd name="T4" fmla="*/ 1 w 7"/>
                      <a:gd name="T5" fmla="*/ 3 h 4"/>
                      <a:gd name="T6" fmla="*/ 2 w 7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4">
                        <a:moveTo>
                          <a:pt x="2" y="4"/>
                        </a:move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7" y="1"/>
                          <a:pt x="0" y="0"/>
                          <a:pt x="1" y="3"/>
                        </a:cubicBezTo>
                        <a:cubicBezTo>
                          <a:pt x="2" y="3"/>
                          <a:pt x="2" y="3"/>
                          <a:pt x="2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Freeform 44"/>
                  <p:cNvSpPr>
                    <a:spLocks/>
                  </p:cNvSpPr>
                  <p:nvPr/>
                </p:nvSpPr>
                <p:spPr bwMode="auto">
                  <a:xfrm>
                    <a:off x="639763" y="474664"/>
                    <a:ext cx="238125" cy="439738"/>
                  </a:xfrm>
                  <a:custGeom>
                    <a:avLst/>
                    <a:gdLst>
                      <a:gd name="T0" fmla="*/ 11 w 103"/>
                      <a:gd name="T1" fmla="*/ 189 h 189"/>
                      <a:gd name="T2" fmla="*/ 14 w 103"/>
                      <a:gd name="T3" fmla="*/ 164 h 189"/>
                      <a:gd name="T4" fmla="*/ 13 w 103"/>
                      <a:gd name="T5" fmla="*/ 163 h 189"/>
                      <a:gd name="T6" fmla="*/ 13 w 103"/>
                      <a:gd name="T7" fmla="*/ 163 h 189"/>
                      <a:gd name="T8" fmla="*/ 103 w 103"/>
                      <a:gd name="T9" fmla="*/ 2 h 189"/>
                      <a:gd name="T10" fmla="*/ 103 w 103"/>
                      <a:gd name="T11" fmla="*/ 1 h 189"/>
                      <a:gd name="T12" fmla="*/ 101 w 103"/>
                      <a:gd name="T13" fmla="*/ 1 h 189"/>
                      <a:gd name="T14" fmla="*/ 11 w 103"/>
                      <a:gd name="T15" fmla="*/ 161 h 189"/>
                      <a:gd name="T16" fmla="*/ 11 w 103"/>
                      <a:gd name="T17" fmla="*/ 160 h 189"/>
                      <a:gd name="T18" fmla="*/ 11 w 103"/>
                      <a:gd name="T19" fmla="*/ 189 h 1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3" h="189">
                        <a:moveTo>
                          <a:pt x="11" y="189"/>
                        </a:moveTo>
                        <a:cubicBezTo>
                          <a:pt x="13" y="182"/>
                          <a:pt x="14" y="173"/>
                          <a:pt x="14" y="164"/>
                        </a:cubicBezTo>
                        <a:cubicBezTo>
                          <a:pt x="13" y="163"/>
                          <a:pt x="13" y="163"/>
                          <a:pt x="13" y="163"/>
                        </a:cubicBezTo>
                        <a:cubicBezTo>
                          <a:pt x="13" y="163"/>
                          <a:pt x="13" y="163"/>
                          <a:pt x="13" y="163"/>
                        </a:cubicBezTo>
                        <a:cubicBezTo>
                          <a:pt x="32" y="100"/>
                          <a:pt x="63" y="45"/>
                          <a:pt x="103" y="2"/>
                        </a:cubicBezTo>
                        <a:cubicBezTo>
                          <a:pt x="103" y="2"/>
                          <a:pt x="103" y="1"/>
                          <a:pt x="103" y="1"/>
                        </a:cubicBezTo>
                        <a:cubicBezTo>
                          <a:pt x="102" y="0"/>
                          <a:pt x="102" y="0"/>
                          <a:pt x="101" y="1"/>
                        </a:cubicBezTo>
                        <a:cubicBezTo>
                          <a:pt x="62" y="43"/>
                          <a:pt x="31" y="99"/>
                          <a:pt x="11" y="161"/>
                        </a:cubicBezTo>
                        <a:cubicBezTo>
                          <a:pt x="11" y="160"/>
                          <a:pt x="11" y="160"/>
                          <a:pt x="11" y="160"/>
                        </a:cubicBezTo>
                        <a:cubicBezTo>
                          <a:pt x="8" y="169"/>
                          <a:pt x="0" y="184"/>
                          <a:pt x="11" y="18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008063" y="496889"/>
                    <a:ext cx="9525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Freeform 46"/>
                  <p:cNvSpPr>
                    <a:spLocks/>
                  </p:cNvSpPr>
                  <p:nvPr/>
                </p:nvSpPr>
                <p:spPr bwMode="auto">
                  <a:xfrm>
                    <a:off x="2265363" y="647702"/>
                    <a:ext cx="9525" cy="11113"/>
                  </a:xfrm>
                  <a:custGeom>
                    <a:avLst/>
                    <a:gdLst>
                      <a:gd name="T0" fmla="*/ 4 w 4"/>
                      <a:gd name="T1" fmla="*/ 5 h 5"/>
                      <a:gd name="T2" fmla="*/ 4 w 4"/>
                      <a:gd name="T3" fmla="*/ 0 h 5"/>
                      <a:gd name="T4" fmla="*/ 0 w 4"/>
                      <a:gd name="T5" fmla="*/ 0 h 5"/>
                      <a:gd name="T6" fmla="*/ 4 w 4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4" y="5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1" y="5"/>
                          <a:pt x="4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259013" y="855664"/>
                    <a:ext cx="6350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Freeform 48"/>
                  <p:cNvSpPr>
                    <a:spLocks/>
                  </p:cNvSpPr>
                  <p:nvPr/>
                </p:nvSpPr>
                <p:spPr bwMode="auto">
                  <a:xfrm>
                    <a:off x="635001" y="938214"/>
                    <a:ext cx="26988" cy="33338"/>
                  </a:xfrm>
                  <a:custGeom>
                    <a:avLst/>
                    <a:gdLst>
                      <a:gd name="T0" fmla="*/ 2 w 12"/>
                      <a:gd name="T1" fmla="*/ 14 h 15"/>
                      <a:gd name="T2" fmla="*/ 8 w 12"/>
                      <a:gd name="T3" fmla="*/ 4 h 15"/>
                      <a:gd name="T4" fmla="*/ 7 w 12"/>
                      <a:gd name="T5" fmla="*/ 3 h 15"/>
                      <a:gd name="T6" fmla="*/ 7 w 12"/>
                      <a:gd name="T7" fmla="*/ 3 h 15"/>
                      <a:gd name="T8" fmla="*/ 8 w 12"/>
                      <a:gd name="T9" fmla="*/ 2 h 15"/>
                      <a:gd name="T10" fmla="*/ 9 w 12"/>
                      <a:gd name="T11" fmla="*/ 0 h 15"/>
                      <a:gd name="T12" fmla="*/ 7 w 12"/>
                      <a:gd name="T13" fmla="*/ 0 h 15"/>
                      <a:gd name="T14" fmla="*/ 6 w 12"/>
                      <a:gd name="T15" fmla="*/ 1 h 15"/>
                      <a:gd name="T16" fmla="*/ 5 w 12"/>
                      <a:gd name="T17" fmla="*/ 2 h 15"/>
                      <a:gd name="T18" fmla="*/ 5 w 12"/>
                      <a:gd name="T19" fmla="*/ 0 h 15"/>
                      <a:gd name="T20" fmla="*/ 2 w 12"/>
                      <a:gd name="T21" fmla="*/ 14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2" h="15">
                        <a:moveTo>
                          <a:pt x="2" y="14"/>
                        </a:moveTo>
                        <a:cubicBezTo>
                          <a:pt x="10" y="15"/>
                          <a:pt x="12" y="8"/>
                          <a:pt x="8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1"/>
                          <a:pt x="9" y="1"/>
                          <a:pt x="9" y="0"/>
                        </a:cubicBezTo>
                        <a:cubicBezTo>
                          <a:pt x="8" y="0"/>
                          <a:pt x="8" y="0"/>
                          <a:pt x="7" y="0"/>
                        </a:cubicBezTo>
                        <a:cubicBezTo>
                          <a:pt x="7" y="0"/>
                          <a:pt x="6" y="1"/>
                          <a:pt x="6" y="1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0" y="1"/>
                          <a:pt x="3" y="9"/>
                          <a:pt x="2" y="1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Freeform 49"/>
                  <p:cNvSpPr>
                    <a:spLocks/>
                  </p:cNvSpPr>
                  <p:nvPr/>
                </p:nvSpPr>
                <p:spPr bwMode="auto">
                  <a:xfrm>
                    <a:off x="2255838" y="941389"/>
                    <a:ext cx="19050" cy="17463"/>
                  </a:xfrm>
                  <a:custGeom>
                    <a:avLst/>
                    <a:gdLst>
                      <a:gd name="T0" fmla="*/ 0 w 8"/>
                      <a:gd name="T1" fmla="*/ 2 h 7"/>
                      <a:gd name="T2" fmla="*/ 7 w 8"/>
                      <a:gd name="T3" fmla="*/ 5 h 7"/>
                      <a:gd name="T4" fmla="*/ 0 w 8"/>
                      <a:gd name="T5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7">
                        <a:moveTo>
                          <a:pt x="0" y="2"/>
                        </a:moveTo>
                        <a:cubicBezTo>
                          <a:pt x="0" y="7"/>
                          <a:pt x="3" y="6"/>
                          <a:pt x="7" y="5"/>
                        </a:cubicBezTo>
                        <a:cubicBezTo>
                          <a:pt x="8" y="0"/>
                          <a:pt x="2" y="0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84413" y="963614"/>
                    <a:ext cx="9525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Freeform 51"/>
                  <p:cNvSpPr>
                    <a:spLocks/>
                  </p:cNvSpPr>
                  <p:nvPr/>
                </p:nvSpPr>
                <p:spPr bwMode="auto">
                  <a:xfrm>
                    <a:off x="706438" y="965202"/>
                    <a:ext cx="14288" cy="15875"/>
                  </a:xfrm>
                  <a:custGeom>
                    <a:avLst/>
                    <a:gdLst>
                      <a:gd name="T0" fmla="*/ 6 w 6"/>
                      <a:gd name="T1" fmla="*/ 7 h 7"/>
                      <a:gd name="T2" fmla="*/ 3 w 6"/>
                      <a:gd name="T3" fmla="*/ 0 h 7"/>
                      <a:gd name="T4" fmla="*/ 2 w 6"/>
                      <a:gd name="T5" fmla="*/ 7 h 7"/>
                      <a:gd name="T6" fmla="*/ 6 w 6"/>
                      <a:gd name="T7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6" y="7"/>
                        </a:moveTo>
                        <a:cubicBezTo>
                          <a:pt x="6" y="4"/>
                          <a:pt x="6" y="1"/>
                          <a:pt x="3" y="0"/>
                        </a:cubicBezTo>
                        <a:cubicBezTo>
                          <a:pt x="3" y="3"/>
                          <a:pt x="0" y="5"/>
                          <a:pt x="2" y="7"/>
                        </a:cubicBezTo>
                        <a:lnTo>
                          <a:pt x="6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Freeform 52"/>
                  <p:cNvSpPr>
                    <a:spLocks/>
                  </p:cNvSpPr>
                  <p:nvPr/>
                </p:nvSpPr>
                <p:spPr bwMode="auto">
                  <a:xfrm>
                    <a:off x="631826" y="981077"/>
                    <a:ext cx="19050" cy="20638"/>
                  </a:xfrm>
                  <a:custGeom>
                    <a:avLst/>
                    <a:gdLst>
                      <a:gd name="T0" fmla="*/ 7 w 8"/>
                      <a:gd name="T1" fmla="*/ 7 h 9"/>
                      <a:gd name="T2" fmla="*/ 2 w 8"/>
                      <a:gd name="T3" fmla="*/ 0 h 9"/>
                      <a:gd name="T4" fmla="*/ 1 w 8"/>
                      <a:gd name="T5" fmla="*/ 8 h 9"/>
                      <a:gd name="T6" fmla="*/ 7 w 8"/>
                      <a:gd name="T7" fmla="*/ 7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9">
                        <a:moveTo>
                          <a:pt x="7" y="7"/>
                        </a:moveTo>
                        <a:cubicBezTo>
                          <a:pt x="8" y="2"/>
                          <a:pt x="6" y="0"/>
                          <a:pt x="2" y="0"/>
                        </a:cubicBezTo>
                        <a:cubicBezTo>
                          <a:pt x="0" y="2"/>
                          <a:pt x="0" y="5"/>
                          <a:pt x="1" y="8"/>
                        </a:cubicBezTo>
                        <a:cubicBezTo>
                          <a:pt x="4" y="9"/>
                          <a:pt x="6" y="8"/>
                          <a:pt x="7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Freeform 53"/>
                  <p:cNvSpPr>
                    <a:spLocks/>
                  </p:cNvSpPr>
                  <p:nvPr/>
                </p:nvSpPr>
                <p:spPr bwMode="auto">
                  <a:xfrm>
                    <a:off x="2374901" y="998539"/>
                    <a:ext cx="12700" cy="20638"/>
                  </a:xfrm>
                  <a:custGeom>
                    <a:avLst/>
                    <a:gdLst>
                      <a:gd name="T0" fmla="*/ 0 w 6"/>
                      <a:gd name="T1" fmla="*/ 0 h 9"/>
                      <a:gd name="T2" fmla="*/ 0 w 6"/>
                      <a:gd name="T3" fmla="*/ 8 h 9"/>
                      <a:gd name="T4" fmla="*/ 0 w 6"/>
                      <a:gd name="T5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9">
                        <a:moveTo>
                          <a:pt x="0" y="0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6" y="9"/>
                          <a:pt x="3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259013" y="1000127"/>
                    <a:ext cx="6350" cy="6350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Freeform 55"/>
                  <p:cNvSpPr>
                    <a:spLocks/>
                  </p:cNvSpPr>
                  <p:nvPr/>
                </p:nvSpPr>
                <p:spPr bwMode="auto">
                  <a:xfrm>
                    <a:off x="628651" y="1004889"/>
                    <a:ext cx="20638" cy="15875"/>
                  </a:xfrm>
                  <a:custGeom>
                    <a:avLst/>
                    <a:gdLst>
                      <a:gd name="T0" fmla="*/ 8 w 9"/>
                      <a:gd name="T1" fmla="*/ 5 h 7"/>
                      <a:gd name="T2" fmla="*/ 1 w 9"/>
                      <a:gd name="T3" fmla="*/ 2 h 7"/>
                      <a:gd name="T4" fmla="*/ 8 w 9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7">
                        <a:moveTo>
                          <a:pt x="8" y="5"/>
                        </a:moveTo>
                        <a:cubicBezTo>
                          <a:pt x="9" y="0"/>
                          <a:pt x="3" y="0"/>
                          <a:pt x="1" y="2"/>
                        </a:cubicBezTo>
                        <a:cubicBezTo>
                          <a:pt x="0" y="7"/>
                          <a:pt x="6" y="7"/>
                          <a:pt x="8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Freeform 56"/>
                  <p:cNvSpPr>
                    <a:spLocks/>
                  </p:cNvSpPr>
                  <p:nvPr/>
                </p:nvSpPr>
                <p:spPr bwMode="auto">
                  <a:xfrm>
                    <a:off x="2301876" y="1014414"/>
                    <a:ext cx="23813" cy="41275"/>
                  </a:xfrm>
                  <a:custGeom>
                    <a:avLst/>
                    <a:gdLst>
                      <a:gd name="T0" fmla="*/ 7 w 10"/>
                      <a:gd name="T1" fmla="*/ 17 h 18"/>
                      <a:gd name="T2" fmla="*/ 4 w 10"/>
                      <a:gd name="T3" fmla="*/ 1 h 18"/>
                      <a:gd name="T4" fmla="*/ 7 w 10"/>
                      <a:gd name="T5" fmla="*/ 17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18">
                        <a:moveTo>
                          <a:pt x="7" y="17"/>
                        </a:moveTo>
                        <a:cubicBezTo>
                          <a:pt x="9" y="14"/>
                          <a:pt x="10" y="0"/>
                          <a:pt x="4" y="1"/>
                        </a:cubicBezTo>
                        <a:cubicBezTo>
                          <a:pt x="3" y="4"/>
                          <a:pt x="0" y="18"/>
                          <a:pt x="7" y="1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Freeform 57"/>
                  <p:cNvSpPr>
                    <a:spLocks/>
                  </p:cNvSpPr>
                  <p:nvPr/>
                </p:nvSpPr>
                <p:spPr bwMode="auto">
                  <a:xfrm>
                    <a:off x="620713" y="1025527"/>
                    <a:ext cx="247650" cy="647700"/>
                  </a:xfrm>
                  <a:custGeom>
                    <a:avLst/>
                    <a:gdLst>
                      <a:gd name="T0" fmla="*/ 69 w 107"/>
                      <a:gd name="T1" fmla="*/ 217 h 279"/>
                      <a:gd name="T2" fmla="*/ 59 w 107"/>
                      <a:gd name="T3" fmla="*/ 216 h 279"/>
                      <a:gd name="T4" fmla="*/ 58 w 107"/>
                      <a:gd name="T5" fmla="*/ 214 h 279"/>
                      <a:gd name="T6" fmla="*/ 59 w 107"/>
                      <a:gd name="T7" fmla="*/ 215 h 279"/>
                      <a:gd name="T8" fmla="*/ 63 w 107"/>
                      <a:gd name="T9" fmla="*/ 207 h 279"/>
                      <a:gd name="T10" fmla="*/ 48 w 107"/>
                      <a:gd name="T11" fmla="*/ 188 h 279"/>
                      <a:gd name="T12" fmla="*/ 39 w 107"/>
                      <a:gd name="T13" fmla="*/ 165 h 279"/>
                      <a:gd name="T14" fmla="*/ 39 w 107"/>
                      <a:gd name="T15" fmla="*/ 158 h 279"/>
                      <a:gd name="T16" fmla="*/ 32 w 107"/>
                      <a:gd name="T17" fmla="*/ 146 h 279"/>
                      <a:gd name="T18" fmla="*/ 27 w 107"/>
                      <a:gd name="T19" fmla="*/ 131 h 279"/>
                      <a:gd name="T20" fmla="*/ 12 w 107"/>
                      <a:gd name="T21" fmla="*/ 13 h 279"/>
                      <a:gd name="T22" fmla="*/ 8 w 107"/>
                      <a:gd name="T23" fmla="*/ 11 h 279"/>
                      <a:gd name="T24" fmla="*/ 8 w 107"/>
                      <a:gd name="T25" fmla="*/ 9 h 279"/>
                      <a:gd name="T26" fmla="*/ 12 w 107"/>
                      <a:gd name="T27" fmla="*/ 0 h 279"/>
                      <a:gd name="T28" fmla="*/ 4 w 107"/>
                      <a:gd name="T29" fmla="*/ 1 h 279"/>
                      <a:gd name="T30" fmla="*/ 6 w 107"/>
                      <a:gd name="T31" fmla="*/ 8 h 279"/>
                      <a:gd name="T32" fmla="*/ 6 w 107"/>
                      <a:gd name="T33" fmla="*/ 8 h 279"/>
                      <a:gd name="T34" fmla="*/ 6 w 107"/>
                      <a:gd name="T35" fmla="*/ 12 h 279"/>
                      <a:gd name="T36" fmla="*/ 6 w 107"/>
                      <a:gd name="T37" fmla="*/ 12 h 279"/>
                      <a:gd name="T38" fmla="*/ 36 w 107"/>
                      <a:gd name="T39" fmla="*/ 180 h 279"/>
                      <a:gd name="T40" fmla="*/ 42 w 107"/>
                      <a:gd name="T41" fmla="*/ 182 h 279"/>
                      <a:gd name="T42" fmla="*/ 55 w 107"/>
                      <a:gd name="T43" fmla="*/ 216 h 279"/>
                      <a:gd name="T44" fmla="*/ 56 w 107"/>
                      <a:gd name="T45" fmla="*/ 215 h 279"/>
                      <a:gd name="T46" fmla="*/ 56 w 107"/>
                      <a:gd name="T47" fmla="*/ 215 h 279"/>
                      <a:gd name="T48" fmla="*/ 59 w 107"/>
                      <a:gd name="T49" fmla="*/ 218 h 279"/>
                      <a:gd name="T50" fmla="*/ 58 w 107"/>
                      <a:gd name="T51" fmla="*/ 219 h 279"/>
                      <a:gd name="T52" fmla="*/ 79 w 107"/>
                      <a:gd name="T53" fmla="*/ 251 h 279"/>
                      <a:gd name="T54" fmla="*/ 105 w 107"/>
                      <a:gd name="T55" fmla="*/ 279 h 279"/>
                      <a:gd name="T56" fmla="*/ 95 w 107"/>
                      <a:gd name="T57" fmla="*/ 255 h 279"/>
                      <a:gd name="T58" fmla="*/ 69 w 107"/>
                      <a:gd name="T59" fmla="*/ 217 h 2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107" h="279">
                        <a:moveTo>
                          <a:pt x="69" y="217"/>
                        </a:moveTo>
                        <a:cubicBezTo>
                          <a:pt x="65" y="217"/>
                          <a:pt x="64" y="215"/>
                          <a:pt x="59" y="216"/>
                        </a:cubicBezTo>
                        <a:cubicBezTo>
                          <a:pt x="59" y="216"/>
                          <a:pt x="59" y="215"/>
                          <a:pt x="58" y="214"/>
                        </a:cubicBezTo>
                        <a:cubicBezTo>
                          <a:pt x="59" y="215"/>
                          <a:pt x="59" y="215"/>
                          <a:pt x="59" y="215"/>
                        </a:cubicBezTo>
                        <a:cubicBezTo>
                          <a:pt x="58" y="209"/>
                          <a:pt x="62" y="210"/>
                          <a:pt x="63" y="207"/>
                        </a:cubicBezTo>
                        <a:cubicBezTo>
                          <a:pt x="55" y="204"/>
                          <a:pt x="56" y="191"/>
                          <a:pt x="48" y="188"/>
                        </a:cubicBezTo>
                        <a:cubicBezTo>
                          <a:pt x="51" y="179"/>
                          <a:pt x="42" y="173"/>
                          <a:pt x="39" y="165"/>
                        </a:cubicBezTo>
                        <a:cubicBezTo>
                          <a:pt x="38" y="163"/>
                          <a:pt x="40" y="160"/>
                          <a:pt x="39" y="158"/>
                        </a:cubicBezTo>
                        <a:cubicBezTo>
                          <a:pt x="38" y="155"/>
                          <a:pt x="34" y="150"/>
                          <a:pt x="32" y="146"/>
                        </a:cubicBezTo>
                        <a:cubicBezTo>
                          <a:pt x="30" y="141"/>
                          <a:pt x="31" y="135"/>
                          <a:pt x="27" y="131"/>
                        </a:cubicBezTo>
                        <a:cubicBezTo>
                          <a:pt x="19" y="95"/>
                          <a:pt x="11" y="59"/>
                          <a:pt x="12" y="13"/>
                        </a:cubicBezTo>
                        <a:cubicBezTo>
                          <a:pt x="12" y="11"/>
                          <a:pt x="9" y="12"/>
                          <a:pt x="8" y="11"/>
                        </a:cubicBezTo>
                        <a:cubicBezTo>
                          <a:pt x="7" y="11"/>
                          <a:pt x="7" y="10"/>
                          <a:pt x="8" y="9"/>
                        </a:cubicBezTo>
                        <a:cubicBezTo>
                          <a:pt x="11" y="8"/>
                          <a:pt x="13" y="6"/>
                          <a:pt x="12" y="0"/>
                        </a:cubicBezTo>
                        <a:cubicBezTo>
                          <a:pt x="9" y="0"/>
                          <a:pt x="6" y="0"/>
                          <a:pt x="4" y="1"/>
                        </a:cubicBezTo>
                        <a:cubicBezTo>
                          <a:pt x="5" y="3"/>
                          <a:pt x="3" y="8"/>
                          <a:pt x="6" y="8"/>
                        </a:cubicBezTo>
                        <a:cubicBezTo>
                          <a:pt x="6" y="8"/>
                          <a:pt x="6" y="8"/>
                          <a:pt x="6" y="8"/>
                        </a:cubicBezTo>
                        <a:cubicBezTo>
                          <a:pt x="5" y="9"/>
                          <a:pt x="5" y="10"/>
                          <a:pt x="6" y="12"/>
                        </a:cubicBezTo>
                        <a:cubicBezTo>
                          <a:pt x="6" y="12"/>
                          <a:pt x="6" y="12"/>
                          <a:pt x="6" y="12"/>
                        </a:cubicBezTo>
                        <a:cubicBezTo>
                          <a:pt x="0" y="78"/>
                          <a:pt x="18" y="133"/>
                          <a:pt x="36" y="180"/>
                        </a:cubicBezTo>
                        <a:cubicBezTo>
                          <a:pt x="35" y="183"/>
                          <a:pt x="43" y="179"/>
                          <a:pt x="42" y="182"/>
                        </a:cubicBezTo>
                        <a:cubicBezTo>
                          <a:pt x="43" y="197"/>
                          <a:pt x="50" y="206"/>
                          <a:pt x="55" y="216"/>
                        </a:cubicBezTo>
                        <a:cubicBezTo>
                          <a:pt x="56" y="215"/>
                          <a:pt x="56" y="215"/>
                          <a:pt x="56" y="215"/>
                        </a:cubicBezTo>
                        <a:cubicBezTo>
                          <a:pt x="56" y="215"/>
                          <a:pt x="56" y="215"/>
                          <a:pt x="56" y="215"/>
                        </a:cubicBezTo>
                        <a:cubicBezTo>
                          <a:pt x="57" y="216"/>
                          <a:pt x="58" y="217"/>
                          <a:pt x="59" y="218"/>
                        </a:cubicBezTo>
                        <a:cubicBezTo>
                          <a:pt x="58" y="219"/>
                          <a:pt x="58" y="219"/>
                          <a:pt x="58" y="219"/>
                        </a:cubicBezTo>
                        <a:cubicBezTo>
                          <a:pt x="63" y="231"/>
                          <a:pt x="72" y="241"/>
                          <a:pt x="79" y="251"/>
                        </a:cubicBezTo>
                        <a:cubicBezTo>
                          <a:pt x="87" y="261"/>
                          <a:pt x="93" y="274"/>
                          <a:pt x="105" y="279"/>
                        </a:cubicBezTo>
                        <a:cubicBezTo>
                          <a:pt x="107" y="267"/>
                          <a:pt x="102" y="263"/>
                          <a:pt x="95" y="255"/>
                        </a:cubicBezTo>
                        <a:cubicBezTo>
                          <a:pt x="85" y="243"/>
                          <a:pt x="75" y="231"/>
                          <a:pt x="69" y="21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Freeform 58"/>
                  <p:cNvSpPr>
                    <a:spLocks/>
                  </p:cNvSpPr>
                  <p:nvPr/>
                </p:nvSpPr>
                <p:spPr bwMode="auto">
                  <a:xfrm>
                    <a:off x="2284413" y="1023939"/>
                    <a:ext cx="15875" cy="15875"/>
                  </a:xfrm>
                  <a:custGeom>
                    <a:avLst/>
                    <a:gdLst>
                      <a:gd name="T0" fmla="*/ 7 w 7"/>
                      <a:gd name="T1" fmla="*/ 2 h 7"/>
                      <a:gd name="T2" fmla="*/ 0 w 7"/>
                      <a:gd name="T3" fmla="*/ 1 h 7"/>
                      <a:gd name="T4" fmla="*/ 1 w 7"/>
                      <a:gd name="T5" fmla="*/ 6 h 7"/>
                      <a:gd name="T6" fmla="*/ 7 w 7"/>
                      <a:gd name="T7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7">
                        <a:moveTo>
                          <a:pt x="7" y="2"/>
                        </a:moveTo>
                        <a:cubicBezTo>
                          <a:pt x="5" y="1"/>
                          <a:pt x="3" y="0"/>
                          <a:pt x="0" y="1"/>
                        </a:cubicBezTo>
                        <a:cubicBezTo>
                          <a:pt x="0" y="3"/>
                          <a:pt x="0" y="5"/>
                          <a:pt x="1" y="6"/>
                        </a:cubicBezTo>
                        <a:cubicBezTo>
                          <a:pt x="5" y="7"/>
                          <a:pt x="5" y="4"/>
                          <a:pt x="7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Freeform 59"/>
                  <p:cNvSpPr>
                    <a:spLocks/>
                  </p:cNvSpPr>
                  <p:nvPr/>
                </p:nvSpPr>
                <p:spPr bwMode="auto">
                  <a:xfrm>
                    <a:off x="2246313" y="1046164"/>
                    <a:ext cx="14288" cy="19050"/>
                  </a:xfrm>
                  <a:custGeom>
                    <a:avLst/>
                    <a:gdLst>
                      <a:gd name="T0" fmla="*/ 4 w 6"/>
                      <a:gd name="T1" fmla="*/ 8 h 8"/>
                      <a:gd name="T2" fmla="*/ 3 w 6"/>
                      <a:gd name="T3" fmla="*/ 0 h 8"/>
                      <a:gd name="T4" fmla="*/ 4 w 6"/>
                      <a:gd name="T5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8">
                        <a:moveTo>
                          <a:pt x="4" y="8"/>
                        </a:moveTo>
                        <a:cubicBezTo>
                          <a:pt x="6" y="7"/>
                          <a:pt x="6" y="0"/>
                          <a:pt x="3" y="0"/>
                        </a:cubicBezTo>
                        <a:cubicBezTo>
                          <a:pt x="1" y="2"/>
                          <a:pt x="0" y="8"/>
                          <a:pt x="4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Freeform 60"/>
                  <p:cNvSpPr>
                    <a:spLocks/>
                  </p:cNvSpPr>
                  <p:nvPr/>
                </p:nvSpPr>
                <p:spPr bwMode="auto">
                  <a:xfrm>
                    <a:off x="2293938" y="1055689"/>
                    <a:ext cx="6350" cy="9525"/>
                  </a:xfrm>
                  <a:custGeom>
                    <a:avLst/>
                    <a:gdLst>
                      <a:gd name="T0" fmla="*/ 0 w 3"/>
                      <a:gd name="T1" fmla="*/ 0 h 4"/>
                      <a:gd name="T2" fmla="*/ 0 w 3"/>
                      <a:gd name="T3" fmla="*/ 3 h 4"/>
                      <a:gd name="T4" fmla="*/ 3 w 3"/>
                      <a:gd name="T5" fmla="*/ 4 h 4"/>
                      <a:gd name="T6" fmla="*/ 0 w 3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4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4"/>
                          <a:pt x="3" y="4"/>
                        </a:cubicBezTo>
                        <a:cubicBezTo>
                          <a:pt x="3" y="2"/>
                          <a:pt x="3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Freeform 61"/>
                  <p:cNvSpPr>
                    <a:spLocks/>
                  </p:cNvSpPr>
                  <p:nvPr/>
                </p:nvSpPr>
                <p:spPr bwMode="auto">
                  <a:xfrm>
                    <a:off x="2305051" y="1071564"/>
                    <a:ext cx="15875" cy="25400"/>
                  </a:xfrm>
                  <a:custGeom>
                    <a:avLst/>
                    <a:gdLst>
                      <a:gd name="T0" fmla="*/ 7 w 7"/>
                      <a:gd name="T1" fmla="*/ 0 h 11"/>
                      <a:gd name="T2" fmla="*/ 3 w 7"/>
                      <a:gd name="T3" fmla="*/ 0 h 11"/>
                      <a:gd name="T4" fmla="*/ 3 w 7"/>
                      <a:gd name="T5" fmla="*/ 9 h 11"/>
                      <a:gd name="T6" fmla="*/ 4 w 7"/>
                      <a:gd name="T7" fmla="*/ 8 h 11"/>
                      <a:gd name="T8" fmla="*/ 4 w 7"/>
                      <a:gd name="T9" fmla="*/ 10 h 11"/>
                      <a:gd name="T10" fmla="*/ 5 w 7"/>
                      <a:gd name="T11" fmla="*/ 11 h 11"/>
                      <a:gd name="T12" fmla="*/ 5 w 7"/>
                      <a:gd name="T13" fmla="*/ 11 h 11"/>
                      <a:gd name="T14" fmla="*/ 6 w 7"/>
                      <a:gd name="T15" fmla="*/ 10 h 11"/>
                      <a:gd name="T16" fmla="*/ 6 w 7"/>
                      <a:gd name="T17" fmla="*/ 8 h 11"/>
                      <a:gd name="T18" fmla="*/ 7 w 7"/>
                      <a:gd name="T19" fmla="*/ 8 h 11"/>
                      <a:gd name="T20" fmla="*/ 7 w 7"/>
                      <a:gd name="T21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" h="11">
                        <a:moveTo>
                          <a:pt x="7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1"/>
                          <a:pt x="0" y="9"/>
                          <a:pt x="3" y="9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4" y="9"/>
                          <a:pt x="4" y="10"/>
                          <a:pt x="4" y="10"/>
                        </a:cubicBezTo>
                        <a:cubicBezTo>
                          <a:pt x="4" y="11"/>
                          <a:pt x="5" y="11"/>
                          <a:pt x="5" y="11"/>
                        </a:cubicBezTo>
                        <a:cubicBezTo>
                          <a:pt x="5" y="11"/>
                          <a:pt x="5" y="11"/>
                          <a:pt x="5" y="11"/>
                        </a:cubicBezTo>
                        <a:cubicBezTo>
                          <a:pt x="6" y="11"/>
                          <a:pt x="6" y="11"/>
                          <a:pt x="6" y="10"/>
                        </a:cubicBezTo>
                        <a:cubicBezTo>
                          <a:pt x="6" y="9"/>
                          <a:pt x="6" y="9"/>
                          <a:pt x="6" y="8"/>
                        </a:cubicBezTo>
                        <a:cubicBezTo>
                          <a:pt x="7" y="8"/>
                          <a:pt x="7" y="8"/>
                          <a:pt x="7" y="8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Freeform 62"/>
                  <p:cNvSpPr>
                    <a:spLocks/>
                  </p:cNvSpPr>
                  <p:nvPr/>
                </p:nvSpPr>
                <p:spPr bwMode="auto">
                  <a:xfrm>
                    <a:off x="2365376" y="1081089"/>
                    <a:ext cx="22225" cy="65088"/>
                  </a:xfrm>
                  <a:custGeom>
                    <a:avLst/>
                    <a:gdLst>
                      <a:gd name="T0" fmla="*/ 8 w 10"/>
                      <a:gd name="T1" fmla="*/ 15 h 28"/>
                      <a:gd name="T2" fmla="*/ 6 w 10"/>
                      <a:gd name="T3" fmla="*/ 15 h 28"/>
                      <a:gd name="T4" fmla="*/ 7 w 10"/>
                      <a:gd name="T5" fmla="*/ 6 h 28"/>
                      <a:gd name="T6" fmla="*/ 7 w 10"/>
                      <a:gd name="T7" fmla="*/ 1 h 28"/>
                      <a:gd name="T8" fmla="*/ 6 w 10"/>
                      <a:gd name="T9" fmla="*/ 0 h 28"/>
                      <a:gd name="T10" fmla="*/ 5 w 10"/>
                      <a:gd name="T11" fmla="*/ 1 h 28"/>
                      <a:gd name="T12" fmla="*/ 5 w 10"/>
                      <a:gd name="T13" fmla="*/ 6 h 28"/>
                      <a:gd name="T14" fmla="*/ 5 w 10"/>
                      <a:gd name="T15" fmla="*/ 14 h 28"/>
                      <a:gd name="T16" fmla="*/ 4 w 10"/>
                      <a:gd name="T17" fmla="*/ 13 h 28"/>
                      <a:gd name="T18" fmla="*/ 5 w 10"/>
                      <a:gd name="T19" fmla="*/ 27 h 28"/>
                      <a:gd name="T20" fmla="*/ 8 w 10"/>
                      <a:gd name="T21" fmla="*/ 15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28">
                        <a:moveTo>
                          <a:pt x="8" y="15"/>
                        </a:move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7" y="12"/>
                          <a:pt x="7" y="9"/>
                          <a:pt x="7" y="6"/>
                        </a:cubicBezTo>
                        <a:cubicBezTo>
                          <a:pt x="7" y="4"/>
                          <a:pt x="7" y="3"/>
                          <a:pt x="7" y="1"/>
                        </a:cubicBezTo>
                        <a:cubicBezTo>
                          <a:pt x="7" y="0"/>
                          <a:pt x="6" y="0"/>
                          <a:pt x="6" y="0"/>
                        </a:cubicBezTo>
                        <a:cubicBezTo>
                          <a:pt x="5" y="0"/>
                          <a:pt x="5" y="0"/>
                          <a:pt x="5" y="1"/>
                        </a:cubicBezTo>
                        <a:cubicBezTo>
                          <a:pt x="5" y="2"/>
                          <a:pt x="5" y="4"/>
                          <a:pt x="5" y="6"/>
                        </a:cubicBezTo>
                        <a:cubicBezTo>
                          <a:pt x="5" y="9"/>
                          <a:pt x="5" y="12"/>
                          <a:pt x="5" y="14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2" y="15"/>
                          <a:pt x="0" y="28"/>
                          <a:pt x="5" y="27"/>
                        </a:cubicBezTo>
                        <a:cubicBezTo>
                          <a:pt x="10" y="26"/>
                          <a:pt x="7" y="19"/>
                          <a:pt x="8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" name="Freeform 63"/>
                  <p:cNvSpPr>
                    <a:spLocks/>
                  </p:cNvSpPr>
                  <p:nvPr/>
                </p:nvSpPr>
                <p:spPr bwMode="auto">
                  <a:xfrm>
                    <a:off x="2249488" y="1081089"/>
                    <a:ext cx="22225" cy="20638"/>
                  </a:xfrm>
                  <a:custGeom>
                    <a:avLst/>
                    <a:gdLst>
                      <a:gd name="T0" fmla="*/ 0 w 10"/>
                      <a:gd name="T1" fmla="*/ 7 h 9"/>
                      <a:gd name="T2" fmla="*/ 10 w 10"/>
                      <a:gd name="T3" fmla="*/ 0 h 9"/>
                      <a:gd name="T4" fmla="*/ 0 w 10"/>
                      <a:gd name="T5" fmla="*/ 7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9">
                        <a:moveTo>
                          <a:pt x="0" y="7"/>
                        </a:moveTo>
                        <a:cubicBezTo>
                          <a:pt x="3" y="9"/>
                          <a:pt x="8" y="4"/>
                          <a:pt x="10" y="0"/>
                        </a:cubicBezTo>
                        <a:cubicBezTo>
                          <a:pt x="4" y="0"/>
                          <a:pt x="1" y="2"/>
                          <a:pt x="0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Freeform 64"/>
                  <p:cNvSpPr>
                    <a:spLocks noEditPoints="1"/>
                  </p:cNvSpPr>
                  <p:nvPr/>
                </p:nvSpPr>
                <p:spPr bwMode="auto">
                  <a:xfrm>
                    <a:off x="2224088" y="1093789"/>
                    <a:ext cx="82550" cy="166688"/>
                  </a:xfrm>
                  <a:custGeom>
                    <a:avLst/>
                    <a:gdLst>
                      <a:gd name="T0" fmla="*/ 0 w 36"/>
                      <a:gd name="T1" fmla="*/ 72 h 72"/>
                      <a:gd name="T2" fmla="*/ 19 w 36"/>
                      <a:gd name="T3" fmla="*/ 64 h 72"/>
                      <a:gd name="T4" fmla="*/ 13 w 36"/>
                      <a:gd name="T5" fmla="*/ 60 h 72"/>
                      <a:gd name="T6" fmla="*/ 11 w 36"/>
                      <a:gd name="T7" fmla="*/ 50 h 72"/>
                      <a:gd name="T8" fmla="*/ 17 w 36"/>
                      <a:gd name="T9" fmla="*/ 42 h 72"/>
                      <a:gd name="T10" fmla="*/ 19 w 36"/>
                      <a:gd name="T11" fmla="*/ 51 h 72"/>
                      <a:gd name="T12" fmla="*/ 29 w 36"/>
                      <a:gd name="T13" fmla="*/ 45 h 72"/>
                      <a:gd name="T14" fmla="*/ 27 w 36"/>
                      <a:gd name="T15" fmla="*/ 27 h 72"/>
                      <a:gd name="T16" fmla="*/ 27 w 36"/>
                      <a:gd name="T17" fmla="*/ 28 h 72"/>
                      <a:gd name="T18" fmla="*/ 26 w 36"/>
                      <a:gd name="T19" fmla="*/ 26 h 72"/>
                      <a:gd name="T20" fmla="*/ 27 w 36"/>
                      <a:gd name="T21" fmla="*/ 26 h 72"/>
                      <a:gd name="T22" fmla="*/ 30 w 36"/>
                      <a:gd name="T23" fmla="*/ 6 h 72"/>
                      <a:gd name="T24" fmla="*/ 29 w 36"/>
                      <a:gd name="T25" fmla="*/ 2 h 72"/>
                      <a:gd name="T26" fmla="*/ 29 w 36"/>
                      <a:gd name="T27" fmla="*/ 1 h 72"/>
                      <a:gd name="T28" fmla="*/ 28 w 36"/>
                      <a:gd name="T29" fmla="*/ 0 h 72"/>
                      <a:gd name="T30" fmla="*/ 27 w 36"/>
                      <a:gd name="T31" fmla="*/ 1 h 72"/>
                      <a:gd name="T32" fmla="*/ 27 w 36"/>
                      <a:gd name="T33" fmla="*/ 2 h 72"/>
                      <a:gd name="T34" fmla="*/ 28 w 36"/>
                      <a:gd name="T35" fmla="*/ 7 h 72"/>
                      <a:gd name="T36" fmla="*/ 27 w 36"/>
                      <a:gd name="T37" fmla="*/ 7 h 72"/>
                      <a:gd name="T38" fmla="*/ 11 w 36"/>
                      <a:gd name="T39" fmla="*/ 6 h 72"/>
                      <a:gd name="T40" fmla="*/ 0 w 36"/>
                      <a:gd name="T41" fmla="*/ 72 h 72"/>
                      <a:gd name="T42" fmla="*/ 18 w 36"/>
                      <a:gd name="T43" fmla="*/ 26 h 72"/>
                      <a:gd name="T44" fmla="*/ 23 w 36"/>
                      <a:gd name="T45" fmla="*/ 26 h 72"/>
                      <a:gd name="T46" fmla="*/ 24 w 36"/>
                      <a:gd name="T47" fmla="*/ 26 h 72"/>
                      <a:gd name="T48" fmla="*/ 24 w 36"/>
                      <a:gd name="T49" fmla="*/ 26 h 72"/>
                      <a:gd name="T50" fmla="*/ 25 w 36"/>
                      <a:gd name="T51" fmla="*/ 29 h 72"/>
                      <a:gd name="T52" fmla="*/ 25 w 36"/>
                      <a:gd name="T53" fmla="*/ 29 h 72"/>
                      <a:gd name="T54" fmla="*/ 25 w 36"/>
                      <a:gd name="T55" fmla="*/ 29 h 72"/>
                      <a:gd name="T56" fmla="*/ 19 w 36"/>
                      <a:gd name="T57" fmla="*/ 30 h 72"/>
                      <a:gd name="T58" fmla="*/ 18 w 36"/>
                      <a:gd name="T59" fmla="*/ 26 h 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" h="72">
                        <a:moveTo>
                          <a:pt x="0" y="72"/>
                        </a:moveTo>
                        <a:cubicBezTo>
                          <a:pt x="6" y="71"/>
                          <a:pt x="17" y="70"/>
                          <a:pt x="19" y="64"/>
                        </a:cubicBezTo>
                        <a:cubicBezTo>
                          <a:pt x="19" y="60"/>
                          <a:pt x="13" y="62"/>
                          <a:pt x="13" y="60"/>
                        </a:cubicBezTo>
                        <a:cubicBezTo>
                          <a:pt x="15" y="55"/>
                          <a:pt x="13" y="54"/>
                          <a:pt x="11" y="50"/>
                        </a:cubicBezTo>
                        <a:cubicBezTo>
                          <a:pt x="15" y="49"/>
                          <a:pt x="15" y="45"/>
                          <a:pt x="17" y="42"/>
                        </a:cubicBezTo>
                        <a:cubicBezTo>
                          <a:pt x="19" y="44"/>
                          <a:pt x="17" y="50"/>
                          <a:pt x="19" y="51"/>
                        </a:cubicBezTo>
                        <a:cubicBezTo>
                          <a:pt x="25" y="52"/>
                          <a:pt x="25" y="47"/>
                          <a:pt x="29" y="45"/>
                        </a:cubicBezTo>
                        <a:cubicBezTo>
                          <a:pt x="23" y="40"/>
                          <a:pt x="30" y="32"/>
                          <a:pt x="27" y="27"/>
                        </a:cubicBezTo>
                        <a:cubicBezTo>
                          <a:pt x="27" y="28"/>
                          <a:pt x="27" y="28"/>
                          <a:pt x="27" y="28"/>
                        </a:cubicBezTo>
                        <a:cubicBezTo>
                          <a:pt x="27" y="27"/>
                          <a:pt x="27" y="26"/>
                          <a:pt x="26" y="26"/>
                        </a:cubicBezTo>
                        <a:cubicBezTo>
                          <a:pt x="27" y="26"/>
                          <a:pt x="27" y="26"/>
                          <a:pt x="27" y="26"/>
                        </a:cubicBezTo>
                        <a:cubicBezTo>
                          <a:pt x="27" y="20"/>
                          <a:pt x="36" y="9"/>
                          <a:pt x="30" y="6"/>
                        </a:cubicBezTo>
                        <a:cubicBezTo>
                          <a:pt x="29" y="5"/>
                          <a:pt x="29" y="4"/>
                          <a:pt x="29" y="2"/>
                        </a:cubicBezTo>
                        <a:cubicBezTo>
                          <a:pt x="29" y="2"/>
                          <a:pt x="29" y="1"/>
                          <a:pt x="29" y="1"/>
                        </a:cubicBezTo>
                        <a:cubicBezTo>
                          <a:pt x="29" y="0"/>
                          <a:pt x="28" y="0"/>
                          <a:pt x="28" y="0"/>
                        </a:cubicBezTo>
                        <a:cubicBezTo>
                          <a:pt x="27" y="0"/>
                          <a:pt x="27" y="1"/>
                          <a:pt x="27" y="1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7" y="4"/>
                          <a:pt x="27" y="6"/>
                          <a:pt x="28" y="7"/>
                        </a:cubicBezTo>
                        <a:cubicBezTo>
                          <a:pt x="27" y="7"/>
                          <a:pt x="27" y="7"/>
                          <a:pt x="27" y="7"/>
                        </a:cubicBezTo>
                        <a:cubicBezTo>
                          <a:pt x="22" y="14"/>
                          <a:pt x="18" y="6"/>
                          <a:pt x="11" y="6"/>
                        </a:cubicBezTo>
                        <a:cubicBezTo>
                          <a:pt x="8" y="29"/>
                          <a:pt x="5" y="51"/>
                          <a:pt x="0" y="72"/>
                        </a:cubicBezTo>
                        <a:moveTo>
                          <a:pt x="18" y="26"/>
                        </a:moveTo>
                        <a:cubicBezTo>
                          <a:pt x="20" y="24"/>
                          <a:pt x="21" y="24"/>
                          <a:pt x="23" y="26"/>
                        </a:cubicBezTo>
                        <a:cubicBezTo>
                          <a:pt x="24" y="26"/>
                          <a:pt x="24" y="26"/>
                          <a:pt x="24" y="26"/>
                        </a:cubicBezTo>
                        <a:cubicBezTo>
                          <a:pt x="24" y="26"/>
                          <a:pt x="24" y="26"/>
                          <a:pt x="24" y="26"/>
                        </a:cubicBezTo>
                        <a:cubicBezTo>
                          <a:pt x="25" y="27"/>
                          <a:pt x="25" y="28"/>
                          <a:pt x="25" y="29"/>
                        </a:cubicBezTo>
                        <a:cubicBezTo>
                          <a:pt x="25" y="29"/>
                          <a:pt x="25" y="29"/>
                          <a:pt x="25" y="29"/>
                        </a:cubicBezTo>
                        <a:cubicBezTo>
                          <a:pt x="25" y="29"/>
                          <a:pt x="25" y="29"/>
                          <a:pt x="25" y="29"/>
                        </a:cubicBezTo>
                        <a:cubicBezTo>
                          <a:pt x="22" y="28"/>
                          <a:pt x="22" y="30"/>
                          <a:pt x="19" y="30"/>
                        </a:cubicBezTo>
                        <a:cubicBezTo>
                          <a:pt x="19" y="28"/>
                          <a:pt x="18" y="28"/>
                          <a:pt x="18" y="2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Freeform 65"/>
                  <p:cNvSpPr>
                    <a:spLocks/>
                  </p:cNvSpPr>
                  <p:nvPr/>
                </p:nvSpPr>
                <p:spPr bwMode="auto">
                  <a:xfrm>
                    <a:off x="2344738" y="1160464"/>
                    <a:ext cx="36513" cy="74613"/>
                  </a:xfrm>
                  <a:custGeom>
                    <a:avLst/>
                    <a:gdLst>
                      <a:gd name="T0" fmla="*/ 14 w 16"/>
                      <a:gd name="T1" fmla="*/ 0 h 32"/>
                      <a:gd name="T2" fmla="*/ 10 w 16"/>
                      <a:gd name="T3" fmla="*/ 0 h 32"/>
                      <a:gd name="T4" fmla="*/ 9 w 16"/>
                      <a:gd name="T5" fmla="*/ 6 h 32"/>
                      <a:gd name="T6" fmla="*/ 10 w 16"/>
                      <a:gd name="T7" fmla="*/ 6 h 32"/>
                      <a:gd name="T8" fmla="*/ 10 w 16"/>
                      <a:gd name="T9" fmla="*/ 12 h 32"/>
                      <a:gd name="T10" fmla="*/ 10 w 16"/>
                      <a:gd name="T11" fmla="*/ 18 h 32"/>
                      <a:gd name="T12" fmla="*/ 9 w 16"/>
                      <a:gd name="T13" fmla="*/ 17 h 32"/>
                      <a:gd name="T14" fmla="*/ 9 w 16"/>
                      <a:gd name="T15" fmla="*/ 32 h 32"/>
                      <a:gd name="T16" fmla="*/ 13 w 16"/>
                      <a:gd name="T17" fmla="*/ 18 h 32"/>
                      <a:gd name="T18" fmla="*/ 11 w 16"/>
                      <a:gd name="T19" fmla="*/ 19 h 32"/>
                      <a:gd name="T20" fmla="*/ 12 w 16"/>
                      <a:gd name="T21" fmla="*/ 12 h 32"/>
                      <a:gd name="T22" fmla="*/ 12 w 16"/>
                      <a:gd name="T23" fmla="*/ 7 h 32"/>
                      <a:gd name="T24" fmla="*/ 13 w 16"/>
                      <a:gd name="T25" fmla="*/ 8 h 32"/>
                      <a:gd name="T26" fmla="*/ 14 w 16"/>
                      <a:gd name="T2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6" h="32">
                        <a:moveTo>
                          <a:pt x="14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9" y="1"/>
                          <a:pt x="8" y="3"/>
                          <a:pt x="9" y="6"/>
                        </a:cubicBez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10" y="8"/>
                          <a:pt x="10" y="10"/>
                          <a:pt x="10" y="12"/>
                        </a:cubicBezTo>
                        <a:cubicBezTo>
                          <a:pt x="10" y="14"/>
                          <a:pt x="10" y="16"/>
                          <a:pt x="10" y="18"/>
                        </a:cubicBezTo>
                        <a:cubicBezTo>
                          <a:pt x="9" y="17"/>
                          <a:pt x="9" y="17"/>
                          <a:pt x="9" y="17"/>
                        </a:cubicBezTo>
                        <a:cubicBezTo>
                          <a:pt x="8" y="21"/>
                          <a:pt x="0" y="31"/>
                          <a:pt x="9" y="32"/>
                        </a:cubicBezTo>
                        <a:cubicBezTo>
                          <a:pt x="14" y="31"/>
                          <a:pt x="13" y="24"/>
                          <a:pt x="13" y="18"/>
                        </a:cubicBezTo>
                        <a:cubicBezTo>
                          <a:pt x="11" y="19"/>
                          <a:pt x="11" y="19"/>
                          <a:pt x="11" y="19"/>
                        </a:cubicBezTo>
                        <a:cubicBezTo>
                          <a:pt x="12" y="17"/>
                          <a:pt x="12" y="14"/>
                          <a:pt x="12" y="12"/>
                        </a:cubicBezTo>
                        <a:cubicBezTo>
                          <a:pt x="12" y="10"/>
                          <a:pt x="12" y="9"/>
                          <a:pt x="12" y="7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6" y="8"/>
                          <a:pt x="13" y="2"/>
                          <a:pt x="1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Freeform 66"/>
                  <p:cNvSpPr>
                    <a:spLocks/>
                  </p:cNvSpPr>
                  <p:nvPr/>
                </p:nvSpPr>
                <p:spPr bwMode="auto">
                  <a:xfrm>
                    <a:off x="2244726" y="1274764"/>
                    <a:ext cx="25400" cy="22225"/>
                  </a:xfrm>
                  <a:custGeom>
                    <a:avLst/>
                    <a:gdLst>
                      <a:gd name="T0" fmla="*/ 2 w 11"/>
                      <a:gd name="T1" fmla="*/ 0 h 10"/>
                      <a:gd name="T2" fmla="*/ 1 w 11"/>
                      <a:gd name="T3" fmla="*/ 10 h 10"/>
                      <a:gd name="T4" fmla="*/ 9 w 11"/>
                      <a:gd name="T5" fmla="*/ 8 h 10"/>
                      <a:gd name="T6" fmla="*/ 2 w 11"/>
                      <a:gd name="T7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10">
                        <a:moveTo>
                          <a:pt x="2" y="0"/>
                        </a:moveTo>
                        <a:cubicBezTo>
                          <a:pt x="0" y="2"/>
                          <a:pt x="1" y="6"/>
                          <a:pt x="1" y="10"/>
                        </a:cubicBezTo>
                        <a:cubicBezTo>
                          <a:pt x="4" y="10"/>
                          <a:pt x="7" y="10"/>
                          <a:pt x="9" y="8"/>
                        </a:cubicBezTo>
                        <a:cubicBezTo>
                          <a:pt x="11" y="4"/>
                          <a:pt x="8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Freeform 67"/>
                  <p:cNvSpPr>
                    <a:spLocks noEditPoints="1"/>
                  </p:cNvSpPr>
                  <p:nvPr/>
                </p:nvSpPr>
                <p:spPr bwMode="auto">
                  <a:xfrm>
                    <a:off x="801688" y="1420814"/>
                    <a:ext cx="200025" cy="252413"/>
                  </a:xfrm>
                  <a:custGeom>
                    <a:avLst/>
                    <a:gdLst>
                      <a:gd name="T0" fmla="*/ 72 w 86"/>
                      <a:gd name="T1" fmla="*/ 102 h 109"/>
                      <a:gd name="T2" fmla="*/ 73 w 86"/>
                      <a:gd name="T3" fmla="*/ 102 h 109"/>
                      <a:gd name="T4" fmla="*/ 78 w 86"/>
                      <a:gd name="T5" fmla="*/ 107 h 109"/>
                      <a:gd name="T6" fmla="*/ 81 w 86"/>
                      <a:gd name="T7" fmla="*/ 109 h 109"/>
                      <a:gd name="T8" fmla="*/ 81 w 86"/>
                      <a:gd name="T9" fmla="*/ 109 h 109"/>
                      <a:gd name="T10" fmla="*/ 82 w 86"/>
                      <a:gd name="T11" fmla="*/ 109 h 109"/>
                      <a:gd name="T12" fmla="*/ 82 w 86"/>
                      <a:gd name="T13" fmla="*/ 108 h 109"/>
                      <a:gd name="T14" fmla="*/ 80 w 86"/>
                      <a:gd name="T15" fmla="*/ 106 h 109"/>
                      <a:gd name="T16" fmla="*/ 75 w 86"/>
                      <a:gd name="T17" fmla="*/ 101 h 109"/>
                      <a:gd name="T18" fmla="*/ 75 w 86"/>
                      <a:gd name="T19" fmla="*/ 101 h 109"/>
                      <a:gd name="T20" fmla="*/ 78 w 86"/>
                      <a:gd name="T21" fmla="*/ 92 h 109"/>
                      <a:gd name="T22" fmla="*/ 72 w 86"/>
                      <a:gd name="T23" fmla="*/ 84 h 109"/>
                      <a:gd name="T24" fmla="*/ 78 w 86"/>
                      <a:gd name="T25" fmla="*/ 80 h 109"/>
                      <a:gd name="T26" fmla="*/ 85 w 86"/>
                      <a:gd name="T27" fmla="*/ 82 h 109"/>
                      <a:gd name="T28" fmla="*/ 79 w 86"/>
                      <a:gd name="T29" fmla="*/ 77 h 109"/>
                      <a:gd name="T30" fmla="*/ 43 w 86"/>
                      <a:gd name="T31" fmla="*/ 34 h 109"/>
                      <a:gd name="T32" fmla="*/ 42 w 86"/>
                      <a:gd name="T33" fmla="*/ 34 h 109"/>
                      <a:gd name="T34" fmla="*/ 39 w 86"/>
                      <a:gd name="T35" fmla="*/ 30 h 109"/>
                      <a:gd name="T36" fmla="*/ 38 w 86"/>
                      <a:gd name="T37" fmla="*/ 27 h 109"/>
                      <a:gd name="T38" fmla="*/ 37 w 86"/>
                      <a:gd name="T39" fmla="*/ 27 h 109"/>
                      <a:gd name="T40" fmla="*/ 38 w 86"/>
                      <a:gd name="T41" fmla="*/ 26 h 109"/>
                      <a:gd name="T42" fmla="*/ 23 w 86"/>
                      <a:gd name="T43" fmla="*/ 0 h 109"/>
                      <a:gd name="T44" fmla="*/ 13 w 86"/>
                      <a:gd name="T45" fmla="*/ 2 h 109"/>
                      <a:gd name="T46" fmla="*/ 13 w 86"/>
                      <a:gd name="T47" fmla="*/ 12 h 109"/>
                      <a:gd name="T48" fmla="*/ 8 w 86"/>
                      <a:gd name="T49" fmla="*/ 6 h 109"/>
                      <a:gd name="T50" fmla="*/ 0 w 86"/>
                      <a:gd name="T51" fmla="*/ 11 h 109"/>
                      <a:gd name="T52" fmla="*/ 35 w 86"/>
                      <a:gd name="T53" fmla="*/ 61 h 109"/>
                      <a:gd name="T54" fmla="*/ 72 w 86"/>
                      <a:gd name="T55" fmla="*/ 102 h 109"/>
                      <a:gd name="T56" fmla="*/ 36 w 86"/>
                      <a:gd name="T57" fmla="*/ 30 h 109"/>
                      <a:gd name="T58" fmla="*/ 37 w 86"/>
                      <a:gd name="T59" fmla="*/ 30 h 109"/>
                      <a:gd name="T60" fmla="*/ 38 w 86"/>
                      <a:gd name="T61" fmla="*/ 31 h 109"/>
                      <a:gd name="T62" fmla="*/ 40 w 86"/>
                      <a:gd name="T63" fmla="*/ 34 h 109"/>
                      <a:gd name="T64" fmla="*/ 39 w 86"/>
                      <a:gd name="T65" fmla="*/ 34 h 109"/>
                      <a:gd name="T66" fmla="*/ 35 w 86"/>
                      <a:gd name="T67" fmla="*/ 54 h 109"/>
                      <a:gd name="T68" fmla="*/ 36 w 86"/>
                      <a:gd name="T69" fmla="*/ 3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86" h="109">
                        <a:moveTo>
                          <a:pt x="72" y="102"/>
                        </a:moveTo>
                        <a:cubicBezTo>
                          <a:pt x="73" y="102"/>
                          <a:pt x="73" y="102"/>
                          <a:pt x="73" y="102"/>
                        </a:cubicBezTo>
                        <a:cubicBezTo>
                          <a:pt x="74" y="104"/>
                          <a:pt x="76" y="106"/>
                          <a:pt x="78" y="107"/>
                        </a:cubicBezTo>
                        <a:cubicBezTo>
                          <a:pt x="79" y="108"/>
                          <a:pt x="80" y="109"/>
                          <a:pt x="81" y="109"/>
                        </a:cubicBezTo>
                        <a:cubicBezTo>
                          <a:pt x="81" y="109"/>
                          <a:pt x="81" y="109"/>
                          <a:pt x="81" y="109"/>
                        </a:cubicBezTo>
                        <a:cubicBezTo>
                          <a:pt x="81" y="109"/>
                          <a:pt x="82" y="109"/>
                          <a:pt x="82" y="109"/>
                        </a:cubicBezTo>
                        <a:cubicBezTo>
                          <a:pt x="82" y="109"/>
                          <a:pt x="82" y="108"/>
                          <a:pt x="82" y="108"/>
                        </a:cubicBezTo>
                        <a:cubicBezTo>
                          <a:pt x="81" y="107"/>
                          <a:pt x="81" y="106"/>
                          <a:pt x="80" y="106"/>
                        </a:cubicBezTo>
                        <a:cubicBezTo>
                          <a:pt x="78" y="104"/>
                          <a:pt x="76" y="103"/>
                          <a:pt x="75" y="101"/>
                        </a:cubicBezTo>
                        <a:cubicBezTo>
                          <a:pt x="75" y="101"/>
                          <a:pt x="75" y="101"/>
                          <a:pt x="75" y="101"/>
                        </a:cubicBezTo>
                        <a:cubicBezTo>
                          <a:pt x="73" y="95"/>
                          <a:pt x="75" y="96"/>
                          <a:pt x="78" y="92"/>
                        </a:cubicBezTo>
                        <a:cubicBezTo>
                          <a:pt x="75" y="90"/>
                          <a:pt x="73" y="88"/>
                          <a:pt x="72" y="84"/>
                        </a:cubicBezTo>
                        <a:cubicBezTo>
                          <a:pt x="74" y="82"/>
                          <a:pt x="74" y="79"/>
                          <a:pt x="78" y="80"/>
                        </a:cubicBezTo>
                        <a:cubicBezTo>
                          <a:pt x="82" y="79"/>
                          <a:pt x="79" y="84"/>
                          <a:pt x="85" y="82"/>
                        </a:cubicBezTo>
                        <a:cubicBezTo>
                          <a:pt x="86" y="77"/>
                          <a:pt x="81" y="79"/>
                          <a:pt x="79" y="77"/>
                        </a:cubicBezTo>
                        <a:cubicBezTo>
                          <a:pt x="67" y="63"/>
                          <a:pt x="55" y="49"/>
                          <a:pt x="43" y="34"/>
                        </a:cubicBezTo>
                        <a:cubicBezTo>
                          <a:pt x="42" y="34"/>
                          <a:pt x="42" y="34"/>
                          <a:pt x="42" y="34"/>
                        </a:cubicBezTo>
                        <a:cubicBezTo>
                          <a:pt x="41" y="33"/>
                          <a:pt x="40" y="31"/>
                          <a:pt x="39" y="30"/>
                        </a:cubicBezTo>
                        <a:cubicBezTo>
                          <a:pt x="39" y="29"/>
                          <a:pt x="38" y="28"/>
                          <a:pt x="38" y="27"/>
                        </a:cubicBezTo>
                        <a:cubicBezTo>
                          <a:pt x="38" y="27"/>
                          <a:pt x="37" y="27"/>
                          <a:pt x="37" y="27"/>
                        </a:cubicBezTo>
                        <a:cubicBezTo>
                          <a:pt x="38" y="26"/>
                          <a:pt x="38" y="26"/>
                          <a:pt x="38" y="26"/>
                        </a:cubicBezTo>
                        <a:cubicBezTo>
                          <a:pt x="34" y="16"/>
                          <a:pt x="27" y="10"/>
                          <a:pt x="23" y="0"/>
                        </a:cubicBezTo>
                        <a:cubicBezTo>
                          <a:pt x="19" y="0"/>
                          <a:pt x="18" y="3"/>
                          <a:pt x="13" y="2"/>
                        </a:cubicBezTo>
                        <a:cubicBezTo>
                          <a:pt x="12" y="7"/>
                          <a:pt x="20" y="10"/>
                          <a:pt x="13" y="12"/>
                        </a:cubicBezTo>
                        <a:cubicBezTo>
                          <a:pt x="9" y="13"/>
                          <a:pt x="13" y="4"/>
                          <a:pt x="8" y="6"/>
                        </a:cubicBezTo>
                        <a:cubicBezTo>
                          <a:pt x="5" y="7"/>
                          <a:pt x="1" y="7"/>
                          <a:pt x="0" y="11"/>
                        </a:cubicBezTo>
                        <a:cubicBezTo>
                          <a:pt x="11" y="28"/>
                          <a:pt x="19" y="49"/>
                          <a:pt x="35" y="61"/>
                        </a:cubicBezTo>
                        <a:cubicBezTo>
                          <a:pt x="44" y="78"/>
                          <a:pt x="58" y="90"/>
                          <a:pt x="72" y="102"/>
                        </a:cubicBezTo>
                        <a:moveTo>
                          <a:pt x="36" y="30"/>
                        </a:moveTo>
                        <a:cubicBezTo>
                          <a:pt x="37" y="30"/>
                          <a:pt x="37" y="30"/>
                          <a:pt x="37" y="30"/>
                        </a:cubicBezTo>
                        <a:cubicBezTo>
                          <a:pt x="37" y="30"/>
                          <a:pt x="37" y="30"/>
                          <a:pt x="38" y="31"/>
                        </a:cubicBezTo>
                        <a:cubicBezTo>
                          <a:pt x="38" y="32"/>
                          <a:pt x="39" y="33"/>
                          <a:pt x="40" y="34"/>
                        </a:cubicBezTo>
                        <a:cubicBezTo>
                          <a:pt x="39" y="34"/>
                          <a:pt x="39" y="34"/>
                          <a:pt x="39" y="34"/>
                        </a:cubicBezTo>
                        <a:cubicBezTo>
                          <a:pt x="38" y="41"/>
                          <a:pt x="42" y="53"/>
                          <a:pt x="35" y="54"/>
                        </a:cubicBezTo>
                        <a:cubicBezTo>
                          <a:pt x="35" y="46"/>
                          <a:pt x="34" y="37"/>
                          <a:pt x="36" y="3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Freeform 68"/>
                  <p:cNvSpPr>
                    <a:spLocks/>
                  </p:cNvSpPr>
                  <p:nvPr/>
                </p:nvSpPr>
                <p:spPr bwMode="auto">
                  <a:xfrm>
                    <a:off x="2047876" y="1555752"/>
                    <a:ext cx="34925" cy="41275"/>
                  </a:xfrm>
                  <a:custGeom>
                    <a:avLst/>
                    <a:gdLst>
                      <a:gd name="T0" fmla="*/ 7 w 15"/>
                      <a:gd name="T1" fmla="*/ 0 h 18"/>
                      <a:gd name="T2" fmla="*/ 1 w 15"/>
                      <a:gd name="T3" fmla="*/ 11 h 18"/>
                      <a:gd name="T4" fmla="*/ 15 w 15"/>
                      <a:gd name="T5" fmla="*/ 7 h 18"/>
                      <a:gd name="T6" fmla="*/ 12 w 15"/>
                      <a:gd name="T7" fmla="*/ 3 h 18"/>
                      <a:gd name="T8" fmla="*/ 7 w 15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8">
                        <a:moveTo>
                          <a:pt x="7" y="0"/>
                        </a:moveTo>
                        <a:cubicBezTo>
                          <a:pt x="5" y="4"/>
                          <a:pt x="0" y="4"/>
                          <a:pt x="1" y="11"/>
                        </a:cubicBezTo>
                        <a:cubicBezTo>
                          <a:pt x="7" y="7"/>
                          <a:pt x="14" y="18"/>
                          <a:pt x="15" y="7"/>
                        </a:cubicBezTo>
                        <a:cubicBezTo>
                          <a:pt x="9" y="7"/>
                          <a:pt x="12" y="6"/>
                          <a:pt x="12" y="3"/>
                        </a:cubicBezTo>
                        <a:cubicBezTo>
                          <a:pt x="10" y="2"/>
                          <a:pt x="9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Freeform 69"/>
                  <p:cNvSpPr>
                    <a:spLocks/>
                  </p:cNvSpPr>
                  <p:nvPr/>
                </p:nvSpPr>
                <p:spPr bwMode="auto">
                  <a:xfrm>
                    <a:off x="2082801" y="1587502"/>
                    <a:ext cx="22225" cy="19050"/>
                  </a:xfrm>
                  <a:custGeom>
                    <a:avLst/>
                    <a:gdLst>
                      <a:gd name="T0" fmla="*/ 10 w 10"/>
                      <a:gd name="T1" fmla="*/ 4 h 8"/>
                      <a:gd name="T2" fmla="*/ 0 w 10"/>
                      <a:gd name="T3" fmla="*/ 6 h 8"/>
                      <a:gd name="T4" fmla="*/ 10 w 10"/>
                      <a:gd name="T5" fmla="*/ 4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8">
                        <a:moveTo>
                          <a:pt x="10" y="4"/>
                        </a:moveTo>
                        <a:cubicBezTo>
                          <a:pt x="9" y="0"/>
                          <a:pt x="0" y="1"/>
                          <a:pt x="0" y="6"/>
                        </a:cubicBezTo>
                        <a:cubicBezTo>
                          <a:pt x="4" y="6"/>
                          <a:pt x="10" y="8"/>
                          <a:pt x="1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Freeform 70"/>
                  <p:cNvSpPr>
                    <a:spLocks/>
                  </p:cNvSpPr>
                  <p:nvPr/>
                </p:nvSpPr>
                <p:spPr bwMode="auto">
                  <a:xfrm>
                    <a:off x="2024063" y="1603377"/>
                    <a:ext cx="25400" cy="20638"/>
                  </a:xfrm>
                  <a:custGeom>
                    <a:avLst/>
                    <a:gdLst>
                      <a:gd name="T0" fmla="*/ 10 w 11"/>
                      <a:gd name="T1" fmla="*/ 7 h 9"/>
                      <a:gd name="T2" fmla="*/ 1 w 11"/>
                      <a:gd name="T3" fmla="*/ 3 h 9"/>
                      <a:gd name="T4" fmla="*/ 10 w 11"/>
                      <a:gd name="T5" fmla="*/ 7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" h="9">
                        <a:moveTo>
                          <a:pt x="10" y="7"/>
                        </a:moveTo>
                        <a:cubicBezTo>
                          <a:pt x="11" y="0"/>
                          <a:pt x="4" y="2"/>
                          <a:pt x="1" y="3"/>
                        </a:cubicBezTo>
                        <a:cubicBezTo>
                          <a:pt x="0" y="9"/>
                          <a:pt x="6" y="7"/>
                          <a:pt x="10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Freeform 71"/>
                  <p:cNvSpPr>
                    <a:spLocks/>
                  </p:cNvSpPr>
                  <p:nvPr/>
                </p:nvSpPr>
                <p:spPr bwMode="auto">
                  <a:xfrm>
                    <a:off x="1993901" y="1633539"/>
                    <a:ext cx="15875" cy="23813"/>
                  </a:xfrm>
                  <a:custGeom>
                    <a:avLst/>
                    <a:gdLst>
                      <a:gd name="T0" fmla="*/ 4 w 7"/>
                      <a:gd name="T1" fmla="*/ 9 h 10"/>
                      <a:gd name="T2" fmla="*/ 3 w 7"/>
                      <a:gd name="T3" fmla="*/ 1 h 10"/>
                      <a:gd name="T4" fmla="*/ 0 w 7"/>
                      <a:gd name="T5" fmla="*/ 2 h 10"/>
                      <a:gd name="T6" fmla="*/ 4 w 7"/>
                      <a:gd name="T7" fmla="*/ 9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4" y="9"/>
                        </a:moveTo>
                        <a:cubicBezTo>
                          <a:pt x="7" y="8"/>
                          <a:pt x="6" y="0"/>
                          <a:pt x="3" y="1"/>
                        </a:cubicBezTo>
                        <a:cubicBezTo>
                          <a:pt x="2" y="2"/>
                          <a:pt x="2" y="3"/>
                          <a:pt x="0" y="2"/>
                        </a:cubicBezTo>
                        <a:cubicBezTo>
                          <a:pt x="0" y="6"/>
                          <a:pt x="0" y="10"/>
                          <a:pt x="4" y="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Freeform 72"/>
                  <p:cNvSpPr>
                    <a:spLocks/>
                  </p:cNvSpPr>
                  <p:nvPr/>
                </p:nvSpPr>
                <p:spPr bwMode="auto">
                  <a:xfrm>
                    <a:off x="868363" y="1658939"/>
                    <a:ext cx="169863" cy="149225"/>
                  </a:xfrm>
                  <a:custGeom>
                    <a:avLst/>
                    <a:gdLst>
                      <a:gd name="T0" fmla="*/ 60 w 73"/>
                      <a:gd name="T1" fmla="*/ 49 h 64"/>
                      <a:gd name="T2" fmla="*/ 53 w 73"/>
                      <a:gd name="T3" fmla="*/ 49 h 64"/>
                      <a:gd name="T4" fmla="*/ 6 w 73"/>
                      <a:gd name="T5" fmla="*/ 3 h 64"/>
                      <a:gd name="T6" fmla="*/ 3 w 73"/>
                      <a:gd name="T7" fmla="*/ 1 h 64"/>
                      <a:gd name="T8" fmla="*/ 1 w 73"/>
                      <a:gd name="T9" fmla="*/ 11 h 64"/>
                      <a:gd name="T10" fmla="*/ 13 w 73"/>
                      <a:gd name="T11" fmla="*/ 24 h 64"/>
                      <a:gd name="T12" fmla="*/ 73 w 73"/>
                      <a:gd name="T13" fmla="*/ 64 h 64"/>
                      <a:gd name="T14" fmla="*/ 60 w 73"/>
                      <a:gd name="T15" fmla="*/ 49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73" h="64">
                        <a:moveTo>
                          <a:pt x="60" y="49"/>
                        </a:moveTo>
                        <a:cubicBezTo>
                          <a:pt x="53" y="49"/>
                          <a:pt x="53" y="49"/>
                          <a:pt x="53" y="49"/>
                        </a:cubicBezTo>
                        <a:cubicBezTo>
                          <a:pt x="41" y="30"/>
                          <a:pt x="19" y="21"/>
                          <a:pt x="6" y="3"/>
                        </a:cubicBezTo>
                        <a:cubicBezTo>
                          <a:pt x="6" y="2"/>
                          <a:pt x="6" y="0"/>
                          <a:pt x="3" y="1"/>
                        </a:cubicBezTo>
                        <a:cubicBezTo>
                          <a:pt x="3" y="5"/>
                          <a:pt x="0" y="7"/>
                          <a:pt x="1" y="11"/>
                        </a:cubicBezTo>
                        <a:cubicBezTo>
                          <a:pt x="3" y="16"/>
                          <a:pt x="8" y="19"/>
                          <a:pt x="13" y="24"/>
                        </a:cubicBezTo>
                        <a:cubicBezTo>
                          <a:pt x="29" y="40"/>
                          <a:pt x="48" y="62"/>
                          <a:pt x="73" y="64"/>
                        </a:cubicBezTo>
                        <a:cubicBezTo>
                          <a:pt x="72" y="56"/>
                          <a:pt x="61" y="57"/>
                          <a:pt x="60" y="4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Freeform 73"/>
                  <p:cNvSpPr>
                    <a:spLocks/>
                  </p:cNvSpPr>
                  <p:nvPr/>
                </p:nvSpPr>
                <p:spPr bwMode="auto">
                  <a:xfrm>
                    <a:off x="1022351" y="1663702"/>
                    <a:ext cx="19050" cy="28575"/>
                  </a:xfrm>
                  <a:custGeom>
                    <a:avLst/>
                    <a:gdLst>
                      <a:gd name="T0" fmla="*/ 6 w 8"/>
                      <a:gd name="T1" fmla="*/ 11 h 12"/>
                      <a:gd name="T2" fmla="*/ 6 w 8"/>
                      <a:gd name="T3" fmla="*/ 0 h 12"/>
                      <a:gd name="T4" fmla="*/ 2 w 8"/>
                      <a:gd name="T5" fmla="*/ 0 h 12"/>
                      <a:gd name="T6" fmla="*/ 6 w 8"/>
                      <a:gd name="T7" fmla="*/ 1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12">
                        <a:moveTo>
                          <a:pt x="6" y="11"/>
                        </a:moveTo>
                        <a:cubicBezTo>
                          <a:pt x="8" y="9"/>
                          <a:pt x="4" y="5"/>
                          <a:pt x="6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5"/>
                          <a:pt x="0" y="12"/>
                          <a:pt x="6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Freeform 74"/>
                  <p:cNvSpPr>
                    <a:spLocks/>
                  </p:cNvSpPr>
                  <p:nvPr/>
                </p:nvSpPr>
                <p:spPr bwMode="auto">
                  <a:xfrm>
                    <a:off x="927101" y="1692277"/>
                    <a:ext cx="9525" cy="11113"/>
                  </a:xfrm>
                  <a:custGeom>
                    <a:avLst/>
                    <a:gdLst>
                      <a:gd name="T0" fmla="*/ 0 w 4"/>
                      <a:gd name="T1" fmla="*/ 2 h 5"/>
                      <a:gd name="T2" fmla="*/ 4 w 4"/>
                      <a:gd name="T3" fmla="*/ 4 h 5"/>
                      <a:gd name="T4" fmla="*/ 4 w 4"/>
                      <a:gd name="T5" fmla="*/ 0 h 5"/>
                      <a:gd name="T6" fmla="*/ 0 w 4"/>
                      <a:gd name="T7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0" y="2"/>
                        </a:moveTo>
                        <a:cubicBezTo>
                          <a:pt x="2" y="2"/>
                          <a:pt x="1" y="5"/>
                          <a:pt x="4" y="4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0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938213" y="1701802"/>
                    <a:ext cx="7938" cy="6350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Freeform 76"/>
                  <p:cNvSpPr>
                    <a:spLocks/>
                  </p:cNvSpPr>
                  <p:nvPr/>
                </p:nvSpPr>
                <p:spPr bwMode="auto">
                  <a:xfrm>
                    <a:off x="1677988" y="1778002"/>
                    <a:ext cx="33338" cy="25400"/>
                  </a:xfrm>
                  <a:custGeom>
                    <a:avLst/>
                    <a:gdLst>
                      <a:gd name="T0" fmla="*/ 14 w 14"/>
                      <a:gd name="T1" fmla="*/ 10 h 11"/>
                      <a:gd name="T2" fmla="*/ 1 w 14"/>
                      <a:gd name="T3" fmla="*/ 9 h 11"/>
                      <a:gd name="T4" fmla="*/ 14 w 14"/>
                      <a:gd name="T5" fmla="*/ 1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4" h="11">
                        <a:moveTo>
                          <a:pt x="14" y="10"/>
                        </a:moveTo>
                        <a:cubicBezTo>
                          <a:pt x="14" y="4"/>
                          <a:pt x="0" y="0"/>
                          <a:pt x="1" y="9"/>
                        </a:cubicBezTo>
                        <a:cubicBezTo>
                          <a:pt x="3" y="11"/>
                          <a:pt x="9" y="10"/>
                          <a:pt x="14" y="1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Freeform 77"/>
                  <p:cNvSpPr>
                    <a:spLocks/>
                  </p:cNvSpPr>
                  <p:nvPr/>
                </p:nvSpPr>
                <p:spPr bwMode="auto">
                  <a:xfrm>
                    <a:off x="1195388" y="1792289"/>
                    <a:ext cx="14288" cy="17463"/>
                  </a:xfrm>
                  <a:custGeom>
                    <a:avLst/>
                    <a:gdLst>
                      <a:gd name="T0" fmla="*/ 0 w 6"/>
                      <a:gd name="T1" fmla="*/ 0 h 8"/>
                      <a:gd name="T2" fmla="*/ 3 w 6"/>
                      <a:gd name="T3" fmla="*/ 8 h 8"/>
                      <a:gd name="T4" fmla="*/ 6 w 6"/>
                      <a:gd name="T5" fmla="*/ 7 h 8"/>
                      <a:gd name="T6" fmla="*/ 0 w 6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8">
                        <a:moveTo>
                          <a:pt x="0" y="0"/>
                        </a:moveTo>
                        <a:cubicBezTo>
                          <a:pt x="0" y="4"/>
                          <a:pt x="0" y="8"/>
                          <a:pt x="3" y="8"/>
                        </a:cubicBezTo>
                        <a:cubicBezTo>
                          <a:pt x="3" y="7"/>
                          <a:pt x="4" y="7"/>
                          <a:pt x="6" y="7"/>
                        </a:cubicBezTo>
                        <a:cubicBezTo>
                          <a:pt x="5" y="4"/>
                          <a:pt x="5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Freeform 78"/>
                  <p:cNvSpPr>
                    <a:spLocks/>
                  </p:cNvSpPr>
                  <p:nvPr/>
                </p:nvSpPr>
                <p:spPr bwMode="auto">
                  <a:xfrm>
                    <a:off x="1968501" y="1792289"/>
                    <a:ext cx="14288" cy="17463"/>
                  </a:xfrm>
                  <a:custGeom>
                    <a:avLst/>
                    <a:gdLst>
                      <a:gd name="T0" fmla="*/ 2 w 6"/>
                      <a:gd name="T1" fmla="*/ 0 h 8"/>
                      <a:gd name="T2" fmla="*/ 0 w 6"/>
                      <a:gd name="T3" fmla="*/ 7 h 8"/>
                      <a:gd name="T4" fmla="*/ 2 w 6"/>
                      <a:gd name="T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8">
                        <a:moveTo>
                          <a:pt x="2" y="0"/>
                        </a:moveTo>
                        <a:cubicBezTo>
                          <a:pt x="1" y="2"/>
                          <a:pt x="0" y="4"/>
                          <a:pt x="0" y="7"/>
                        </a:cubicBezTo>
                        <a:cubicBezTo>
                          <a:pt x="5" y="8"/>
                          <a:pt x="6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Freeform 79"/>
                  <p:cNvSpPr>
                    <a:spLocks/>
                  </p:cNvSpPr>
                  <p:nvPr/>
                </p:nvSpPr>
                <p:spPr bwMode="auto">
                  <a:xfrm>
                    <a:off x="1485901" y="1803402"/>
                    <a:ext cx="25400" cy="30163"/>
                  </a:xfrm>
                  <a:custGeom>
                    <a:avLst/>
                    <a:gdLst>
                      <a:gd name="T0" fmla="*/ 0 w 11"/>
                      <a:gd name="T1" fmla="*/ 3 h 13"/>
                      <a:gd name="T2" fmla="*/ 11 w 11"/>
                      <a:gd name="T3" fmla="*/ 10 h 13"/>
                      <a:gd name="T4" fmla="*/ 0 w 11"/>
                      <a:gd name="T5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" h="13">
                        <a:moveTo>
                          <a:pt x="0" y="3"/>
                        </a:moveTo>
                        <a:cubicBezTo>
                          <a:pt x="1" y="8"/>
                          <a:pt x="7" y="13"/>
                          <a:pt x="11" y="10"/>
                        </a:cubicBezTo>
                        <a:cubicBezTo>
                          <a:pt x="10" y="5"/>
                          <a:pt x="6" y="0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Freeform 80"/>
                  <p:cNvSpPr>
                    <a:spLocks/>
                  </p:cNvSpPr>
                  <p:nvPr/>
                </p:nvSpPr>
                <p:spPr bwMode="auto">
                  <a:xfrm>
                    <a:off x="1535113" y="1806577"/>
                    <a:ext cx="15875" cy="15875"/>
                  </a:xfrm>
                  <a:custGeom>
                    <a:avLst/>
                    <a:gdLst>
                      <a:gd name="T0" fmla="*/ 2 w 7"/>
                      <a:gd name="T1" fmla="*/ 1 h 7"/>
                      <a:gd name="T2" fmla="*/ 1 w 7"/>
                      <a:gd name="T3" fmla="*/ 2 h 7"/>
                      <a:gd name="T4" fmla="*/ 6 w 7"/>
                      <a:gd name="T5" fmla="*/ 6 h 7"/>
                      <a:gd name="T6" fmla="*/ 2 w 7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7">
                        <a:moveTo>
                          <a:pt x="2" y="1"/>
                        </a:move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0" y="6"/>
                          <a:pt x="3" y="7"/>
                          <a:pt x="6" y="6"/>
                        </a:cubicBezTo>
                        <a:cubicBezTo>
                          <a:pt x="7" y="3"/>
                          <a:pt x="6" y="0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Freeform 81"/>
                  <p:cNvSpPr>
                    <a:spLocks/>
                  </p:cNvSpPr>
                  <p:nvPr/>
                </p:nvSpPr>
                <p:spPr bwMode="auto">
                  <a:xfrm>
                    <a:off x="1554163" y="1806577"/>
                    <a:ext cx="11113" cy="12700"/>
                  </a:xfrm>
                  <a:custGeom>
                    <a:avLst/>
                    <a:gdLst>
                      <a:gd name="T0" fmla="*/ 4 w 5"/>
                      <a:gd name="T1" fmla="*/ 6 h 6"/>
                      <a:gd name="T2" fmla="*/ 5 w 5"/>
                      <a:gd name="T3" fmla="*/ 1 h 6"/>
                      <a:gd name="T4" fmla="*/ 4 w 5"/>
                      <a:gd name="T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6">
                        <a:moveTo>
                          <a:pt x="4" y="6"/>
                        </a:moveTo>
                        <a:cubicBezTo>
                          <a:pt x="4" y="4"/>
                          <a:pt x="5" y="4"/>
                          <a:pt x="5" y="1"/>
                        </a:cubicBezTo>
                        <a:cubicBezTo>
                          <a:pt x="0" y="0"/>
                          <a:pt x="0" y="6"/>
                          <a:pt x="4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1660526" y="1809752"/>
                    <a:ext cx="12700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Freeform 83"/>
                  <p:cNvSpPr>
                    <a:spLocks/>
                  </p:cNvSpPr>
                  <p:nvPr/>
                </p:nvSpPr>
                <p:spPr bwMode="auto">
                  <a:xfrm>
                    <a:off x="1716088" y="1809752"/>
                    <a:ext cx="14288" cy="14288"/>
                  </a:xfrm>
                  <a:custGeom>
                    <a:avLst/>
                    <a:gdLst>
                      <a:gd name="T0" fmla="*/ 6 w 6"/>
                      <a:gd name="T1" fmla="*/ 6 h 6"/>
                      <a:gd name="T2" fmla="*/ 6 w 6"/>
                      <a:gd name="T3" fmla="*/ 0 h 6"/>
                      <a:gd name="T4" fmla="*/ 2 w 6"/>
                      <a:gd name="T5" fmla="*/ 0 h 6"/>
                      <a:gd name="T6" fmla="*/ 1 w 6"/>
                      <a:gd name="T7" fmla="*/ 6 h 6"/>
                      <a:gd name="T8" fmla="*/ 6 w 6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6">
                        <a:moveTo>
                          <a:pt x="6" y="6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3"/>
                          <a:pt x="0" y="3"/>
                          <a:pt x="1" y="6"/>
                        </a:cubicBezTo>
                        <a:lnTo>
                          <a:pt x="6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682751" y="1817689"/>
                    <a:ext cx="7938" cy="6350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Freeform 85"/>
                  <p:cNvSpPr>
                    <a:spLocks/>
                  </p:cNvSpPr>
                  <p:nvPr/>
                </p:nvSpPr>
                <p:spPr bwMode="auto">
                  <a:xfrm>
                    <a:off x="1692276" y="1822452"/>
                    <a:ext cx="20638" cy="14288"/>
                  </a:xfrm>
                  <a:custGeom>
                    <a:avLst/>
                    <a:gdLst>
                      <a:gd name="T0" fmla="*/ 8 w 9"/>
                      <a:gd name="T1" fmla="*/ 2 h 6"/>
                      <a:gd name="T2" fmla="*/ 1 w 9"/>
                      <a:gd name="T3" fmla="*/ 6 h 6"/>
                      <a:gd name="T4" fmla="*/ 8 w 9"/>
                      <a:gd name="T5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6">
                        <a:moveTo>
                          <a:pt x="8" y="2"/>
                        </a:moveTo>
                        <a:cubicBezTo>
                          <a:pt x="6" y="0"/>
                          <a:pt x="0" y="1"/>
                          <a:pt x="1" y="6"/>
                        </a:cubicBezTo>
                        <a:cubicBezTo>
                          <a:pt x="5" y="6"/>
                          <a:pt x="9" y="6"/>
                          <a:pt x="8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Freeform 86"/>
                  <p:cNvSpPr>
                    <a:spLocks/>
                  </p:cNvSpPr>
                  <p:nvPr/>
                </p:nvSpPr>
                <p:spPr bwMode="auto">
                  <a:xfrm>
                    <a:off x="1052513" y="1817689"/>
                    <a:ext cx="120650" cy="76200"/>
                  </a:xfrm>
                  <a:custGeom>
                    <a:avLst/>
                    <a:gdLst>
                      <a:gd name="T0" fmla="*/ 42 w 52"/>
                      <a:gd name="T1" fmla="*/ 15 h 33"/>
                      <a:gd name="T2" fmla="*/ 26 w 52"/>
                      <a:gd name="T3" fmla="*/ 5 h 33"/>
                      <a:gd name="T4" fmla="*/ 1 w 52"/>
                      <a:gd name="T5" fmla="*/ 5 h 33"/>
                      <a:gd name="T6" fmla="*/ 14 w 52"/>
                      <a:gd name="T7" fmla="*/ 13 h 33"/>
                      <a:gd name="T8" fmla="*/ 38 w 52"/>
                      <a:gd name="T9" fmla="*/ 24 h 33"/>
                      <a:gd name="T10" fmla="*/ 50 w 52"/>
                      <a:gd name="T11" fmla="*/ 32 h 33"/>
                      <a:gd name="T12" fmla="*/ 42 w 52"/>
                      <a:gd name="T13" fmla="*/ 15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2" h="33">
                        <a:moveTo>
                          <a:pt x="42" y="15"/>
                        </a:moveTo>
                        <a:cubicBezTo>
                          <a:pt x="35" y="17"/>
                          <a:pt x="29" y="11"/>
                          <a:pt x="26" y="5"/>
                        </a:cubicBezTo>
                        <a:cubicBezTo>
                          <a:pt x="20" y="8"/>
                          <a:pt x="9" y="0"/>
                          <a:pt x="1" y="5"/>
                        </a:cubicBezTo>
                        <a:cubicBezTo>
                          <a:pt x="0" y="8"/>
                          <a:pt x="7" y="14"/>
                          <a:pt x="14" y="13"/>
                        </a:cubicBezTo>
                        <a:cubicBezTo>
                          <a:pt x="19" y="20"/>
                          <a:pt x="31" y="28"/>
                          <a:pt x="38" y="24"/>
                        </a:cubicBezTo>
                        <a:cubicBezTo>
                          <a:pt x="40" y="29"/>
                          <a:pt x="43" y="33"/>
                          <a:pt x="50" y="32"/>
                        </a:cubicBezTo>
                        <a:cubicBezTo>
                          <a:pt x="52" y="22"/>
                          <a:pt x="40" y="25"/>
                          <a:pt x="42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" name="Freeform 87"/>
                  <p:cNvSpPr>
                    <a:spLocks/>
                  </p:cNvSpPr>
                  <p:nvPr/>
                </p:nvSpPr>
                <p:spPr bwMode="auto">
                  <a:xfrm>
                    <a:off x="1643063" y="1824039"/>
                    <a:ext cx="17463" cy="12700"/>
                  </a:xfrm>
                  <a:custGeom>
                    <a:avLst/>
                    <a:gdLst>
                      <a:gd name="T0" fmla="*/ 1 w 7"/>
                      <a:gd name="T1" fmla="*/ 5 h 5"/>
                      <a:gd name="T2" fmla="*/ 6 w 7"/>
                      <a:gd name="T3" fmla="*/ 5 h 5"/>
                      <a:gd name="T4" fmla="*/ 1 w 7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5">
                        <a:moveTo>
                          <a:pt x="1" y="5"/>
                        </a:move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7" y="0"/>
                          <a:pt x="0" y="0"/>
                          <a:pt x="1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" name="Freeform 88"/>
                  <p:cNvSpPr>
                    <a:spLocks/>
                  </p:cNvSpPr>
                  <p:nvPr/>
                </p:nvSpPr>
                <p:spPr bwMode="auto">
                  <a:xfrm>
                    <a:off x="1893888" y="1849439"/>
                    <a:ext cx="14288" cy="14288"/>
                  </a:xfrm>
                  <a:custGeom>
                    <a:avLst/>
                    <a:gdLst>
                      <a:gd name="T0" fmla="*/ 1 w 6"/>
                      <a:gd name="T1" fmla="*/ 1 h 6"/>
                      <a:gd name="T2" fmla="*/ 0 w 6"/>
                      <a:gd name="T3" fmla="*/ 6 h 6"/>
                      <a:gd name="T4" fmla="*/ 6 w 6"/>
                      <a:gd name="T5" fmla="*/ 6 h 6"/>
                      <a:gd name="T6" fmla="*/ 1 w 6"/>
                      <a:gd name="T7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6">
                        <a:moveTo>
                          <a:pt x="1" y="1"/>
                        </a:moveTo>
                        <a:cubicBezTo>
                          <a:pt x="1" y="2"/>
                          <a:pt x="0" y="3"/>
                          <a:pt x="0" y="6"/>
                        </a:cubicBezTo>
                        <a:cubicBezTo>
                          <a:pt x="6" y="6"/>
                          <a:pt x="6" y="6"/>
                          <a:pt x="6" y="6"/>
                        </a:cubicBezTo>
                        <a:cubicBezTo>
                          <a:pt x="6" y="2"/>
                          <a:pt x="5" y="0"/>
                          <a:pt x="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" name="Freeform 89"/>
                  <p:cNvSpPr>
                    <a:spLocks/>
                  </p:cNvSpPr>
                  <p:nvPr/>
                </p:nvSpPr>
                <p:spPr bwMode="auto">
                  <a:xfrm>
                    <a:off x="1671638" y="1857377"/>
                    <a:ext cx="206375" cy="90488"/>
                  </a:xfrm>
                  <a:custGeom>
                    <a:avLst/>
                    <a:gdLst>
                      <a:gd name="T0" fmla="*/ 84 w 89"/>
                      <a:gd name="T1" fmla="*/ 0 h 39"/>
                      <a:gd name="T2" fmla="*/ 75 w 89"/>
                      <a:gd name="T3" fmla="*/ 3 h 39"/>
                      <a:gd name="T4" fmla="*/ 77 w 89"/>
                      <a:gd name="T5" fmla="*/ 10 h 39"/>
                      <a:gd name="T6" fmla="*/ 40 w 89"/>
                      <a:gd name="T7" fmla="*/ 18 h 39"/>
                      <a:gd name="T8" fmla="*/ 9 w 89"/>
                      <a:gd name="T9" fmla="*/ 26 h 39"/>
                      <a:gd name="T10" fmla="*/ 10 w 89"/>
                      <a:gd name="T11" fmla="*/ 27 h 39"/>
                      <a:gd name="T12" fmla="*/ 9 w 89"/>
                      <a:gd name="T13" fmla="*/ 27 h 39"/>
                      <a:gd name="T14" fmla="*/ 9 w 89"/>
                      <a:gd name="T15" fmla="*/ 26 h 39"/>
                      <a:gd name="T16" fmla="*/ 2 w 89"/>
                      <a:gd name="T17" fmla="*/ 26 h 39"/>
                      <a:gd name="T18" fmla="*/ 0 w 89"/>
                      <a:gd name="T19" fmla="*/ 37 h 39"/>
                      <a:gd name="T20" fmla="*/ 8 w 89"/>
                      <a:gd name="T21" fmla="*/ 38 h 39"/>
                      <a:gd name="T22" fmla="*/ 8 w 89"/>
                      <a:gd name="T23" fmla="*/ 31 h 39"/>
                      <a:gd name="T24" fmla="*/ 10 w 89"/>
                      <a:gd name="T25" fmla="*/ 30 h 39"/>
                      <a:gd name="T26" fmla="*/ 9 w 89"/>
                      <a:gd name="T27" fmla="*/ 29 h 39"/>
                      <a:gd name="T28" fmla="*/ 11 w 89"/>
                      <a:gd name="T29" fmla="*/ 29 h 39"/>
                      <a:gd name="T30" fmla="*/ 10 w 89"/>
                      <a:gd name="T31" fmla="*/ 30 h 39"/>
                      <a:gd name="T32" fmla="*/ 41 w 89"/>
                      <a:gd name="T33" fmla="*/ 24 h 39"/>
                      <a:gd name="T34" fmla="*/ 46 w 89"/>
                      <a:gd name="T35" fmla="*/ 26 h 39"/>
                      <a:gd name="T36" fmla="*/ 89 w 89"/>
                      <a:gd name="T37" fmla="*/ 4 h 39"/>
                      <a:gd name="T38" fmla="*/ 84 w 89"/>
                      <a:gd name="T39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9" h="39">
                        <a:moveTo>
                          <a:pt x="84" y="0"/>
                        </a:moveTo>
                        <a:cubicBezTo>
                          <a:pt x="83" y="6"/>
                          <a:pt x="79" y="4"/>
                          <a:pt x="75" y="3"/>
                        </a:cubicBezTo>
                        <a:cubicBezTo>
                          <a:pt x="71" y="7"/>
                          <a:pt x="78" y="5"/>
                          <a:pt x="77" y="10"/>
                        </a:cubicBezTo>
                        <a:cubicBezTo>
                          <a:pt x="60" y="10"/>
                          <a:pt x="50" y="10"/>
                          <a:pt x="40" y="18"/>
                        </a:cubicBezTo>
                        <a:cubicBezTo>
                          <a:pt x="28" y="19"/>
                          <a:pt x="18" y="22"/>
                          <a:pt x="9" y="26"/>
                        </a:cubicBezTo>
                        <a:cubicBezTo>
                          <a:pt x="10" y="27"/>
                          <a:pt x="10" y="27"/>
                          <a:pt x="10" y="27"/>
                        </a:cubicBezTo>
                        <a:cubicBezTo>
                          <a:pt x="9" y="27"/>
                          <a:pt x="9" y="27"/>
                          <a:pt x="9" y="27"/>
                        </a:cubicBezTo>
                        <a:cubicBezTo>
                          <a:pt x="9" y="26"/>
                          <a:pt x="9" y="26"/>
                          <a:pt x="9" y="26"/>
                        </a:cubicBezTo>
                        <a:cubicBezTo>
                          <a:pt x="2" y="26"/>
                          <a:pt x="2" y="26"/>
                          <a:pt x="2" y="26"/>
                        </a:cubicBezTo>
                        <a:cubicBezTo>
                          <a:pt x="0" y="28"/>
                          <a:pt x="1" y="33"/>
                          <a:pt x="0" y="37"/>
                        </a:cubicBezTo>
                        <a:cubicBezTo>
                          <a:pt x="4" y="36"/>
                          <a:pt x="3" y="39"/>
                          <a:pt x="8" y="38"/>
                        </a:cubicBezTo>
                        <a:cubicBezTo>
                          <a:pt x="12" y="35"/>
                          <a:pt x="4" y="32"/>
                          <a:pt x="8" y="31"/>
                        </a:cubicBezTo>
                        <a:cubicBezTo>
                          <a:pt x="9" y="31"/>
                          <a:pt x="10" y="31"/>
                          <a:pt x="10" y="30"/>
                        </a:cubicBezTo>
                        <a:cubicBezTo>
                          <a:pt x="9" y="29"/>
                          <a:pt x="9" y="29"/>
                          <a:pt x="9" y="29"/>
                        </a:cubicBezTo>
                        <a:cubicBezTo>
                          <a:pt x="11" y="29"/>
                          <a:pt x="11" y="29"/>
                          <a:pt x="11" y="29"/>
                        </a:cubicBezTo>
                        <a:cubicBezTo>
                          <a:pt x="10" y="30"/>
                          <a:pt x="10" y="30"/>
                          <a:pt x="10" y="30"/>
                        </a:cubicBezTo>
                        <a:cubicBezTo>
                          <a:pt x="24" y="33"/>
                          <a:pt x="33" y="35"/>
                          <a:pt x="41" y="24"/>
                        </a:cubicBezTo>
                        <a:cubicBezTo>
                          <a:pt x="43" y="25"/>
                          <a:pt x="44" y="26"/>
                          <a:pt x="46" y="26"/>
                        </a:cubicBezTo>
                        <a:cubicBezTo>
                          <a:pt x="60" y="18"/>
                          <a:pt x="83" y="19"/>
                          <a:pt x="89" y="4"/>
                        </a:cubicBezTo>
                        <a:cubicBezTo>
                          <a:pt x="88" y="2"/>
                          <a:pt x="87" y="0"/>
                          <a:pt x="8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5" name="Freeform 90"/>
                  <p:cNvSpPr>
                    <a:spLocks/>
                  </p:cNvSpPr>
                  <p:nvPr/>
                </p:nvSpPr>
                <p:spPr bwMode="auto">
                  <a:xfrm>
                    <a:off x="1174751" y="1884364"/>
                    <a:ext cx="14288" cy="17463"/>
                  </a:xfrm>
                  <a:custGeom>
                    <a:avLst/>
                    <a:gdLst>
                      <a:gd name="T0" fmla="*/ 0 w 6"/>
                      <a:gd name="T1" fmla="*/ 6 h 7"/>
                      <a:gd name="T2" fmla="*/ 4 w 6"/>
                      <a:gd name="T3" fmla="*/ 7 h 7"/>
                      <a:gd name="T4" fmla="*/ 5 w 6"/>
                      <a:gd name="T5" fmla="*/ 0 h 7"/>
                      <a:gd name="T6" fmla="*/ 0 w 6"/>
                      <a:gd name="T7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0" y="6"/>
                        </a:moveTo>
                        <a:cubicBezTo>
                          <a:pt x="2" y="6"/>
                          <a:pt x="3" y="6"/>
                          <a:pt x="4" y="7"/>
                        </a:cubicBezTo>
                        <a:cubicBezTo>
                          <a:pt x="5" y="6"/>
                          <a:pt x="6" y="4"/>
                          <a:pt x="5" y="0"/>
                        </a:cubicBezTo>
                        <a:cubicBezTo>
                          <a:pt x="2" y="1"/>
                          <a:pt x="0" y="2"/>
                          <a:pt x="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6" name="Freeform 91"/>
                  <p:cNvSpPr>
                    <a:spLocks/>
                  </p:cNvSpPr>
                  <p:nvPr/>
                </p:nvSpPr>
                <p:spPr bwMode="auto">
                  <a:xfrm>
                    <a:off x="1290638" y="1908177"/>
                    <a:ext cx="23813" cy="19050"/>
                  </a:xfrm>
                  <a:custGeom>
                    <a:avLst/>
                    <a:gdLst>
                      <a:gd name="T0" fmla="*/ 2 w 10"/>
                      <a:gd name="T1" fmla="*/ 0 h 8"/>
                      <a:gd name="T2" fmla="*/ 1 w 10"/>
                      <a:gd name="T3" fmla="*/ 6 h 8"/>
                      <a:gd name="T4" fmla="*/ 10 w 10"/>
                      <a:gd name="T5" fmla="*/ 8 h 8"/>
                      <a:gd name="T6" fmla="*/ 2 w 10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8">
                        <a:moveTo>
                          <a:pt x="2" y="0"/>
                        </a:moveTo>
                        <a:cubicBezTo>
                          <a:pt x="3" y="3"/>
                          <a:pt x="0" y="3"/>
                          <a:pt x="1" y="6"/>
                        </a:cubicBezTo>
                        <a:cubicBezTo>
                          <a:pt x="3" y="8"/>
                          <a:pt x="7" y="8"/>
                          <a:pt x="10" y="8"/>
                        </a:cubicBezTo>
                        <a:cubicBezTo>
                          <a:pt x="10" y="3"/>
                          <a:pt x="8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7" name="Freeform 92"/>
                  <p:cNvSpPr>
                    <a:spLocks/>
                  </p:cNvSpPr>
                  <p:nvPr/>
                </p:nvSpPr>
                <p:spPr bwMode="auto">
                  <a:xfrm>
                    <a:off x="1330326" y="1914527"/>
                    <a:ext cx="88900" cy="44450"/>
                  </a:xfrm>
                  <a:custGeom>
                    <a:avLst/>
                    <a:gdLst>
                      <a:gd name="T0" fmla="*/ 23 w 38"/>
                      <a:gd name="T1" fmla="*/ 5 h 19"/>
                      <a:gd name="T2" fmla="*/ 20 w 38"/>
                      <a:gd name="T3" fmla="*/ 12 h 19"/>
                      <a:gd name="T4" fmla="*/ 21 w 38"/>
                      <a:gd name="T5" fmla="*/ 12 h 19"/>
                      <a:gd name="T6" fmla="*/ 14 w 38"/>
                      <a:gd name="T7" fmla="*/ 7 h 19"/>
                      <a:gd name="T8" fmla="*/ 1 w 38"/>
                      <a:gd name="T9" fmla="*/ 2 h 19"/>
                      <a:gd name="T10" fmla="*/ 0 w 38"/>
                      <a:gd name="T11" fmla="*/ 3 h 19"/>
                      <a:gd name="T12" fmla="*/ 1 w 38"/>
                      <a:gd name="T13" fmla="*/ 4 h 19"/>
                      <a:gd name="T14" fmla="*/ 12 w 38"/>
                      <a:gd name="T15" fmla="*/ 8 h 19"/>
                      <a:gd name="T16" fmla="*/ 20 w 38"/>
                      <a:gd name="T17" fmla="*/ 14 h 19"/>
                      <a:gd name="T18" fmla="*/ 22 w 38"/>
                      <a:gd name="T19" fmla="*/ 13 h 19"/>
                      <a:gd name="T20" fmla="*/ 22 w 38"/>
                      <a:gd name="T21" fmla="*/ 14 h 19"/>
                      <a:gd name="T22" fmla="*/ 31 w 38"/>
                      <a:gd name="T23" fmla="*/ 13 h 19"/>
                      <a:gd name="T24" fmla="*/ 32 w 38"/>
                      <a:gd name="T25" fmla="*/ 18 h 19"/>
                      <a:gd name="T26" fmla="*/ 38 w 38"/>
                      <a:gd name="T27" fmla="*/ 9 h 19"/>
                      <a:gd name="T28" fmla="*/ 23 w 38"/>
                      <a:gd name="T29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38" h="19">
                        <a:moveTo>
                          <a:pt x="23" y="5"/>
                        </a:moveTo>
                        <a:cubicBezTo>
                          <a:pt x="22" y="7"/>
                          <a:pt x="19" y="7"/>
                          <a:pt x="20" y="12"/>
                        </a:cubicBezTo>
                        <a:cubicBezTo>
                          <a:pt x="21" y="12"/>
                          <a:pt x="21" y="12"/>
                          <a:pt x="21" y="12"/>
                        </a:cubicBezTo>
                        <a:cubicBezTo>
                          <a:pt x="18" y="12"/>
                          <a:pt x="16" y="10"/>
                          <a:pt x="14" y="7"/>
                        </a:cubicBezTo>
                        <a:cubicBezTo>
                          <a:pt x="11" y="4"/>
                          <a:pt x="7" y="0"/>
                          <a:pt x="1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6" y="2"/>
                          <a:pt x="9" y="5"/>
                          <a:pt x="12" y="8"/>
                        </a:cubicBezTo>
                        <a:cubicBezTo>
                          <a:pt x="14" y="11"/>
                          <a:pt x="16" y="14"/>
                          <a:pt x="20" y="14"/>
                        </a:cubicBezTo>
                        <a:cubicBezTo>
                          <a:pt x="21" y="14"/>
                          <a:pt x="21" y="14"/>
                          <a:pt x="22" y="13"/>
                        </a:cubicBezTo>
                        <a:cubicBezTo>
                          <a:pt x="22" y="14"/>
                          <a:pt x="22" y="14"/>
                          <a:pt x="22" y="14"/>
                        </a:cubicBezTo>
                        <a:cubicBezTo>
                          <a:pt x="25" y="19"/>
                          <a:pt x="28" y="16"/>
                          <a:pt x="31" y="13"/>
                        </a:cubicBezTo>
                        <a:cubicBezTo>
                          <a:pt x="31" y="15"/>
                          <a:pt x="33" y="15"/>
                          <a:pt x="32" y="18"/>
                        </a:cubicBezTo>
                        <a:cubicBezTo>
                          <a:pt x="36" y="17"/>
                          <a:pt x="38" y="14"/>
                          <a:pt x="38" y="9"/>
                        </a:cubicBezTo>
                        <a:cubicBezTo>
                          <a:pt x="33" y="8"/>
                          <a:pt x="31" y="3"/>
                          <a:pt x="2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Freeform 93"/>
                  <p:cNvSpPr>
                    <a:spLocks/>
                  </p:cNvSpPr>
                  <p:nvPr/>
                </p:nvSpPr>
                <p:spPr bwMode="auto">
                  <a:xfrm>
                    <a:off x="1585913" y="1927227"/>
                    <a:ext cx="60325" cy="30163"/>
                  </a:xfrm>
                  <a:custGeom>
                    <a:avLst/>
                    <a:gdLst>
                      <a:gd name="T0" fmla="*/ 18 w 26"/>
                      <a:gd name="T1" fmla="*/ 0 h 13"/>
                      <a:gd name="T2" fmla="*/ 18 w 26"/>
                      <a:gd name="T3" fmla="*/ 7 h 13"/>
                      <a:gd name="T4" fmla="*/ 19 w 26"/>
                      <a:gd name="T5" fmla="*/ 6 h 13"/>
                      <a:gd name="T6" fmla="*/ 19 w 26"/>
                      <a:gd name="T7" fmla="*/ 7 h 13"/>
                      <a:gd name="T8" fmla="*/ 14 w 26"/>
                      <a:gd name="T9" fmla="*/ 8 h 13"/>
                      <a:gd name="T10" fmla="*/ 11 w 26"/>
                      <a:gd name="T11" fmla="*/ 8 h 13"/>
                      <a:gd name="T12" fmla="*/ 11 w 26"/>
                      <a:gd name="T13" fmla="*/ 7 h 13"/>
                      <a:gd name="T14" fmla="*/ 0 w 26"/>
                      <a:gd name="T15" fmla="*/ 11 h 13"/>
                      <a:gd name="T16" fmla="*/ 12 w 26"/>
                      <a:gd name="T17" fmla="*/ 11 h 13"/>
                      <a:gd name="T18" fmla="*/ 11 w 26"/>
                      <a:gd name="T19" fmla="*/ 10 h 13"/>
                      <a:gd name="T20" fmla="*/ 14 w 26"/>
                      <a:gd name="T21" fmla="*/ 10 h 13"/>
                      <a:gd name="T22" fmla="*/ 20 w 26"/>
                      <a:gd name="T23" fmla="*/ 8 h 13"/>
                      <a:gd name="T24" fmla="*/ 20 w 26"/>
                      <a:gd name="T25" fmla="*/ 8 h 13"/>
                      <a:gd name="T26" fmla="*/ 21 w 26"/>
                      <a:gd name="T27" fmla="*/ 7 h 13"/>
                      <a:gd name="T28" fmla="*/ 22 w 26"/>
                      <a:gd name="T29" fmla="*/ 8 h 13"/>
                      <a:gd name="T30" fmla="*/ 23 w 26"/>
                      <a:gd name="T31" fmla="*/ 0 h 13"/>
                      <a:gd name="T32" fmla="*/ 18 w 26"/>
                      <a:gd name="T33" fmla="*/ 0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6" h="13">
                        <a:moveTo>
                          <a:pt x="18" y="0"/>
                        </a:moveTo>
                        <a:cubicBezTo>
                          <a:pt x="18" y="7"/>
                          <a:pt x="18" y="7"/>
                          <a:pt x="18" y="7"/>
                        </a:cubicBezTo>
                        <a:cubicBezTo>
                          <a:pt x="19" y="6"/>
                          <a:pt x="19" y="6"/>
                          <a:pt x="19" y="6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17" y="8"/>
                          <a:pt x="16" y="8"/>
                          <a:pt x="14" y="8"/>
                        </a:cubicBezTo>
                        <a:cubicBezTo>
                          <a:pt x="13" y="8"/>
                          <a:pt x="12" y="8"/>
                          <a:pt x="11" y="8"/>
                        </a:cubicBezTo>
                        <a:cubicBezTo>
                          <a:pt x="11" y="7"/>
                          <a:pt x="11" y="7"/>
                          <a:pt x="11" y="7"/>
                        </a:cubicBezTo>
                        <a:cubicBezTo>
                          <a:pt x="6" y="7"/>
                          <a:pt x="0" y="6"/>
                          <a:pt x="0" y="11"/>
                        </a:cubicBezTo>
                        <a:cubicBezTo>
                          <a:pt x="1" y="13"/>
                          <a:pt x="11" y="13"/>
                          <a:pt x="12" y="11"/>
                        </a:cubicBezTo>
                        <a:cubicBezTo>
                          <a:pt x="11" y="10"/>
                          <a:pt x="11" y="10"/>
                          <a:pt x="11" y="10"/>
                        </a:cubicBezTo>
                        <a:cubicBezTo>
                          <a:pt x="12" y="10"/>
                          <a:pt x="13" y="10"/>
                          <a:pt x="14" y="10"/>
                        </a:cubicBezTo>
                        <a:cubicBezTo>
                          <a:pt x="16" y="10"/>
                          <a:pt x="18" y="10"/>
                          <a:pt x="20" y="8"/>
                        </a:cubicBezTo>
                        <a:cubicBezTo>
                          <a:pt x="20" y="8"/>
                          <a:pt x="20" y="8"/>
                          <a:pt x="20" y="8"/>
                        </a:cubicBezTo>
                        <a:cubicBezTo>
                          <a:pt x="21" y="7"/>
                          <a:pt x="21" y="7"/>
                          <a:pt x="21" y="7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26" y="7"/>
                          <a:pt x="24" y="3"/>
                          <a:pt x="23" y="0"/>
                        </a:cubicBezTo>
                        <a:lnTo>
                          <a:pt x="18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Freeform 94"/>
                  <p:cNvSpPr>
                    <a:spLocks/>
                  </p:cNvSpPr>
                  <p:nvPr/>
                </p:nvSpPr>
                <p:spPr bwMode="auto">
                  <a:xfrm>
                    <a:off x="1435101" y="1931989"/>
                    <a:ext cx="30163" cy="36513"/>
                  </a:xfrm>
                  <a:custGeom>
                    <a:avLst/>
                    <a:gdLst>
                      <a:gd name="T0" fmla="*/ 4 w 13"/>
                      <a:gd name="T1" fmla="*/ 1 h 16"/>
                      <a:gd name="T2" fmla="*/ 1 w 13"/>
                      <a:gd name="T3" fmla="*/ 13 h 16"/>
                      <a:gd name="T4" fmla="*/ 13 w 13"/>
                      <a:gd name="T5" fmla="*/ 7 h 16"/>
                      <a:gd name="T6" fmla="*/ 4 w 13"/>
                      <a:gd name="T7" fmla="*/ 1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16">
                        <a:moveTo>
                          <a:pt x="4" y="1"/>
                        </a:moveTo>
                        <a:cubicBezTo>
                          <a:pt x="0" y="4"/>
                          <a:pt x="3" y="7"/>
                          <a:pt x="1" y="13"/>
                        </a:cubicBezTo>
                        <a:cubicBezTo>
                          <a:pt x="7" y="16"/>
                          <a:pt x="12" y="13"/>
                          <a:pt x="13" y="7"/>
                        </a:cubicBezTo>
                        <a:cubicBezTo>
                          <a:pt x="9" y="5"/>
                          <a:pt x="9" y="0"/>
                          <a:pt x="4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Freeform 95"/>
                  <p:cNvSpPr>
                    <a:spLocks/>
                  </p:cNvSpPr>
                  <p:nvPr/>
                </p:nvSpPr>
                <p:spPr bwMode="auto">
                  <a:xfrm>
                    <a:off x="1330326" y="1933577"/>
                    <a:ext cx="14288" cy="11113"/>
                  </a:xfrm>
                  <a:custGeom>
                    <a:avLst/>
                    <a:gdLst>
                      <a:gd name="T0" fmla="*/ 0 w 6"/>
                      <a:gd name="T1" fmla="*/ 4 h 5"/>
                      <a:gd name="T2" fmla="*/ 6 w 6"/>
                      <a:gd name="T3" fmla="*/ 2 h 5"/>
                      <a:gd name="T4" fmla="*/ 0 w 6"/>
                      <a:gd name="T5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5">
                        <a:moveTo>
                          <a:pt x="0" y="4"/>
                        </a:moveTo>
                        <a:cubicBezTo>
                          <a:pt x="2" y="5"/>
                          <a:pt x="5" y="5"/>
                          <a:pt x="6" y="2"/>
                        </a:cubicBezTo>
                        <a:cubicBezTo>
                          <a:pt x="4" y="0"/>
                          <a:pt x="1" y="0"/>
                          <a:pt x="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" name="Freeform 96"/>
                  <p:cNvSpPr>
                    <a:spLocks noEditPoints="1"/>
                  </p:cNvSpPr>
                  <p:nvPr/>
                </p:nvSpPr>
                <p:spPr bwMode="auto">
                  <a:xfrm>
                    <a:off x="1066801" y="276227"/>
                    <a:ext cx="1182688" cy="603250"/>
                  </a:xfrm>
                  <a:custGeom>
                    <a:avLst/>
                    <a:gdLst>
                      <a:gd name="T0" fmla="*/ 246 w 510"/>
                      <a:gd name="T1" fmla="*/ 24 h 260"/>
                      <a:gd name="T2" fmla="*/ 247 w 510"/>
                      <a:gd name="T3" fmla="*/ 24 h 260"/>
                      <a:gd name="T4" fmla="*/ 245 w 510"/>
                      <a:gd name="T5" fmla="*/ 22 h 260"/>
                      <a:gd name="T6" fmla="*/ 239 w 510"/>
                      <a:gd name="T7" fmla="*/ 14 h 260"/>
                      <a:gd name="T8" fmla="*/ 245 w 510"/>
                      <a:gd name="T9" fmla="*/ 13 h 260"/>
                      <a:gd name="T10" fmla="*/ 246 w 510"/>
                      <a:gd name="T11" fmla="*/ 14 h 260"/>
                      <a:gd name="T12" fmla="*/ 301 w 510"/>
                      <a:gd name="T13" fmla="*/ 38 h 260"/>
                      <a:gd name="T14" fmla="*/ 383 w 510"/>
                      <a:gd name="T15" fmla="*/ 80 h 260"/>
                      <a:gd name="T16" fmla="*/ 407 w 510"/>
                      <a:gd name="T17" fmla="*/ 99 h 260"/>
                      <a:gd name="T18" fmla="*/ 409 w 510"/>
                      <a:gd name="T19" fmla="*/ 100 h 260"/>
                      <a:gd name="T20" fmla="*/ 410 w 510"/>
                      <a:gd name="T21" fmla="*/ 101 h 260"/>
                      <a:gd name="T22" fmla="*/ 433 w 510"/>
                      <a:gd name="T23" fmla="*/ 130 h 260"/>
                      <a:gd name="T24" fmla="*/ 435 w 510"/>
                      <a:gd name="T25" fmla="*/ 135 h 260"/>
                      <a:gd name="T26" fmla="*/ 487 w 510"/>
                      <a:gd name="T27" fmla="*/ 217 h 260"/>
                      <a:gd name="T28" fmla="*/ 491 w 510"/>
                      <a:gd name="T29" fmla="*/ 225 h 260"/>
                      <a:gd name="T30" fmla="*/ 499 w 510"/>
                      <a:gd name="T31" fmla="*/ 251 h 260"/>
                      <a:gd name="T32" fmla="*/ 501 w 510"/>
                      <a:gd name="T33" fmla="*/ 260 h 260"/>
                      <a:gd name="T34" fmla="*/ 502 w 510"/>
                      <a:gd name="T35" fmla="*/ 260 h 260"/>
                      <a:gd name="T36" fmla="*/ 503 w 510"/>
                      <a:gd name="T37" fmla="*/ 258 h 260"/>
                      <a:gd name="T38" fmla="*/ 502 w 510"/>
                      <a:gd name="T39" fmla="*/ 250 h 260"/>
                      <a:gd name="T40" fmla="*/ 503 w 510"/>
                      <a:gd name="T41" fmla="*/ 249 h 260"/>
                      <a:gd name="T42" fmla="*/ 505 w 510"/>
                      <a:gd name="T43" fmla="*/ 249 h 260"/>
                      <a:gd name="T44" fmla="*/ 506 w 510"/>
                      <a:gd name="T45" fmla="*/ 247 h 260"/>
                      <a:gd name="T46" fmla="*/ 505 w 510"/>
                      <a:gd name="T47" fmla="*/ 246 h 260"/>
                      <a:gd name="T48" fmla="*/ 510 w 510"/>
                      <a:gd name="T49" fmla="*/ 230 h 260"/>
                      <a:gd name="T50" fmla="*/ 501 w 510"/>
                      <a:gd name="T51" fmla="*/ 208 h 260"/>
                      <a:gd name="T52" fmla="*/ 501 w 510"/>
                      <a:gd name="T53" fmla="*/ 206 h 260"/>
                      <a:gd name="T54" fmla="*/ 487 w 510"/>
                      <a:gd name="T55" fmla="*/ 194 h 260"/>
                      <a:gd name="T56" fmla="*/ 448 w 510"/>
                      <a:gd name="T57" fmla="*/ 123 h 260"/>
                      <a:gd name="T58" fmla="*/ 435 w 510"/>
                      <a:gd name="T59" fmla="*/ 128 h 260"/>
                      <a:gd name="T60" fmla="*/ 360 w 510"/>
                      <a:gd name="T61" fmla="*/ 44 h 260"/>
                      <a:gd name="T62" fmla="*/ 247 w 510"/>
                      <a:gd name="T63" fmla="*/ 10 h 260"/>
                      <a:gd name="T64" fmla="*/ 246 w 510"/>
                      <a:gd name="T65" fmla="*/ 11 h 260"/>
                      <a:gd name="T66" fmla="*/ 218 w 510"/>
                      <a:gd name="T67" fmla="*/ 6 h 260"/>
                      <a:gd name="T68" fmla="*/ 187 w 510"/>
                      <a:gd name="T69" fmla="*/ 1 h 260"/>
                      <a:gd name="T70" fmla="*/ 173 w 510"/>
                      <a:gd name="T71" fmla="*/ 2 h 260"/>
                      <a:gd name="T72" fmla="*/ 87 w 510"/>
                      <a:gd name="T73" fmla="*/ 17 h 260"/>
                      <a:gd name="T74" fmla="*/ 74 w 510"/>
                      <a:gd name="T75" fmla="*/ 21 h 260"/>
                      <a:gd name="T76" fmla="*/ 8 w 510"/>
                      <a:gd name="T77" fmla="*/ 50 h 260"/>
                      <a:gd name="T78" fmla="*/ 14 w 510"/>
                      <a:gd name="T79" fmla="*/ 64 h 260"/>
                      <a:gd name="T80" fmla="*/ 2 w 510"/>
                      <a:gd name="T81" fmla="*/ 77 h 260"/>
                      <a:gd name="T82" fmla="*/ 0 w 510"/>
                      <a:gd name="T83" fmla="*/ 80 h 260"/>
                      <a:gd name="T84" fmla="*/ 1 w 510"/>
                      <a:gd name="T85" fmla="*/ 80 h 260"/>
                      <a:gd name="T86" fmla="*/ 3 w 510"/>
                      <a:gd name="T87" fmla="*/ 80 h 260"/>
                      <a:gd name="T88" fmla="*/ 70 w 510"/>
                      <a:gd name="T89" fmla="*/ 45 h 260"/>
                      <a:gd name="T90" fmla="*/ 110 w 510"/>
                      <a:gd name="T91" fmla="*/ 30 h 260"/>
                      <a:gd name="T92" fmla="*/ 158 w 510"/>
                      <a:gd name="T93" fmla="*/ 21 h 260"/>
                      <a:gd name="T94" fmla="*/ 244 w 510"/>
                      <a:gd name="T95" fmla="*/ 24 h 260"/>
                      <a:gd name="T96" fmla="*/ 499 w 510"/>
                      <a:gd name="T97" fmla="*/ 206 h 260"/>
                      <a:gd name="T98" fmla="*/ 499 w 510"/>
                      <a:gd name="T99" fmla="*/ 209 h 260"/>
                      <a:gd name="T100" fmla="*/ 498 w 510"/>
                      <a:gd name="T101" fmla="*/ 207 h 260"/>
                      <a:gd name="T102" fmla="*/ 491 w 510"/>
                      <a:gd name="T103" fmla="*/ 222 h 260"/>
                      <a:gd name="T104" fmla="*/ 490 w 510"/>
                      <a:gd name="T105" fmla="*/ 222 h 260"/>
                      <a:gd name="T106" fmla="*/ 490 w 510"/>
                      <a:gd name="T107" fmla="*/ 218 h 260"/>
                      <a:gd name="T108" fmla="*/ 410 w 510"/>
                      <a:gd name="T109" fmla="*/ 93 h 260"/>
                      <a:gd name="T110" fmla="*/ 409 w 510"/>
                      <a:gd name="T111" fmla="*/ 96 h 2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</a:cxnLst>
                    <a:rect l="0" t="0" r="r" b="b"/>
                    <a:pathLst>
                      <a:path w="510" h="260">
                        <a:moveTo>
                          <a:pt x="244" y="24"/>
                        </a:moveTo>
                        <a:cubicBezTo>
                          <a:pt x="245" y="24"/>
                          <a:pt x="245" y="24"/>
                          <a:pt x="246" y="24"/>
                        </a:cubicBezTo>
                        <a:cubicBezTo>
                          <a:pt x="246" y="25"/>
                          <a:pt x="246" y="25"/>
                          <a:pt x="246" y="25"/>
                        </a:cubicBezTo>
                        <a:cubicBezTo>
                          <a:pt x="247" y="25"/>
                          <a:pt x="247" y="24"/>
                          <a:pt x="247" y="24"/>
                        </a:cubicBezTo>
                        <a:cubicBezTo>
                          <a:pt x="248" y="24"/>
                          <a:pt x="247" y="23"/>
                          <a:pt x="247" y="23"/>
                        </a:cubicBezTo>
                        <a:cubicBezTo>
                          <a:pt x="246" y="22"/>
                          <a:pt x="245" y="22"/>
                          <a:pt x="245" y="22"/>
                        </a:cubicBezTo>
                        <a:cubicBezTo>
                          <a:pt x="246" y="21"/>
                          <a:pt x="246" y="21"/>
                          <a:pt x="246" y="21"/>
                        </a:cubicBezTo>
                        <a:cubicBezTo>
                          <a:pt x="246" y="16"/>
                          <a:pt x="239" y="19"/>
                          <a:pt x="239" y="14"/>
                        </a:cubicBezTo>
                        <a:cubicBezTo>
                          <a:pt x="246" y="14"/>
                          <a:pt x="246" y="14"/>
                          <a:pt x="246" y="14"/>
                        </a:cubicBezTo>
                        <a:cubicBezTo>
                          <a:pt x="245" y="13"/>
                          <a:pt x="245" y="13"/>
                          <a:pt x="245" y="13"/>
                        </a:cubicBezTo>
                        <a:cubicBezTo>
                          <a:pt x="247" y="13"/>
                          <a:pt x="247" y="13"/>
                          <a:pt x="247" y="13"/>
                        </a:cubicBezTo>
                        <a:cubicBezTo>
                          <a:pt x="246" y="14"/>
                          <a:pt x="246" y="14"/>
                          <a:pt x="246" y="14"/>
                        </a:cubicBezTo>
                        <a:cubicBezTo>
                          <a:pt x="249" y="18"/>
                          <a:pt x="254" y="19"/>
                          <a:pt x="254" y="25"/>
                        </a:cubicBezTo>
                        <a:cubicBezTo>
                          <a:pt x="272" y="28"/>
                          <a:pt x="286" y="35"/>
                          <a:pt x="301" y="38"/>
                        </a:cubicBezTo>
                        <a:cubicBezTo>
                          <a:pt x="332" y="46"/>
                          <a:pt x="352" y="62"/>
                          <a:pt x="373" y="77"/>
                        </a:cubicBezTo>
                        <a:cubicBezTo>
                          <a:pt x="377" y="77"/>
                          <a:pt x="379" y="80"/>
                          <a:pt x="383" y="80"/>
                        </a:cubicBezTo>
                        <a:cubicBezTo>
                          <a:pt x="387" y="88"/>
                          <a:pt x="395" y="94"/>
                          <a:pt x="401" y="100"/>
                        </a:cubicBezTo>
                        <a:cubicBezTo>
                          <a:pt x="404" y="100"/>
                          <a:pt x="404" y="99"/>
                          <a:pt x="407" y="99"/>
                        </a:cubicBezTo>
                        <a:cubicBezTo>
                          <a:pt x="407" y="98"/>
                          <a:pt x="407" y="98"/>
                          <a:pt x="407" y="98"/>
                        </a:cubicBezTo>
                        <a:cubicBezTo>
                          <a:pt x="409" y="100"/>
                          <a:pt x="409" y="100"/>
                          <a:pt x="409" y="100"/>
                        </a:cubicBezTo>
                        <a:cubicBezTo>
                          <a:pt x="410" y="100"/>
                          <a:pt x="410" y="100"/>
                          <a:pt x="410" y="100"/>
                        </a:cubicBezTo>
                        <a:cubicBezTo>
                          <a:pt x="410" y="101"/>
                          <a:pt x="410" y="101"/>
                          <a:pt x="410" y="101"/>
                        </a:cubicBezTo>
                        <a:cubicBezTo>
                          <a:pt x="410" y="106"/>
                          <a:pt x="414" y="101"/>
                          <a:pt x="416" y="104"/>
                        </a:cubicBezTo>
                        <a:cubicBezTo>
                          <a:pt x="413" y="116"/>
                          <a:pt x="424" y="125"/>
                          <a:pt x="433" y="130"/>
                        </a:cubicBezTo>
                        <a:cubicBezTo>
                          <a:pt x="435" y="131"/>
                          <a:pt x="435" y="131"/>
                          <a:pt x="435" y="131"/>
                        </a:cubicBezTo>
                        <a:cubicBezTo>
                          <a:pt x="435" y="135"/>
                          <a:pt x="435" y="135"/>
                          <a:pt x="435" y="135"/>
                        </a:cubicBezTo>
                        <a:cubicBezTo>
                          <a:pt x="457" y="158"/>
                          <a:pt x="471" y="188"/>
                          <a:pt x="486" y="217"/>
                        </a:cubicBezTo>
                        <a:cubicBezTo>
                          <a:pt x="487" y="217"/>
                          <a:pt x="487" y="217"/>
                          <a:pt x="487" y="217"/>
                        </a:cubicBezTo>
                        <a:cubicBezTo>
                          <a:pt x="487" y="219"/>
                          <a:pt x="487" y="221"/>
                          <a:pt x="488" y="223"/>
                        </a:cubicBezTo>
                        <a:cubicBezTo>
                          <a:pt x="489" y="224"/>
                          <a:pt x="490" y="225"/>
                          <a:pt x="491" y="225"/>
                        </a:cubicBezTo>
                        <a:cubicBezTo>
                          <a:pt x="490" y="226"/>
                          <a:pt x="490" y="226"/>
                          <a:pt x="490" y="226"/>
                        </a:cubicBezTo>
                        <a:cubicBezTo>
                          <a:pt x="493" y="235"/>
                          <a:pt x="493" y="246"/>
                          <a:pt x="499" y="251"/>
                        </a:cubicBezTo>
                        <a:cubicBezTo>
                          <a:pt x="499" y="254"/>
                          <a:pt x="500" y="256"/>
                          <a:pt x="501" y="259"/>
                        </a:cubicBezTo>
                        <a:cubicBezTo>
                          <a:pt x="501" y="260"/>
                          <a:pt x="501" y="260"/>
                          <a:pt x="501" y="260"/>
                        </a:cubicBezTo>
                        <a:cubicBezTo>
                          <a:pt x="501" y="260"/>
                          <a:pt x="502" y="260"/>
                          <a:pt x="502" y="260"/>
                        </a:cubicBezTo>
                        <a:cubicBezTo>
                          <a:pt x="502" y="260"/>
                          <a:pt x="502" y="260"/>
                          <a:pt x="502" y="260"/>
                        </a:cubicBezTo>
                        <a:cubicBezTo>
                          <a:pt x="503" y="260"/>
                          <a:pt x="503" y="259"/>
                          <a:pt x="503" y="259"/>
                        </a:cubicBezTo>
                        <a:cubicBezTo>
                          <a:pt x="503" y="258"/>
                          <a:pt x="503" y="258"/>
                          <a:pt x="503" y="258"/>
                        </a:cubicBezTo>
                        <a:cubicBezTo>
                          <a:pt x="502" y="255"/>
                          <a:pt x="501" y="253"/>
                          <a:pt x="501" y="250"/>
                        </a:cubicBezTo>
                        <a:cubicBezTo>
                          <a:pt x="502" y="250"/>
                          <a:pt x="502" y="250"/>
                          <a:pt x="502" y="250"/>
                        </a:cubicBezTo>
                        <a:cubicBezTo>
                          <a:pt x="503" y="250"/>
                          <a:pt x="503" y="250"/>
                          <a:pt x="503" y="250"/>
                        </a:cubicBezTo>
                        <a:cubicBezTo>
                          <a:pt x="503" y="249"/>
                          <a:pt x="503" y="249"/>
                          <a:pt x="503" y="249"/>
                        </a:cubicBezTo>
                        <a:cubicBezTo>
                          <a:pt x="504" y="249"/>
                          <a:pt x="505" y="249"/>
                          <a:pt x="505" y="249"/>
                        </a:cubicBezTo>
                        <a:cubicBezTo>
                          <a:pt x="505" y="249"/>
                          <a:pt x="505" y="249"/>
                          <a:pt x="505" y="249"/>
                        </a:cubicBezTo>
                        <a:cubicBezTo>
                          <a:pt x="506" y="249"/>
                          <a:pt x="506" y="249"/>
                          <a:pt x="506" y="248"/>
                        </a:cubicBezTo>
                        <a:cubicBezTo>
                          <a:pt x="507" y="248"/>
                          <a:pt x="506" y="247"/>
                          <a:pt x="506" y="247"/>
                        </a:cubicBezTo>
                        <a:cubicBezTo>
                          <a:pt x="505" y="247"/>
                          <a:pt x="504" y="247"/>
                          <a:pt x="504" y="247"/>
                        </a:cubicBezTo>
                        <a:cubicBezTo>
                          <a:pt x="505" y="246"/>
                          <a:pt x="505" y="246"/>
                          <a:pt x="505" y="246"/>
                        </a:cubicBezTo>
                        <a:cubicBezTo>
                          <a:pt x="502" y="245"/>
                          <a:pt x="502" y="241"/>
                          <a:pt x="502" y="237"/>
                        </a:cubicBezTo>
                        <a:cubicBezTo>
                          <a:pt x="504" y="234"/>
                          <a:pt x="509" y="234"/>
                          <a:pt x="510" y="230"/>
                        </a:cubicBezTo>
                        <a:cubicBezTo>
                          <a:pt x="510" y="220"/>
                          <a:pt x="507" y="213"/>
                          <a:pt x="502" y="207"/>
                        </a:cubicBezTo>
                        <a:cubicBezTo>
                          <a:pt x="501" y="208"/>
                          <a:pt x="501" y="208"/>
                          <a:pt x="501" y="208"/>
                        </a:cubicBezTo>
                        <a:cubicBezTo>
                          <a:pt x="501" y="208"/>
                          <a:pt x="501" y="208"/>
                          <a:pt x="501" y="208"/>
                        </a:cubicBezTo>
                        <a:cubicBezTo>
                          <a:pt x="501" y="207"/>
                          <a:pt x="501" y="207"/>
                          <a:pt x="501" y="206"/>
                        </a:cubicBezTo>
                        <a:cubicBezTo>
                          <a:pt x="502" y="206"/>
                          <a:pt x="502" y="206"/>
                          <a:pt x="502" y="206"/>
                        </a:cubicBezTo>
                        <a:cubicBezTo>
                          <a:pt x="503" y="197"/>
                          <a:pt x="492" y="198"/>
                          <a:pt x="487" y="194"/>
                        </a:cubicBezTo>
                        <a:cubicBezTo>
                          <a:pt x="487" y="189"/>
                          <a:pt x="495" y="194"/>
                          <a:pt x="494" y="189"/>
                        </a:cubicBezTo>
                        <a:cubicBezTo>
                          <a:pt x="481" y="164"/>
                          <a:pt x="469" y="140"/>
                          <a:pt x="448" y="123"/>
                        </a:cubicBezTo>
                        <a:cubicBezTo>
                          <a:pt x="445" y="125"/>
                          <a:pt x="443" y="130"/>
                          <a:pt x="436" y="130"/>
                        </a:cubicBezTo>
                        <a:cubicBezTo>
                          <a:pt x="435" y="128"/>
                          <a:pt x="435" y="128"/>
                          <a:pt x="435" y="128"/>
                        </a:cubicBezTo>
                        <a:cubicBezTo>
                          <a:pt x="439" y="125"/>
                          <a:pt x="443" y="123"/>
                          <a:pt x="448" y="122"/>
                        </a:cubicBezTo>
                        <a:cubicBezTo>
                          <a:pt x="426" y="88"/>
                          <a:pt x="390" y="69"/>
                          <a:pt x="360" y="44"/>
                        </a:cubicBezTo>
                        <a:cubicBezTo>
                          <a:pt x="333" y="35"/>
                          <a:pt x="312" y="20"/>
                          <a:pt x="278" y="18"/>
                        </a:cubicBezTo>
                        <a:cubicBezTo>
                          <a:pt x="272" y="12"/>
                          <a:pt x="260" y="6"/>
                          <a:pt x="247" y="10"/>
                        </a:cubicBezTo>
                        <a:cubicBezTo>
                          <a:pt x="247" y="11"/>
                          <a:pt x="247" y="11"/>
                          <a:pt x="247" y="11"/>
                        </a:cubicBezTo>
                        <a:cubicBezTo>
                          <a:pt x="246" y="11"/>
                          <a:pt x="246" y="11"/>
                          <a:pt x="246" y="11"/>
                        </a:cubicBezTo>
                        <a:cubicBezTo>
                          <a:pt x="247" y="10"/>
                          <a:pt x="247" y="10"/>
                          <a:pt x="247" y="10"/>
                        </a:cubicBezTo>
                        <a:cubicBezTo>
                          <a:pt x="237" y="6"/>
                          <a:pt x="227" y="9"/>
                          <a:pt x="218" y="6"/>
                        </a:cubicBezTo>
                        <a:cubicBezTo>
                          <a:pt x="215" y="5"/>
                          <a:pt x="215" y="3"/>
                          <a:pt x="212" y="2"/>
                        </a:cubicBezTo>
                        <a:cubicBezTo>
                          <a:pt x="205" y="1"/>
                          <a:pt x="196" y="2"/>
                          <a:pt x="187" y="1"/>
                        </a:cubicBezTo>
                        <a:cubicBezTo>
                          <a:pt x="183" y="1"/>
                          <a:pt x="185" y="7"/>
                          <a:pt x="180" y="5"/>
                        </a:cubicBezTo>
                        <a:cubicBezTo>
                          <a:pt x="175" y="7"/>
                          <a:pt x="177" y="1"/>
                          <a:pt x="173" y="2"/>
                        </a:cubicBezTo>
                        <a:cubicBezTo>
                          <a:pt x="148" y="0"/>
                          <a:pt x="131" y="7"/>
                          <a:pt x="109" y="9"/>
                        </a:cubicBezTo>
                        <a:cubicBezTo>
                          <a:pt x="103" y="12"/>
                          <a:pt x="92" y="15"/>
                          <a:pt x="87" y="17"/>
                        </a:cubicBezTo>
                        <a:cubicBezTo>
                          <a:pt x="85" y="18"/>
                          <a:pt x="83" y="16"/>
                          <a:pt x="81" y="17"/>
                        </a:cubicBezTo>
                        <a:cubicBezTo>
                          <a:pt x="78" y="18"/>
                          <a:pt x="77" y="20"/>
                          <a:pt x="74" y="21"/>
                        </a:cubicBezTo>
                        <a:cubicBezTo>
                          <a:pt x="62" y="23"/>
                          <a:pt x="56" y="27"/>
                          <a:pt x="47" y="30"/>
                        </a:cubicBezTo>
                        <a:cubicBezTo>
                          <a:pt x="35" y="36"/>
                          <a:pt x="16" y="44"/>
                          <a:pt x="8" y="50"/>
                        </a:cubicBezTo>
                        <a:cubicBezTo>
                          <a:pt x="7" y="52"/>
                          <a:pt x="4" y="53"/>
                          <a:pt x="5" y="56"/>
                        </a:cubicBezTo>
                        <a:cubicBezTo>
                          <a:pt x="8" y="58"/>
                          <a:pt x="14" y="58"/>
                          <a:pt x="14" y="64"/>
                        </a:cubicBezTo>
                        <a:cubicBezTo>
                          <a:pt x="7" y="63"/>
                          <a:pt x="2" y="68"/>
                          <a:pt x="1" y="76"/>
                        </a:cubicBezTo>
                        <a:cubicBezTo>
                          <a:pt x="2" y="77"/>
                          <a:pt x="2" y="77"/>
                          <a:pt x="2" y="77"/>
                        </a:cubicBezTo>
                        <a:cubicBezTo>
                          <a:pt x="2" y="77"/>
                          <a:pt x="1" y="78"/>
                          <a:pt x="0" y="78"/>
                        </a:cubicBezTo>
                        <a:cubicBezTo>
                          <a:pt x="0" y="79"/>
                          <a:pt x="0" y="79"/>
                          <a:pt x="0" y="80"/>
                        </a:cubicBezTo>
                        <a:cubicBezTo>
                          <a:pt x="0" y="80"/>
                          <a:pt x="0" y="80"/>
                          <a:pt x="1" y="80"/>
                        </a:cubicBezTo>
                        <a:cubicBezTo>
                          <a:pt x="1" y="80"/>
                          <a:pt x="1" y="80"/>
                          <a:pt x="1" y="80"/>
                        </a:cubicBezTo>
                        <a:cubicBezTo>
                          <a:pt x="2" y="80"/>
                          <a:pt x="2" y="79"/>
                          <a:pt x="3" y="79"/>
                        </a:cubicBezTo>
                        <a:cubicBezTo>
                          <a:pt x="3" y="80"/>
                          <a:pt x="3" y="80"/>
                          <a:pt x="3" y="80"/>
                        </a:cubicBezTo>
                        <a:cubicBezTo>
                          <a:pt x="14" y="75"/>
                          <a:pt x="22" y="68"/>
                          <a:pt x="34" y="61"/>
                        </a:cubicBezTo>
                        <a:cubicBezTo>
                          <a:pt x="46" y="54"/>
                          <a:pt x="55" y="46"/>
                          <a:pt x="70" y="45"/>
                        </a:cubicBezTo>
                        <a:cubicBezTo>
                          <a:pt x="74" y="43"/>
                          <a:pt x="75" y="39"/>
                          <a:pt x="78" y="37"/>
                        </a:cubicBezTo>
                        <a:cubicBezTo>
                          <a:pt x="86" y="42"/>
                          <a:pt x="100" y="32"/>
                          <a:pt x="110" y="30"/>
                        </a:cubicBezTo>
                        <a:cubicBezTo>
                          <a:pt x="114" y="27"/>
                          <a:pt x="107" y="22"/>
                          <a:pt x="113" y="21"/>
                        </a:cubicBezTo>
                        <a:cubicBezTo>
                          <a:pt x="123" y="32"/>
                          <a:pt x="146" y="22"/>
                          <a:pt x="158" y="21"/>
                        </a:cubicBezTo>
                        <a:cubicBezTo>
                          <a:pt x="186" y="18"/>
                          <a:pt x="228" y="21"/>
                          <a:pt x="244" y="25"/>
                        </a:cubicBezTo>
                        <a:lnTo>
                          <a:pt x="244" y="24"/>
                        </a:lnTo>
                        <a:close/>
                        <a:moveTo>
                          <a:pt x="498" y="207"/>
                        </a:moveTo>
                        <a:cubicBezTo>
                          <a:pt x="499" y="206"/>
                          <a:pt x="499" y="206"/>
                          <a:pt x="499" y="206"/>
                        </a:cubicBezTo>
                        <a:cubicBezTo>
                          <a:pt x="499" y="207"/>
                          <a:pt x="499" y="208"/>
                          <a:pt x="499" y="209"/>
                        </a:cubicBezTo>
                        <a:cubicBezTo>
                          <a:pt x="499" y="209"/>
                          <a:pt x="499" y="209"/>
                          <a:pt x="499" y="209"/>
                        </a:cubicBezTo>
                        <a:cubicBezTo>
                          <a:pt x="498" y="209"/>
                          <a:pt x="498" y="209"/>
                          <a:pt x="498" y="209"/>
                        </a:cubicBezTo>
                        <a:cubicBezTo>
                          <a:pt x="497" y="216"/>
                          <a:pt x="490" y="206"/>
                          <a:pt x="498" y="207"/>
                        </a:cubicBezTo>
                        <a:moveTo>
                          <a:pt x="495" y="220"/>
                        </a:moveTo>
                        <a:cubicBezTo>
                          <a:pt x="495" y="221"/>
                          <a:pt x="494" y="222"/>
                          <a:pt x="491" y="222"/>
                        </a:cubicBezTo>
                        <a:cubicBezTo>
                          <a:pt x="492" y="223"/>
                          <a:pt x="492" y="223"/>
                          <a:pt x="492" y="223"/>
                        </a:cubicBezTo>
                        <a:cubicBezTo>
                          <a:pt x="491" y="223"/>
                          <a:pt x="490" y="223"/>
                          <a:pt x="490" y="222"/>
                        </a:cubicBezTo>
                        <a:cubicBezTo>
                          <a:pt x="489" y="221"/>
                          <a:pt x="489" y="219"/>
                          <a:pt x="489" y="217"/>
                        </a:cubicBezTo>
                        <a:cubicBezTo>
                          <a:pt x="490" y="218"/>
                          <a:pt x="490" y="218"/>
                          <a:pt x="490" y="218"/>
                        </a:cubicBezTo>
                        <a:cubicBezTo>
                          <a:pt x="493" y="216"/>
                          <a:pt x="494" y="218"/>
                          <a:pt x="495" y="220"/>
                        </a:cubicBezTo>
                        <a:moveTo>
                          <a:pt x="410" y="93"/>
                        </a:moveTo>
                        <a:cubicBezTo>
                          <a:pt x="413" y="91"/>
                          <a:pt x="413" y="99"/>
                          <a:pt x="410" y="97"/>
                        </a:cubicBezTo>
                        <a:cubicBezTo>
                          <a:pt x="409" y="96"/>
                          <a:pt x="409" y="96"/>
                          <a:pt x="409" y="96"/>
                        </a:cubicBezTo>
                        <a:cubicBezTo>
                          <a:pt x="409" y="96"/>
                          <a:pt x="410" y="95"/>
                          <a:pt x="410" y="9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" name="Freeform 97"/>
                  <p:cNvSpPr>
                    <a:spLocks noEditPoints="1"/>
                  </p:cNvSpPr>
                  <p:nvPr/>
                </p:nvSpPr>
                <p:spPr bwMode="auto">
                  <a:xfrm>
                    <a:off x="1058863" y="1658939"/>
                    <a:ext cx="431800" cy="207963"/>
                  </a:xfrm>
                  <a:custGeom>
                    <a:avLst/>
                    <a:gdLst>
                      <a:gd name="T0" fmla="*/ 175 w 186"/>
                      <a:gd name="T1" fmla="*/ 73 h 89"/>
                      <a:gd name="T2" fmla="*/ 165 w 186"/>
                      <a:gd name="T3" fmla="*/ 73 h 89"/>
                      <a:gd name="T4" fmla="*/ 161 w 186"/>
                      <a:gd name="T5" fmla="*/ 71 h 89"/>
                      <a:gd name="T6" fmla="*/ 127 w 186"/>
                      <a:gd name="T7" fmla="*/ 58 h 89"/>
                      <a:gd name="T8" fmla="*/ 116 w 186"/>
                      <a:gd name="T9" fmla="*/ 57 h 89"/>
                      <a:gd name="T10" fmla="*/ 78 w 186"/>
                      <a:gd name="T11" fmla="*/ 46 h 89"/>
                      <a:gd name="T12" fmla="*/ 59 w 186"/>
                      <a:gd name="T13" fmla="*/ 36 h 89"/>
                      <a:gd name="T14" fmla="*/ 7 w 186"/>
                      <a:gd name="T15" fmla="*/ 5 h 89"/>
                      <a:gd name="T16" fmla="*/ 1 w 186"/>
                      <a:gd name="T17" fmla="*/ 1 h 89"/>
                      <a:gd name="T18" fmla="*/ 6 w 186"/>
                      <a:gd name="T19" fmla="*/ 7 h 89"/>
                      <a:gd name="T20" fmla="*/ 2 w 186"/>
                      <a:gd name="T21" fmla="*/ 17 h 89"/>
                      <a:gd name="T22" fmla="*/ 15 w 186"/>
                      <a:gd name="T23" fmla="*/ 28 h 89"/>
                      <a:gd name="T24" fmla="*/ 21 w 186"/>
                      <a:gd name="T25" fmla="*/ 45 h 89"/>
                      <a:gd name="T26" fmla="*/ 59 w 186"/>
                      <a:gd name="T27" fmla="*/ 53 h 89"/>
                      <a:gd name="T28" fmla="*/ 75 w 186"/>
                      <a:gd name="T29" fmla="*/ 59 h 89"/>
                      <a:gd name="T30" fmla="*/ 77 w 186"/>
                      <a:gd name="T31" fmla="*/ 60 h 89"/>
                      <a:gd name="T32" fmla="*/ 83 w 186"/>
                      <a:gd name="T33" fmla="*/ 62 h 89"/>
                      <a:gd name="T34" fmla="*/ 85 w 186"/>
                      <a:gd name="T35" fmla="*/ 68 h 89"/>
                      <a:gd name="T36" fmla="*/ 72 w 186"/>
                      <a:gd name="T37" fmla="*/ 65 h 89"/>
                      <a:gd name="T38" fmla="*/ 72 w 186"/>
                      <a:gd name="T39" fmla="*/ 67 h 89"/>
                      <a:gd name="T40" fmla="*/ 82 w 186"/>
                      <a:gd name="T41" fmla="*/ 71 h 89"/>
                      <a:gd name="T42" fmla="*/ 91 w 186"/>
                      <a:gd name="T43" fmla="*/ 71 h 89"/>
                      <a:gd name="T44" fmla="*/ 96 w 186"/>
                      <a:gd name="T45" fmla="*/ 74 h 89"/>
                      <a:gd name="T46" fmla="*/ 152 w 186"/>
                      <a:gd name="T47" fmla="*/ 87 h 89"/>
                      <a:gd name="T48" fmla="*/ 153 w 186"/>
                      <a:gd name="T49" fmla="*/ 87 h 89"/>
                      <a:gd name="T50" fmla="*/ 155 w 186"/>
                      <a:gd name="T51" fmla="*/ 87 h 89"/>
                      <a:gd name="T52" fmla="*/ 159 w 186"/>
                      <a:gd name="T53" fmla="*/ 83 h 89"/>
                      <a:gd name="T54" fmla="*/ 157 w 186"/>
                      <a:gd name="T55" fmla="*/ 81 h 89"/>
                      <a:gd name="T56" fmla="*/ 153 w 186"/>
                      <a:gd name="T57" fmla="*/ 84 h 89"/>
                      <a:gd name="T58" fmla="*/ 159 w 186"/>
                      <a:gd name="T59" fmla="*/ 72 h 89"/>
                      <a:gd name="T60" fmla="*/ 162 w 186"/>
                      <a:gd name="T61" fmla="*/ 73 h 89"/>
                      <a:gd name="T62" fmla="*/ 163 w 186"/>
                      <a:gd name="T63" fmla="*/ 77 h 89"/>
                      <a:gd name="T64" fmla="*/ 168 w 186"/>
                      <a:gd name="T65" fmla="*/ 78 h 89"/>
                      <a:gd name="T66" fmla="*/ 170 w 186"/>
                      <a:gd name="T67" fmla="*/ 79 h 89"/>
                      <a:gd name="T68" fmla="*/ 171 w 186"/>
                      <a:gd name="T69" fmla="*/ 80 h 89"/>
                      <a:gd name="T70" fmla="*/ 50 w 186"/>
                      <a:gd name="T71" fmla="*/ 48 h 89"/>
                      <a:gd name="T72" fmla="*/ 78 w 186"/>
                      <a:gd name="T73" fmla="*/ 57 h 89"/>
                      <a:gd name="T74" fmla="*/ 75 w 186"/>
                      <a:gd name="T75" fmla="*/ 57 h 89"/>
                      <a:gd name="T76" fmla="*/ 70 w 186"/>
                      <a:gd name="T77" fmla="*/ 55 h 89"/>
                      <a:gd name="T78" fmla="*/ 80 w 186"/>
                      <a:gd name="T79" fmla="*/ 52 h 89"/>
                      <a:gd name="T80" fmla="*/ 78 w 186"/>
                      <a:gd name="T81" fmla="*/ 57 h 89"/>
                      <a:gd name="T82" fmla="*/ 85 w 186"/>
                      <a:gd name="T83" fmla="*/ 63 h 89"/>
                      <a:gd name="T84" fmla="*/ 86 w 186"/>
                      <a:gd name="T85" fmla="*/ 61 h 89"/>
                      <a:gd name="T86" fmla="*/ 95 w 186"/>
                      <a:gd name="T87" fmla="*/ 63 h 89"/>
                      <a:gd name="T88" fmla="*/ 93 w 186"/>
                      <a:gd name="T89" fmla="*/ 69 h 89"/>
                      <a:gd name="T90" fmla="*/ 87 w 186"/>
                      <a:gd name="T91" fmla="*/ 68 h 89"/>
                      <a:gd name="T92" fmla="*/ 96 w 186"/>
                      <a:gd name="T93" fmla="*/ 71 h 89"/>
                      <a:gd name="T94" fmla="*/ 95 w 186"/>
                      <a:gd name="T95" fmla="*/ 71 h 89"/>
                      <a:gd name="T96" fmla="*/ 98 w 186"/>
                      <a:gd name="T97" fmla="*/ 64 h 89"/>
                      <a:gd name="T98" fmla="*/ 104 w 186"/>
                      <a:gd name="T99" fmla="*/ 71 h 89"/>
                      <a:gd name="T100" fmla="*/ 170 w 186"/>
                      <a:gd name="T101" fmla="*/ 77 h 89"/>
                      <a:gd name="T102" fmla="*/ 166 w 186"/>
                      <a:gd name="T103" fmla="*/ 75 h 89"/>
                      <a:gd name="T104" fmla="*/ 166 w 186"/>
                      <a:gd name="T105" fmla="*/ 74 h 89"/>
                      <a:gd name="T106" fmla="*/ 173 w 186"/>
                      <a:gd name="T107" fmla="*/ 73 h 89"/>
                      <a:gd name="T108" fmla="*/ 170 w 186"/>
                      <a:gd name="T109" fmla="*/ 76 h 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186" h="89">
                        <a:moveTo>
                          <a:pt x="175" y="72"/>
                        </a:moveTo>
                        <a:cubicBezTo>
                          <a:pt x="175" y="73"/>
                          <a:pt x="175" y="73"/>
                          <a:pt x="175" y="73"/>
                        </a:cubicBezTo>
                        <a:cubicBezTo>
                          <a:pt x="174" y="71"/>
                          <a:pt x="173" y="70"/>
                          <a:pt x="171" y="70"/>
                        </a:cubicBezTo>
                        <a:cubicBezTo>
                          <a:pt x="169" y="70"/>
                          <a:pt x="166" y="71"/>
                          <a:pt x="165" y="73"/>
                        </a:cubicBezTo>
                        <a:cubicBezTo>
                          <a:pt x="164" y="72"/>
                          <a:pt x="163" y="71"/>
                          <a:pt x="162" y="71"/>
                        </a:cubicBezTo>
                        <a:cubicBezTo>
                          <a:pt x="161" y="71"/>
                          <a:pt x="161" y="71"/>
                          <a:pt x="161" y="71"/>
                        </a:cubicBezTo>
                        <a:cubicBezTo>
                          <a:pt x="161" y="71"/>
                          <a:pt x="161" y="71"/>
                          <a:pt x="161" y="71"/>
                        </a:cubicBezTo>
                        <a:cubicBezTo>
                          <a:pt x="154" y="62"/>
                          <a:pt x="142" y="58"/>
                          <a:pt x="127" y="58"/>
                        </a:cubicBezTo>
                        <a:cubicBezTo>
                          <a:pt x="122" y="60"/>
                          <a:pt x="123" y="65"/>
                          <a:pt x="116" y="64"/>
                        </a:cubicBezTo>
                        <a:cubicBezTo>
                          <a:pt x="115" y="60"/>
                          <a:pt x="118" y="60"/>
                          <a:pt x="116" y="57"/>
                        </a:cubicBezTo>
                        <a:cubicBezTo>
                          <a:pt x="110" y="51"/>
                          <a:pt x="98" y="54"/>
                          <a:pt x="90" y="50"/>
                        </a:cubicBezTo>
                        <a:cubicBezTo>
                          <a:pt x="86" y="49"/>
                          <a:pt x="84" y="41"/>
                          <a:pt x="78" y="46"/>
                        </a:cubicBezTo>
                        <a:cubicBezTo>
                          <a:pt x="75" y="34"/>
                          <a:pt x="63" y="48"/>
                          <a:pt x="57" y="44"/>
                        </a:cubicBezTo>
                        <a:cubicBezTo>
                          <a:pt x="58" y="41"/>
                          <a:pt x="61" y="40"/>
                          <a:pt x="59" y="36"/>
                        </a:cubicBezTo>
                        <a:cubicBezTo>
                          <a:pt x="41" y="27"/>
                          <a:pt x="25" y="16"/>
                          <a:pt x="7" y="6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5" y="5"/>
                          <a:pt x="3" y="3"/>
                          <a:pt x="2" y="1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2" y="4"/>
                          <a:pt x="3" y="6"/>
                          <a:pt x="6" y="7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5" y="11"/>
                          <a:pt x="0" y="11"/>
                          <a:pt x="2" y="17"/>
                        </a:cubicBezTo>
                        <a:cubicBezTo>
                          <a:pt x="5" y="19"/>
                          <a:pt x="7" y="22"/>
                          <a:pt x="11" y="20"/>
                        </a:cubicBezTo>
                        <a:cubicBezTo>
                          <a:pt x="5" y="25"/>
                          <a:pt x="15" y="24"/>
                          <a:pt x="15" y="28"/>
                        </a:cubicBezTo>
                        <a:cubicBezTo>
                          <a:pt x="14" y="30"/>
                          <a:pt x="8" y="28"/>
                          <a:pt x="10" y="33"/>
                        </a:cubicBezTo>
                        <a:cubicBezTo>
                          <a:pt x="14" y="37"/>
                          <a:pt x="23" y="35"/>
                          <a:pt x="21" y="45"/>
                        </a:cubicBezTo>
                        <a:cubicBezTo>
                          <a:pt x="33" y="49"/>
                          <a:pt x="42" y="57"/>
                          <a:pt x="55" y="61"/>
                        </a:cubicBezTo>
                        <a:cubicBezTo>
                          <a:pt x="58" y="59"/>
                          <a:pt x="55" y="53"/>
                          <a:pt x="59" y="53"/>
                        </a:cubicBezTo>
                        <a:cubicBezTo>
                          <a:pt x="65" y="52"/>
                          <a:pt x="65" y="56"/>
                          <a:pt x="69" y="57"/>
                        </a:cubicBezTo>
                        <a:cubicBezTo>
                          <a:pt x="71" y="59"/>
                          <a:pt x="73" y="59"/>
                          <a:pt x="75" y="59"/>
                        </a:cubicBezTo>
                        <a:cubicBezTo>
                          <a:pt x="76" y="59"/>
                          <a:pt x="77" y="60"/>
                          <a:pt x="77" y="60"/>
                        </a:cubicBezTo>
                        <a:cubicBezTo>
                          <a:pt x="77" y="60"/>
                          <a:pt x="77" y="60"/>
                          <a:pt x="77" y="60"/>
                        </a:cubicBezTo>
                        <a:cubicBezTo>
                          <a:pt x="77" y="62"/>
                          <a:pt x="81" y="61"/>
                          <a:pt x="82" y="62"/>
                        </a:cubicBezTo>
                        <a:cubicBezTo>
                          <a:pt x="83" y="62"/>
                          <a:pt x="83" y="62"/>
                          <a:pt x="83" y="62"/>
                        </a:cubicBezTo>
                        <a:cubicBezTo>
                          <a:pt x="83" y="62"/>
                          <a:pt x="83" y="63"/>
                          <a:pt x="83" y="63"/>
                        </a:cubicBezTo>
                        <a:cubicBezTo>
                          <a:pt x="84" y="65"/>
                          <a:pt x="84" y="66"/>
                          <a:pt x="85" y="68"/>
                        </a:cubicBezTo>
                        <a:cubicBezTo>
                          <a:pt x="82" y="70"/>
                          <a:pt x="80" y="68"/>
                          <a:pt x="77" y="67"/>
                        </a:cubicBezTo>
                        <a:cubicBezTo>
                          <a:pt x="75" y="66"/>
                          <a:pt x="74" y="65"/>
                          <a:pt x="72" y="65"/>
                        </a:cubicBezTo>
                        <a:cubicBezTo>
                          <a:pt x="72" y="65"/>
                          <a:pt x="71" y="65"/>
                          <a:pt x="71" y="66"/>
                        </a:cubicBezTo>
                        <a:cubicBezTo>
                          <a:pt x="71" y="66"/>
                          <a:pt x="71" y="67"/>
                          <a:pt x="72" y="67"/>
                        </a:cubicBezTo>
                        <a:cubicBezTo>
                          <a:pt x="73" y="67"/>
                          <a:pt x="74" y="68"/>
                          <a:pt x="76" y="68"/>
                        </a:cubicBezTo>
                        <a:cubicBezTo>
                          <a:pt x="78" y="70"/>
                          <a:pt x="80" y="71"/>
                          <a:pt x="82" y="71"/>
                        </a:cubicBezTo>
                        <a:cubicBezTo>
                          <a:pt x="83" y="71"/>
                          <a:pt x="85" y="70"/>
                          <a:pt x="86" y="69"/>
                        </a:cubicBezTo>
                        <a:cubicBezTo>
                          <a:pt x="87" y="70"/>
                          <a:pt x="89" y="71"/>
                          <a:pt x="91" y="71"/>
                        </a:cubicBezTo>
                        <a:cubicBezTo>
                          <a:pt x="91" y="71"/>
                          <a:pt x="92" y="71"/>
                          <a:pt x="93" y="71"/>
                        </a:cubicBezTo>
                        <a:cubicBezTo>
                          <a:pt x="93" y="72"/>
                          <a:pt x="94" y="73"/>
                          <a:pt x="96" y="74"/>
                        </a:cubicBezTo>
                        <a:cubicBezTo>
                          <a:pt x="94" y="75"/>
                          <a:pt x="94" y="75"/>
                          <a:pt x="94" y="75"/>
                        </a:cubicBezTo>
                        <a:cubicBezTo>
                          <a:pt x="110" y="81"/>
                          <a:pt x="133" y="86"/>
                          <a:pt x="152" y="87"/>
                        </a:cubicBezTo>
                        <a:cubicBezTo>
                          <a:pt x="152" y="87"/>
                          <a:pt x="152" y="87"/>
                          <a:pt x="153" y="87"/>
                        </a:cubicBezTo>
                        <a:cubicBezTo>
                          <a:pt x="153" y="87"/>
                          <a:pt x="153" y="87"/>
                          <a:pt x="153" y="87"/>
                        </a:cubicBezTo>
                        <a:cubicBezTo>
                          <a:pt x="153" y="87"/>
                          <a:pt x="154" y="87"/>
                          <a:pt x="154" y="87"/>
                        </a:cubicBezTo>
                        <a:cubicBezTo>
                          <a:pt x="154" y="87"/>
                          <a:pt x="154" y="87"/>
                          <a:pt x="155" y="87"/>
                        </a:cubicBezTo>
                        <a:cubicBezTo>
                          <a:pt x="154" y="86"/>
                          <a:pt x="154" y="86"/>
                          <a:pt x="154" y="86"/>
                        </a:cubicBezTo>
                        <a:cubicBezTo>
                          <a:pt x="156" y="85"/>
                          <a:pt x="158" y="84"/>
                          <a:pt x="159" y="83"/>
                        </a:cubicBezTo>
                        <a:cubicBezTo>
                          <a:pt x="159" y="82"/>
                          <a:pt x="159" y="82"/>
                          <a:pt x="159" y="81"/>
                        </a:cubicBezTo>
                        <a:cubicBezTo>
                          <a:pt x="158" y="81"/>
                          <a:pt x="158" y="81"/>
                          <a:pt x="157" y="81"/>
                        </a:cubicBezTo>
                        <a:cubicBezTo>
                          <a:pt x="156" y="83"/>
                          <a:pt x="155" y="84"/>
                          <a:pt x="153" y="85"/>
                        </a:cubicBezTo>
                        <a:cubicBezTo>
                          <a:pt x="153" y="84"/>
                          <a:pt x="153" y="84"/>
                          <a:pt x="153" y="84"/>
                        </a:cubicBezTo>
                        <a:cubicBezTo>
                          <a:pt x="154" y="79"/>
                          <a:pt x="156" y="76"/>
                          <a:pt x="159" y="73"/>
                        </a:cubicBezTo>
                        <a:cubicBezTo>
                          <a:pt x="159" y="72"/>
                          <a:pt x="159" y="72"/>
                          <a:pt x="159" y="72"/>
                        </a:cubicBezTo>
                        <a:cubicBezTo>
                          <a:pt x="159" y="72"/>
                          <a:pt x="160" y="72"/>
                          <a:pt x="161" y="73"/>
                        </a:cubicBezTo>
                        <a:cubicBezTo>
                          <a:pt x="161" y="73"/>
                          <a:pt x="162" y="73"/>
                          <a:pt x="162" y="73"/>
                        </a:cubicBezTo>
                        <a:cubicBezTo>
                          <a:pt x="161" y="73"/>
                          <a:pt x="161" y="73"/>
                          <a:pt x="161" y="73"/>
                        </a:cubicBezTo>
                        <a:cubicBezTo>
                          <a:pt x="162" y="75"/>
                          <a:pt x="161" y="77"/>
                          <a:pt x="163" y="77"/>
                        </a:cubicBezTo>
                        <a:cubicBezTo>
                          <a:pt x="164" y="75"/>
                          <a:pt x="164" y="75"/>
                          <a:pt x="164" y="75"/>
                        </a:cubicBezTo>
                        <a:cubicBezTo>
                          <a:pt x="165" y="77"/>
                          <a:pt x="167" y="77"/>
                          <a:pt x="168" y="78"/>
                        </a:cubicBezTo>
                        <a:cubicBezTo>
                          <a:pt x="169" y="78"/>
                          <a:pt x="169" y="79"/>
                          <a:pt x="170" y="79"/>
                        </a:cubicBezTo>
                        <a:cubicBezTo>
                          <a:pt x="170" y="79"/>
                          <a:pt x="170" y="79"/>
                          <a:pt x="170" y="79"/>
                        </a:cubicBezTo>
                        <a:cubicBezTo>
                          <a:pt x="170" y="79"/>
                          <a:pt x="170" y="79"/>
                          <a:pt x="171" y="79"/>
                        </a:cubicBezTo>
                        <a:cubicBezTo>
                          <a:pt x="171" y="80"/>
                          <a:pt x="171" y="80"/>
                          <a:pt x="171" y="80"/>
                        </a:cubicBezTo>
                        <a:cubicBezTo>
                          <a:pt x="176" y="89"/>
                          <a:pt x="186" y="73"/>
                          <a:pt x="175" y="72"/>
                        </a:cubicBezTo>
                        <a:moveTo>
                          <a:pt x="50" y="48"/>
                        </a:moveTo>
                        <a:cubicBezTo>
                          <a:pt x="54" y="43"/>
                          <a:pt x="55" y="52"/>
                          <a:pt x="50" y="48"/>
                        </a:cubicBezTo>
                        <a:moveTo>
                          <a:pt x="78" y="57"/>
                        </a:moveTo>
                        <a:cubicBezTo>
                          <a:pt x="79" y="58"/>
                          <a:pt x="79" y="58"/>
                          <a:pt x="79" y="58"/>
                        </a:cubicBezTo>
                        <a:cubicBezTo>
                          <a:pt x="78" y="58"/>
                          <a:pt x="76" y="58"/>
                          <a:pt x="75" y="57"/>
                        </a:cubicBezTo>
                        <a:cubicBezTo>
                          <a:pt x="73" y="57"/>
                          <a:pt x="71" y="57"/>
                          <a:pt x="70" y="55"/>
                        </a:cubicBezTo>
                        <a:cubicBezTo>
                          <a:pt x="70" y="55"/>
                          <a:pt x="70" y="55"/>
                          <a:pt x="70" y="55"/>
                        </a:cubicBezTo>
                        <a:cubicBezTo>
                          <a:pt x="72" y="54"/>
                          <a:pt x="72" y="54"/>
                          <a:pt x="72" y="54"/>
                        </a:cubicBezTo>
                        <a:cubicBezTo>
                          <a:pt x="72" y="52"/>
                          <a:pt x="79" y="55"/>
                          <a:pt x="80" y="52"/>
                        </a:cubicBezTo>
                        <a:cubicBezTo>
                          <a:pt x="82" y="52"/>
                          <a:pt x="82" y="54"/>
                          <a:pt x="84" y="54"/>
                        </a:cubicBezTo>
                        <a:cubicBezTo>
                          <a:pt x="83" y="57"/>
                          <a:pt x="81" y="57"/>
                          <a:pt x="78" y="57"/>
                        </a:cubicBezTo>
                        <a:moveTo>
                          <a:pt x="87" y="68"/>
                        </a:moveTo>
                        <a:cubicBezTo>
                          <a:pt x="86" y="66"/>
                          <a:pt x="86" y="64"/>
                          <a:pt x="85" y="63"/>
                        </a:cubicBezTo>
                        <a:cubicBezTo>
                          <a:pt x="85" y="62"/>
                          <a:pt x="85" y="61"/>
                          <a:pt x="85" y="61"/>
                        </a:cubicBezTo>
                        <a:cubicBezTo>
                          <a:pt x="86" y="61"/>
                          <a:pt x="86" y="61"/>
                          <a:pt x="86" y="61"/>
                        </a:cubicBezTo>
                        <a:cubicBezTo>
                          <a:pt x="88" y="57"/>
                          <a:pt x="92" y="62"/>
                          <a:pt x="94" y="62"/>
                        </a:cubicBezTo>
                        <a:cubicBezTo>
                          <a:pt x="95" y="63"/>
                          <a:pt x="95" y="63"/>
                          <a:pt x="95" y="63"/>
                        </a:cubicBezTo>
                        <a:cubicBezTo>
                          <a:pt x="95" y="63"/>
                          <a:pt x="95" y="63"/>
                          <a:pt x="95" y="63"/>
                        </a:cubicBezTo>
                        <a:cubicBezTo>
                          <a:pt x="96" y="66"/>
                          <a:pt x="95" y="68"/>
                          <a:pt x="93" y="69"/>
                        </a:cubicBezTo>
                        <a:cubicBezTo>
                          <a:pt x="92" y="69"/>
                          <a:pt x="92" y="69"/>
                          <a:pt x="91" y="69"/>
                        </a:cubicBezTo>
                        <a:cubicBezTo>
                          <a:pt x="90" y="69"/>
                          <a:pt x="88" y="68"/>
                          <a:pt x="87" y="68"/>
                        </a:cubicBezTo>
                        <a:moveTo>
                          <a:pt x="104" y="71"/>
                        </a:moveTo>
                        <a:cubicBezTo>
                          <a:pt x="101" y="73"/>
                          <a:pt x="100" y="69"/>
                          <a:pt x="96" y="71"/>
                        </a:cubicBezTo>
                        <a:cubicBezTo>
                          <a:pt x="96" y="72"/>
                          <a:pt x="96" y="72"/>
                          <a:pt x="96" y="72"/>
                        </a:cubicBezTo>
                        <a:cubicBezTo>
                          <a:pt x="95" y="71"/>
                          <a:pt x="95" y="71"/>
                          <a:pt x="95" y="71"/>
                        </a:cubicBezTo>
                        <a:cubicBezTo>
                          <a:pt x="96" y="69"/>
                          <a:pt x="98" y="66"/>
                          <a:pt x="97" y="63"/>
                        </a:cubicBezTo>
                        <a:cubicBezTo>
                          <a:pt x="98" y="64"/>
                          <a:pt x="98" y="64"/>
                          <a:pt x="98" y="64"/>
                        </a:cubicBezTo>
                        <a:cubicBezTo>
                          <a:pt x="100" y="60"/>
                          <a:pt x="104" y="59"/>
                          <a:pt x="108" y="58"/>
                        </a:cubicBezTo>
                        <a:cubicBezTo>
                          <a:pt x="108" y="64"/>
                          <a:pt x="100" y="65"/>
                          <a:pt x="104" y="71"/>
                        </a:cubicBezTo>
                        <a:moveTo>
                          <a:pt x="170" y="76"/>
                        </a:moveTo>
                        <a:cubicBezTo>
                          <a:pt x="170" y="77"/>
                          <a:pt x="170" y="77"/>
                          <a:pt x="170" y="77"/>
                        </a:cubicBezTo>
                        <a:cubicBezTo>
                          <a:pt x="170" y="76"/>
                          <a:pt x="169" y="76"/>
                          <a:pt x="169" y="76"/>
                        </a:cubicBezTo>
                        <a:cubicBezTo>
                          <a:pt x="168" y="76"/>
                          <a:pt x="167" y="75"/>
                          <a:pt x="166" y="75"/>
                        </a:cubicBezTo>
                        <a:cubicBezTo>
                          <a:pt x="168" y="75"/>
                          <a:pt x="168" y="75"/>
                          <a:pt x="168" y="75"/>
                        </a:cubicBezTo>
                        <a:cubicBezTo>
                          <a:pt x="166" y="74"/>
                          <a:pt x="166" y="74"/>
                          <a:pt x="166" y="74"/>
                        </a:cubicBezTo>
                        <a:cubicBezTo>
                          <a:pt x="167" y="73"/>
                          <a:pt x="169" y="72"/>
                          <a:pt x="171" y="72"/>
                        </a:cubicBezTo>
                        <a:cubicBezTo>
                          <a:pt x="172" y="72"/>
                          <a:pt x="172" y="73"/>
                          <a:pt x="173" y="73"/>
                        </a:cubicBezTo>
                        <a:cubicBezTo>
                          <a:pt x="172" y="73"/>
                          <a:pt x="172" y="73"/>
                          <a:pt x="172" y="73"/>
                        </a:cubicBezTo>
                        <a:cubicBezTo>
                          <a:pt x="172" y="75"/>
                          <a:pt x="171" y="75"/>
                          <a:pt x="170" y="7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Freeform 98"/>
                  <p:cNvSpPr>
                    <a:spLocks noEditPoints="1"/>
                  </p:cNvSpPr>
                  <p:nvPr/>
                </p:nvSpPr>
                <p:spPr bwMode="auto">
                  <a:xfrm>
                    <a:off x="2074863" y="1266827"/>
                    <a:ext cx="185738" cy="301625"/>
                  </a:xfrm>
                  <a:custGeom>
                    <a:avLst/>
                    <a:gdLst>
                      <a:gd name="T0" fmla="*/ 74 w 80"/>
                      <a:gd name="T1" fmla="*/ 29 h 130"/>
                      <a:gd name="T2" fmla="*/ 73 w 80"/>
                      <a:gd name="T3" fmla="*/ 28 h 130"/>
                      <a:gd name="T4" fmla="*/ 73 w 80"/>
                      <a:gd name="T5" fmla="*/ 28 h 130"/>
                      <a:gd name="T6" fmla="*/ 73 w 80"/>
                      <a:gd name="T7" fmla="*/ 27 h 130"/>
                      <a:gd name="T8" fmla="*/ 74 w 80"/>
                      <a:gd name="T9" fmla="*/ 26 h 130"/>
                      <a:gd name="T10" fmla="*/ 74 w 80"/>
                      <a:gd name="T11" fmla="*/ 26 h 130"/>
                      <a:gd name="T12" fmla="*/ 72 w 80"/>
                      <a:gd name="T13" fmla="*/ 19 h 130"/>
                      <a:gd name="T14" fmla="*/ 71 w 80"/>
                      <a:gd name="T15" fmla="*/ 18 h 130"/>
                      <a:gd name="T16" fmla="*/ 71 w 80"/>
                      <a:gd name="T17" fmla="*/ 18 h 130"/>
                      <a:gd name="T18" fmla="*/ 71 w 80"/>
                      <a:gd name="T19" fmla="*/ 2 h 130"/>
                      <a:gd name="T20" fmla="*/ 66 w 80"/>
                      <a:gd name="T21" fmla="*/ 1 h 130"/>
                      <a:gd name="T22" fmla="*/ 66 w 80"/>
                      <a:gd name="T23" fmla="*/ 9 h 130"/>
                      <a:gd name="T24" fmla="*/ 59 w 80"/>
                      <a:gd name="T25" fmla="*/ 10 h 130"/>
                      <a:gd name="T26" fmla="*/ 51 w 80"/>
                      <a:gd name="T27" fmla="*/ 38 h 130"/>
                      <a:gd name="T28" fmla="*/ 47 w 80"/>
                      <a:gd name="T29" fmla="*/ 46 h 130"/>
                      <a:gd name="T30" fmla="*/ 43 w 80"/>
                      <a:gd name="T31" fmla="*/ 50 h 130"/>
                      <a:gd name="T32" fmla="*/ 30 w 80"/>
                      <a:gd name="T33" fmla="*/ 80 h 130"/>
                      <a:gd name="T34" fmla="*/ 17 w 80"/>
                      <a:gd name="T35" fmla="*/ 95 h 130"/>
                      <a:gd name="T36" fmla="*/ 19 w 80"/>
                      <a:gd name="T37" fmla="*/ 100 h 130"/>
                      <a:gd name="T38" fmla="*/ 0 w 80"/>
                      <a:gd name="T39" fmla="*/ 117 h 130"/>
                      <a:gd name="T40" fmla="*/ 16 w 80"/>
                      <a:gd name="T41" fmla="*/ 124 h 130"/>
                      <a:gd name="T42" fmla="*/ 12 w 80"/>
                      <a:gd name="T43" fmla="*/ 117 h 130"/>
                      <a:gd name="T44" fmla="*/ 27 w 80"/>
                      <a:gd name="T45" fmla="*/ 120 h 130"/>
                      <a:gd name="T46" fmla="*/ 39 w 80"/>
                      <a:gd name="T47" fmla="*/ 116 h 130"/>
                      <a:gd name="T48" fmla="*/ 72 w 80"/>
                      <a:gd name="T49" fmla="*/ 52 h 130"/>
                      <a:gd name="T50" fmla="*/ 79 w 80"/>
                      <a:gd name="T51" fmla="*/ 45 h 130"/>
                      <a:gd name="T52" fmla="*/ 79 w 80"/>
                      <a:gd name="T53" fmla="*/ 37 h 130"/>
                      <a:gd name="T54" fmla="*/ 74 w 80"/>
                      <a:gd name="T55" fmla="*/ 29 h 130"/>
                      <a:gd name="T56" fmla="*/ 59 w 80"/>
                      <a:gd name="T57" fmla="*/ 56 h 130"/>
                      <a:gd name="T58" fmla="*/ 63 w 80"/>
                      <a:gd name="T59" fmla="*/ 45 h 130"/>
                      <a:gd name="T60" fmla="*/ 67 w 80"/>
                      <a:gd name="T61" fmla="*/ 45 h 130"/>
                      <a:gd name="T62" fmla="*/ 59 w 80"/>
                      <a:gd name="T63" fmla="*/ 56 h 130"/>
                      <a:gd name="T64" fmla="*/ 67 w 80"/>
                      <a:gd name="T65" fmla="*/ 27 h 130"/>
                      <a:gd name="T66" fmla="*/ 64 w 80"/>
                      <a:gd name="T67" fmla="*/ 18 h 130"/>
                      <a:gd name="T68" fmla="*/ 69 w 80"/>
                      <a:gd name="T69" fmla="*/ 19 h 130"/>
                      <a:gd name="T70" fmla="*/ 70 w 80"/>
                      <a:gd name="T71" fmla="*/ 21 h 130"/>
                      <a:gd name="T72" fmla="*/ 70 w 80"/>
                      <a:gd name="T73" fmla="*/ 21 h 130"/>
                      <a:gd name="T74" fmla="*/ 71 w 80"/>
                      <a:gd name="T75" fmla="*/ 23 h 130"/>
                      <a:gd name="T76" fmla="*/ 72 w 80"/>
                      <a:gd name="T77" fmla="*/ 24 h 130"/>
                      <a:gd name="T78" fmla="*/ 71 w 80"/>
                      <a:gd name="T79" fmla="*/ 27 h 130"/>
                      <a:gd name="T80" fmla="*/ 71 w 80"/>
                      <a:gd name="T81" fmla="*/ 26 h 130"/>
                      <a:gd name="T82" fmla="*/ 67 w 80"/>
                      <a:gd name="T83" fmla="*/ 27 h 1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80" h="130">
                        <a:moveTo>
                          <a:pt x="74" y="29"/>
                        </a:moveTo>
                        <a:cubicBezTo>
                          <a:pt x="73" y="28"/>
                          <a:pt x="73" y="28"/>
                          <a:pt x="73" y="28"/>
                        </a:cubicBezTo>
                        <a:cubicBezTo>
                          <a:pt x="73" y="28"/>
                          <a:pt x="73" y="28"/>
                          <a:pt x="73" y="28"/>
                        </a:cubicBezTo>
                        <a:cubicBezTo>
                          <a:pt x="73" y="27"/>
                          <a:pt x="73" y="27"/>
                          <a:pt x="73" y="27"/>
                        </a:cubicBezTo>
                        <a:cubicBezTo>
                          <a:pt x="73" y="27"/>
                          <a:pt x="73" y="26"/>
                          <a:pt x="74" y="26"/>
                        </a:cubicBezTo>
                        <a:cubicBezTo>
                          <a:pt x="74" y="26"/>
                          <a:pt x="74" y="26"/>
                          <a:pt x="74" y="26"/>
                        </a:cubicBezTo>
                        <a:cubicBezTo>
                          <a:pt x="77" y="25"/>
                          <a:pt x="75" y="18"/>
                          <a:pt x="72" y="19"/>
                        </a:cubicBezTo>
                        <a:cubicBezTo>
                          <a:pt x="71" y="19"/>
                          <a:pt x="71" y="18"/>
                          <a:pt x="71" y="18"/>
                        </a:cubicBezTo>
                        <a:cubicBezTo>
                          <a:pt x="71" y="18"/>
                          <a:pt x="71" y="18"/>
                          <a:pt x="71" y="18"/>
                        </a:cubicBezTo>
                        <a:cubicBezTo>
                          <a:pt x="77" y="14"/>
                          <a:pt x="69" y="11"/>
                          <a:pt x="71" y="2"/>
                        </a:cubicBezTo>
                        <a:cubicBezTo>
                          <a:pt x="69" y="2"/>
                          <a:pt x="68" y="0"/>
                          <a:pt x="66" y="1"/>
                        </a:cubicBezTo>
                        <a:cubicBezTo>
                          <a:pt x="63" y="3"/>
                          <a:pt x="67" y="4"/>
                          <a:pt x="66" y="9"/>
                        </a:cubicBezTo>
                        <a:cubicBezTo>
                          <a:pt x="63" y="8"/>
                          <a:pt x="61" y="9"/>
                          <a:pt x="59" y="10"/>
                        </a:cubicBezTo>
                        <a:cubicBezTo>
                          <a:pt x="59" y="22"/>
                          <a:pt x="51" y="26"/>
                          <a:pt x="51" y="38"/>
                        </a:cubicBezTo>
                        <a:cubicBezTo>
                          <a:pt x="46" y="39"/>
                          <a:pt x="48" y="43"/>
                          <a:pt x="47" y="46"/>
                        </a:cubicBezTo>
                        <a:cubicBezTo>
                          <a:pt x="46" y="48"/>
                          <a:pt x="44" y="49"/>
                          <a:pt x="43" y="50"/>
                        </a:cubicBezTo>
                        <a:cubicBezTo>
                          <a:pt x="38" y="63"/>
                          <a:pt x="35" y="71"/>
                          <a:pt x="30" y="80"/>
                        </a:cubicBezTo>
                        <a:cubicBezTo>
                          <a:pt x="25" y="86"/>
                          <a:pt x="22" y="90"/>
                          <a:pt x="17" y="95"/>
                        </a:cubicBezTo>
                        <a:cubicBezTo>
                          <a:pt x="17" y="97"/>
                          <a:pt x="18" y="99"/>
                          <a:pt x="19" y="100"/>
                        </a:cubicBezTo>
                        <a:cubicBezTo>
                          <a:pt x="11" y="104"/>
                          <a:pt x="7" y="113"/>
                          <a:pt x="0" y="117"/>
                        </a:cubicBezTo>
                        <a:cubicBezTo>
                          <a:pt x="2" y="123"/>
                          <a:pt x="9" y="130"/>
                          <a:pt x="16" y="124"/>
                        </a:cubicBezTo>
                        <a:cubicBezTo>
                          <a:pt x="17" y="120"/>
                          <a:pt x="11" y="122"/>
                          <a:pt x="12" y="117"/>
                        </a:cubicBezTo>
                        <a:cubicBezTo>
                          <a:pt x="18" y="117"/>
                          <a:pt x="25" y="117"/>
                          <a:pt x="27" y="120"/>
                        </a:cubicBezTo>
                        <a:cubicBezTo>
                          <a:pt x="30" y="117"/>
                          <a:pt x="34" y="111"/>
                          <a:pt x="39" y="116"/>
                        </a:cubicBezTo>
                        <a:cubicBezTo>
                          <a:pt x="50" y="94"/>
                          <a:pt x="68" y="77"/>
                          <a:pt x="72" y="52"/>
                        </a:cubicBezTo>
                        <a:cubicBezTo>
                          <a:pt x="76" y="51"/>
                          <a:pt x="78" y="48"/>
                          <a:pt x="79" y="45"/>
                        </a:cubicBezTo>
                        <a:cubicBezTo>
                          <a:pt x="71" y="43"/>
                          <a:pt x="80" y="39"/>
                          <a:pt x="79" y="37"/>
                        </a:cubicBezTo>
                        <a:cubicBezTo>
                          <a:pt x="79" y="34"/>
                          <a:pt x="74" y="33"/>
                          <a:pt x="74" y="29"/>
                        </a:cubicBezTo>
                        <a:moveTo>
                          <a:pt x="59" y="56"/>
                        </a:moveTo>
                        <a:cubicBezTo>
                          <a:pt x="58" y="50"/>
                          <a:pt x="65" y="52"/>
                          <a:pt x="63" y="45"/>
                        </a:cubicBezTo>
                        <a:cubicBezTo>
                          <a:pt x="67" y="45"/>
                          <a:pt x="67" y="45"/>
                          <a:pt x="67" y="45"/>
                        </a:cubicBezTo>
                        <a:cubicBezTo>
                          <a:pt x="67" y="51"/>
                          <a:pt x="67" y="57"/>
                          <a:pt x="59" y="56"/>
                        </a:cubicBezTo>
                        <a:moveTo>
                          <a:pt x="67" y="27"/>
                        </a:moveTo>
                        <a:cubicBezTo>
                          <a:pt x="68" y="23"/>
                          <a:pt x="64" y="22"/>
                          <a:pt x="64" y="18"/>
                        </a:cubicBezTo>
                        <a:cubicBezTo>
                          <a:pt x="67" y="18"/>
                          <a:pt x="67" y="19"/>
                          <a:pt x="69" y="19"/>
                        </a:cubicBezTo>
                        <a:cubicBezTo>
                          <a:pt x="70" y="20"/>
                          <a:pt x="70" y="20"/>
                          <a:pt x="70" y="21"/>
                        </a:cubicBezTo>
                        <a:cubicBezTo>
                          <a:pt x="70" y="21"/>
                          <a:pt x="70" y="21"/>
                          <a:pt x="70" y="21"/>
                        </a:cubicBezTo>
                        <a:cubicBezTo>
                          <a:pt x="70" y="22"/>
                          <a:pt x="70" y="23"/>
                          <a:pt x="71" y="23"/>
                        </a:cubicBezTo>
                        <a:cubicBezTo>
                          <a:pt x="72" y="24"/>
                          <a:pt x="72" y="24"/>
                          <a:pt x="72" y="24"/>
                        </a:cubicBezTo>
                        <a:cubicBezTo>
                          <a:pt x="72" y="25"/>
                          <a:pt x="72" y="26"/>
                          <a:pt x="71" y="27"/>
                        </a:cubicBezTo>
                        <a:cubicBezTo>
                          <a:pt x="71" y="26"/>
                          <a:pt x="71" y="26"/>
                          <a:pt x="71" y="26"/>
                        </a:cubicBezTo>
                        <a:cubicBezTo>
                          <a:pt x="69" y="26"/>
                          <a:pt x="69" y="28"/>
                          <a:pt x="67" y="2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Freeform 99"/>
                  <p:cNvSpPr>
                    <a:spLocks/>
                  </p:cNvSpPr>
                  <p:nvPr/>
                </p:nvSpPr>
                <p:spPr bwMode="auto">
                  <a:xfrm>
                    <a:off x="1474788" y="198439"/>
                    <a:ext cx="463550" cy="123825"/>
                  </a:xfrm>
                  <a:custGeom>
                    <a:avLst/>
                    <a:gdLst>
                      <a:gd name="T0" fmla="*/ 1 w 200"/>
                      <a:gd name="T1" fmla="*/ 3 h 53"/>
                      <a:gd name="T2" fmla="*/ 81 w 200"/>
                      <a:gd name="T3" fmla="*/ 10 h 53"/>
                      <a:gd name="T4" fmla="*/ 80 w 200"/>
                      <a:gd name="T5" fmla="*/ 11 h 53"/>
                      <a:gd name="T6" fmla="*/ 118 w 200"/>
                      <a:gd name="T7" fmla="*/ 20 h 53"/>
                      <a:gd name="T8" fmla="*/ 137 w 200"/>
                      <a:gd name="T9" fmla="*/ 27 h 53"/>
                      <a:gd name="T10" fmla="*/ 137 w 200"/>
                      <a:gd name="T11" fmla="*/ 26 h 53"/>
                      <a:gd name="T12" fmla="*/ 164 w 200"/>
                      <a:gd name="T13" fmla="*/ 37 h 53"/>
                      <a:gd name="T14" fmla="*/ 199 w 200"/>
                      <a:gd name="T15" fmla="*/ 53 h 53"/>
                      <a:gd name="T16" fmla="*/ 199 w 200"/>
                      <a:gd name="T17" fmla="*/ 53 h 53"/>
                      <a:gd name="T18" fmla="*/ 200 w 200"/>
                      <a:gd name="T19" fmla="*/ 53 h 53"/>
                      <a:gd name="T20" fmla="*/ 200 w 200"/>
                      <a:gd name="T21" fmla="*/ 51 h 53"/>
                      <a:gd name="T22" fmla="*/ 165 w 200"/>
                      <a:gd name="T23" fmla="*/ 35 h 53"/>
                      <a:gd name="T24" fmla="*/ 137 w 200"/>
                      <a:gd name="T25" fmla="*/ 24 h 53"/>
                      <a:gd name="T26" fmla="*/ 138 w 200"/>
                      <a:gd name="T27" fmla="*/ 23 h 53"/>
                      <a:gd name="T28" fmla="*/ 82 w 200"/>
                      <a:gd name="T29" fmla="*/ 7 h 53"/>
                      <a:gd name="T30" fmla="*/ 82 w 200"/>
                      <a:gd name="T31" fmla="*/ 8 h 53"/>
                      <a:gd name="T32" fmla="*/ 1 w 200"/>
                      <a:gd name="T33" fmla="*/ 1 h 53"/>
                      <a:gd name="T34" fmla="*/ 0 w 200"/>
                      <a:gd name="T35" fmla="*/ 2 h 53"/>
                      <a:gd name="T36" fmla="*/ 1 w 200"/>
                      <a:gd name="T37" fmla="*/ 3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00" h="53">
                        <a:moveTo>
                          <a:pt x="1" y="3"/>
                        </a:moveTo>
                        <a:cubicBezTo>
                          <a:pt x="24" y="3"/>
                          <a:pt x="49" y="5"/>
                          <a:pt x="81" y="10"/>
                        </a:cubicBezTo>
                        <a:cubicBezTo>
                          <a:pt x="80" y="11"/>
                          <a:pt x="80" y="11"/>
                          <a:pt x="80" y="11"/>
                        </a:cubicBezTo>
                        <a:cubicBezTo>
                          <a:pt x="88" y="19"/>
                          <a:pt x="103" y="20"/>
                          <a:pt x="118" y="20"/>
                        </a:cubicBezTo>
                        <a:cubicBezTo>
                          <a:pt x="124" y="23"/>
                          <a:pt x="128" y="28"/>
                          <a:pt x="137" y="27"/>
                        </a:cubicBezTo>
                        <a:cubicBezTo>
                          <a:pt x="137" y="26"/>
                          <a:pt x="137" y="26"/>
                          <a:pt x="137" y="26"/>
                        </a:cubicBezTo>
                        <a:cubicBezTo>
                          <a:pt x="145" y="31"/>
                          <a:pt x="155" y="34"/>
                          <a:pt x="164" y="37"/>
                        </a:cubicBezTo>
                        <a:cubicBezTo>
                          <a:pt x="177" y="41"/>
                          <a:pt x="188" y="44"/>
                          <a:pt x="199" y="53"/>
                        </a:cubicBezTo>
                        <a:cubicBezTo>
                          <a:pt x="199" y="53"/>
                          <a:pt x="199" y="53"/>
                          <a:pt x="199" y="53"/>
                        </a:cubicBezTo>
                        <a:cubicBezTo>
                          <a:pt x="200" y="53"/>
                          <a:pt x="200" y="53"/>
                          <a:pt x="200" y="53"/>
                        </a:cubicBezTo>
                        <a:cubicBezTo>
                          <a:pt x="200" y="52"/>
                          <a:pt x="200" y="51"/>
                          <a:pt x="200" y="51"/>
                        </a:cubicBezTo>
                        <a:cubicBezTo>
                          <a:pt x="189" y="43"/>
                          <a:pt x="177" y="39"/>
                          <a:pt x="165" y="35"/>
                        </a:cubicBezTo>
                        <a:cubicBezTo>
                          <a:pt x="155" y="32"/>
                          <a:pt x="146" y="29"/>
                          <a:pt x="137" y="24"/>
                        </a:cubicBezTo>
                        <a:cubicBezTo>
                          <a:pt x="138" y="23"/>
                          <a:pt x="138" y="23"/>
                          <a:pt x="138" y="23"/>
                        </a:cubicBezTo>
                        <a:cubicBezTo>
                          <a:pt x="123" y="14"/>
                          <a:pt x="102" y="11"/>
                          <a:pt x="82" y="7"/>
                        </a:cubicBezTo>
                        <a:cubicBezTo>
                          <a:pt x="82" y="8"/>
                          <a:pt x="82" y="8"/>
                          <a:pt x="82" y="8"/>
                        </a:cubicBezTo>
                        <a:cubicBezTo>
                          <a:pt x="50" y="3"/>
                          <a:pt x="25" y="0"/>
                          <a:pt x="1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Freeform 100"/>
                  <p:cNvSpPr>
                    <a:spLocks/>
                  </p:cNvSpPr>
                  <p:nvPr/>
                </p:nvSpPr>
                <p:spPr bwMode="auto">
                  <a:xfrm>
                    <a:off x="1433513" y="211139"/>
                    <a:ext cx="11113" cy="4763"/>
                  </a:xfrm>
                  <a:custGeom>
                    <a:avLst/>
                    <a:gdLst>
                      <a:gd name="T0" fmla="*/ 1 w 5"/>
                      <a:gd name="T1" fmla="*/ 2 h 2"/>
                      <a:gd name="T2" fmla="*/ 4 w 5"/>
                      <a:gd name="T3" fmla="*/ 2 h 2"/>
                      <a:gd name="T4" fmla="*/ 5 w 5"/>
                      <a:gd name="T5" fmla="*/ 1 h 2"/>
                      <a:gd name="T6" fmla="*/ 4 w 5"/>
                      <a:gd name="T7" fmla="*/ 0 h 2"/>
                      <a:gd name="T8" fmla="*/ 1 w 5"/>
                      <a:gd name="T9" fmla="*/ 0 h 2"/>
                      <a:gd name="T10" fmla="*/ 0 w 5"/>
                      <a:gd name="T11" fmla="*/ 1 h 2"/>
                      <a:gd name="T12" fmla="*/ 1 w 5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2">
                        <a:moveTo>
                          <a:pt x="1" y="2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5" y="1"/>
                          <a:pt x="5" y="1"/>
                        </a:cubicBezTo>
                        <a:cubicBezTo>
                          <a:pt x="5" y="0"/>
                          <a:pt x="4" y="0"/>
                          <a:pt x="4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" name="Freeform 101"/>
                  <p:cNvSpPr>
                    <a:spLocks/>
                  </p:cNvSpPr>
                  <p:nvPr/>
                </p:nvSpPr>
                <p:spPr bwMode="auto">
                  <a:xfrm>
                    <a:off x="1343026" y="220664"/>
                    <a:ext cx="20638" cy="3175"/>
                  </a:xfrm>
                  <a:custGeom>
                    <a:avLst/>
                    <a:gdLst>
                      <a:gd name="T0" fmla="*/ 1 w 9"/>
                      <a:gd name="T1" fmla="*/ 2 h 2"/>
                      <a:gd name="T2" fmla="*/ 8 w 9"/>
                      <a:gd name="T3" fmla="*/ 2 h 2"/>
                      <a:gd name="T4" fmla="*/ 9 w 9"/>
                      <a:gd name="T5" fmla="*/ 1 h 2"/>
                      <a:gd name="T6" fmla="*/ 8 w 9"/>
                      <a:gd name="T7" fmla="*/ 0 h 2"/>
                      <a:gd name="T8" fmla="*/ 1 w 9"/>
                      <a:gd name="T9" fmla="*/ 0 h 2"/>
                      <a:gd name="T10" fmla="*/ 0 w 9"/>
                      <a:gd name="T11" fmla="*/ 1 h 2"/>
                      <a:gd name="T12" fmla="*/ 1 w 9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" h="2">
                        <a:moveTo>
                          <a:pt x="1" y="2"/>
                        </a:move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2"/>
                          <a:pt x="9" y="1"/>
                          <a:pt x="9" y="1"/>
                        </a:cubicBezTo>
                        <a:cubicBezTo>
                          <a:pt x="9" y="0"/>
                          <a:pt x="9" y="0"/>
                          <a:pt x="8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" name="Freeform 102"/>
                  <p:cNvSpPr>
                    <a:spLocks/>
                  </p:cNvSpPr>
                  <p:nvPr/>
                </p:nvSpPr>
                <p:spPr bwMode="auto">
                  <a:xfrm>
                    <a:off x="1957388" y="327027"/>
                    <a:ext cx="61913" cy="44450"/>
                  </a:xfrm>
                  <a:custGeom>
                    <a:avLst/>
                    <a:gdLst>
                      <a:gd name="T0" fmla="*/ 13 w 27"/>
                      <a:gd name="T1" fmla="*/ 11 h 19"/>
                      <a:gd name="T2" fmla="*/ 26 w 27"/>
                      <a:gd name="T3" fmla="*/ 19 h 19"/>
                      <a:gd name="T4" fmla="*/ 26 w 27"/>
                      <a:gd name="T5" fmla="*/ 19 h 19"/>
                      <a:gd name="T6" fmla="*/ 27 w 27"/>
                      <a:gd name="T7" fmla="*/ 19 h 19"/>
                      <a:gd name="T8" fmla="*/ 27 w 27"/>
                      <a:gd name="T9" fmla="*/ 18 h 19"/>
                      <a:gd name="T10" fmla="*/ 14 w 27"/>
                      <a:gd name="T11" fmla="*/ 9 h 19"/>
                      <a:gd name="T12" fmla="*/ 1 w 27"/>
                      <a:gd name="T13" fmla="*/ 0 h 19"/>
                      <a:gd name="T14" fmla="*/ 0 w 27"/>
                      <a:gd name="T15" fmla="*/ 0 h 19"/>
                      <a:gd name="T16" fmla="*/ 0 w 27"/>
                      <a:gd name="T17" fmla="*/ 2 h 19"/>
                      <a:gd name="T18" fmla="*/ 13 w 27"/>
                      <a:gd name="T19" fmla="*/ 11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7" h="19">
                        <a:moveTo>
                          <a:pt x="13" y="11"/>
                        </a:moveTo>
                        <a:cubicBezTo>
                          <a:pt x="17" y="13"/>
                          <a:pt x="22" y="16"/>
                          <a:pt x="26" y="19"/>
                        </a:cubicBezTo>
                        <a:cubicBezTo>
                          <a:pt x="26" y="19"/>
                          <a:pt x="26" y="19"/>
                          <a:pt x="26" y="19"/>
                        </a:cubicBezTo>
                        <a:cubicBezTo>
                          <a:pt x="26" y="19"/>
                          <a:pt x="27" y="19"/>
                          <a:pt x="27" y="19"/>
                        </a:cubicBezTo>
                        <a:cubicBezTo>
                          <a:pt x="27" y="19"/>
                          <a:pt x="27" y="18"/>
                          <a:pt x="27" y="18"/>
                        </a:cubicBezTo>
                        <a:cubicBezTo>
                          <a:pt x="23" y="14"/>
                          <a:pt x="18" y="12"/>
                          <a:pt x="14" y="9"/>
                        </a:cubicBezTo>
                        <a:cubicBezTo>
                          <a:pt x="10" y="6"/>
                          <a:pt x="5" y="3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4" y="5"/>
                          <a:pt x="9" y="8"/>
                          <a:pt x="13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" name="Freeform 103"/>
                  <p:cNvSpPr>
                    <a:spLocks/>
                  </p:cNvSpPr>
                  <p:nvPr/>
                </p:nvSpPr>
                <p:spPr bwMode="auto">
                  <a:xfrm>
                    <a:off x="2039938" y="384177"/>
                    <a:ext cx="225425" cy="254000"/>
                  </a:xfrm>
                  <a:custGeom>
                    <a:avLst/>
                    <a:gdLst>
                      <a:gd name="T0" fmla="*/ 95 w 97"/>
                      <a:gd name="T1" fmla="*/ 109 h 109"/>
                      <a:gd name="T2" fmla="*/ 96 w 97"/>
                      <a:gd name="T3" fmla="*/ 109 h 109"/>
                      <a:gd name="T4" fmla="*/ 96 w 97"/>
                      <a:gd name="T5" fmla="*/ 109 h 109"/>
                      <a:gd name="T6" fmla="*/ 96 w 97"/>
                      <a:gd name="T7" fmla="*/ 108 h 109"/>
                      <a:gd name="T8" fmla="*/ 2 w 97"/>
                      <a:gd name="T9" fmla="*/ 1 h 109"/>
                      <a:gd name="T10" fmla="*/ 0 w 97"/>
                      <a:gd name="T11" fmla="*/ 1 h 109"/>
                      <a:gd name="T12" fmla="*/ 0 w 97"/>
                      <a:gd name="T13" fmla="*/ 2 h 109"/>
                      <a:gd name="T14" fmla="*/ 95 w 97"/>
                      <a:gd name="T15" fmla="*/ 109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7" h="109">
                        <a:moveTo>
                          <a:pt x="95" y="109"/>
                        </a:moveTo>
                        <a:cubicBezTo>
                          <a:pt x="95" y="109"/>
                          <a:pt x="95" y="109"/>
                          <a:pt x="96" y="109"/>
                        </a:cubicBezTo>
                        <a:cubicBezTo>
                          <a:pt x="96" y="109"/>
                          <a:pt x="96" y="109"/>
                          <a:pt x="96" y="109"/>
                        </a:cubicBezTo>
                        <a:cubicBezTo>
                          <a:pt x="97" y="109"/>
                          <a:pt x="97" y="108"/>
                          <a:pt x="96" y="108"/>
                        </a:cubicBezTo>
                        <a:cubicBezTo>
                          <a:pt x="66" y="61"/>
                          <a:pt x="35" y="26"/>
                          <a:pt x="2" y="1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34" y="27"/>
                          <a:pt x="65" y="62"/>
                          <a:pt x="95" y="10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" name="Freeform 104"/>
                  <p:cNvSpPr>
                    <a:spLocks/>
                  </p:cNvSpPr>
                  <p:nvPr/>
                </p:nvSpPr>
                <p:spPr bwMode="auto">
                  <a:xfrm>
                    <a:off x="2301876" y="908052"/>
                    <a:ext cx="4763" cy="17463"/>
                  </a:xfrm>
                  <a:custGeom>
                    <a:avLst/>
                    <a:gdLst>
                      <a:gd name="T0" fmla="*/ 1 w 2"/>
                      <a:gd name="T1" fmla="*/ 8 h 8"/>
                      <a:gd name="T2" fmla="*/ 2 w 2"/>
                      <a:gd name="T3" fmla="*/ 7 h 8"/>
                      <a:gd name="T4" fmla="*/ 2 w 2"/>
                      <a:gd name="T5" fmla="*/ 1 h 8"/>
                      <a:gd name="T6" fmla="*/ 1 w 2"/>
                      <a:gd name="T7" fmla="*/ 0 h 8"/>
                      <a:gd name="T8" fmla="*/ 0 w 2"/>
                      <a:gd name="T9" fmla="*/ 1 h 8"/>
                      <a:gd name="T10" fmla="*/ 0 w 2"/>
                      <a:gd name="T11" fmla="*/ 7 h 8"/>
                      <a:gd name="T12" fmla="*/ 1 w 2"/>
                      <a:gd name="T13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8">
                        <a:moveTo>
                          <a:pt x="1" y="8"/>
                        </a:moveTo>
                        <a:cubicBezTo>
                          <a:pt x="2" y="8"/>
                          <a:pt x="2" y="8"/>
                          <a:pt x="2" y="7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8"/>
                          <a:pt x="1" y="8"/>
                          <a:pt x="1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" name="Freeform 105"/>
                  <p:cNvSpPr>
                    <a:spLocks/>
                  </p:cNvSpPr>
                  <p:nvPr/>
                </p:nvSpPr>
                <p:spPr bwMode="auto">
                  <a:xfrm>
                    <a:off x="2311401" y="958852"/>
                    <a:ext cx="7938" cy="39688"/>
                  </a:xfrm>
                  <a:custGeom>
                    <a:avLst/>
                    <a:gdLst>
                      <a:gd name="T0" fmla="*/ 1 w 3"/>
                      <a:gd name="T1" fmla="*/ 16 h 17"/>
                      <a:gd name="T2" fmla="*/ 2 w 3"/>
                      <a:gd name="T3" fmla="*/ 17 h 17"/>
                      <a:gd name="T4" fmla="*/ 2 w 3"/>
                      <a:gd name="T5" fmla="*/ 17 h 17"/>
                      <a:gd name="T6" fmla="*/ 3 w 3"/>
                      <a:gd name="T7" fmla="*/ 16 h 17"/>
                      <a:gd name="T8" fmla="*/ 3 w 3"/>
                      <a:gd name="T9" fmla="*/ 10 h 17"/>
                      <a:gd name="T10" fmla="*/ 2 w 3"/>
                      <a:gd name="T11" fmla="*/ 1 h 17"/>
                      <a:gd name="T12" fmla="*/ 1 w 3"/>
                      <a:gd name="T13" fmla="*/ 0 h 17"/>
                      <a:gd name="T14" fmla="*/ 0 w 3"/>
                      <a:gd name="T15" fmla="*/ 1 h 17"/>
                      <a:gd name="T16" fmla="*/ 1 w 3"/>
                      <a:gd name="T17" fmla="*/ 10 h 17"/>
                      <a:gd name="T18" fmla="*/ 1 w 3"/>
                      <a:gd name="T19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" h="17">
                        <a:moveTo>
                          <a:pt x="1" y="16"/>
                        </a:moveTo>
                        <a:cubicBezTo>
                          <a:pt x="1" y="17"/>
                          <a:pt x="1" y="17"/>
                          <a:pt x="2" y="17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3" y="17"/>
                          <a:pt x="3" y="17"/>
                          <a:pt x="3" y="16"/>
                        </a:cubicBezTo>
                        <a:cubicBezTo>
                          <a:pt x="3" y="14"/>
                          <a:pt x="3" y="12"/>
                          <a:pt x="3" y="10"/>
                        </a:cubicBezTo>
                        <a:cubicBezTo>
                          <a:pt x="3" y="7"/>
                          <a:pt x="2" y="4"/>
                          <a:pt x="2" y="1"/>
                        </a:cubicBezTo>
                        <a:cubicBezTo>
                          <a:pt x="2" y="1"/>
                          <a:pt x="2" y="0"/>
                          <a:pt x="1" y="0"/>
                        </a:cubicBezTo>
                        <a:cubicBezTo>
                          <a:pt x="1" y="0"/>
                          <a:pt x="0" y="1"/>
                          <a:pt x="0" y="1"/>
                        </a:cubicBezTo>
                        <a:cubicBezTo>
                          <a:pt x="0" y="4"/>
                          <a:pt x="1" y="7"/>
                          <a:pt x="1" y="10"/>
                        </a:cubicBezTo>
                        <a:cubicBezTo>
                          <a:pt x="1" y="12"/>
                          <a:pt x="1" y="14"/>
                          <a:pt x="1" y="1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" name="Freeform 106"/>
                  <p:cNvSpPr>
                    <a:spLocks/>
                  </p:cNvSpPr>
                  <p:nvPr/>
                </p:nvSpPr>
                <p:spPr bwMode="auto">
                  <a:xfrm>
                    <a:off x="2305051" y="1116014"/>
                    <a:ext cx="19050" cy="38100"/>
                  </a:xfrm>
                  <a:custGeom>
                    <a:avLst/>
                    <a:gdLst>
                      <a:gd name="T0" fmla="*/ 1 w 8"/>
                      <a:gd name="T1" fmla="*/ 16 h 16"/>
                      <a:gd name="T2" fmla="*/ 1 w 8"/>
                      <a:gd name="T3" fmla="*/ 16 h 16"/>
                      <a:gd name="T4" fmla="*/ 2 w 8"/>
                      <a:gd name="T5" fmla="*/ 15 h 16"/>
                      <a:gd name="T6" fmla="*/ 4 w 8"/>
                      <a:gd name="T7" fmla="*/ 9 h 16"/>
                      <a:gd name="T8" fmla="*/ 4 w 8"/>
                      <a:gd name="T9" fmla="*/ 9 h 16"/>
                      <a:gd name="T10" fmla="*/ 4 w 8"/>
                      <a:gd name="T11" fmla="*/ 0 h 16"/>
                      <a:gd name="T12" fmla="*/ 2 w 8"/>
                      <a:gd name="T13" fmla="*/ 8 h 16"/>
                      <a:gd name="T14" fmla="*/ 2 w 8"/>
                      <a:gd name="T15" fmla="*/ 8 h 16"/>
                      <a:gd name="T16" fmla="*/ 0 w 8"/>
                      <a:gd name="T17" fmla="*/ 15 h 16"/>
                      <a:gd name="T18" fmla="*/ 1 w 8"/>
                      <a:gd name="T19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" h="16">
                        <a:moveTo>
                          <a:pt x="1" y="16"/>
                        </a:moveTo>
                        <a:cubicBezTo>
                          <a:pt x="1" y="16"/>
                          <a:pt x="1" y="16"/>
                          <a:pt x="1" y="16"/>
                        </a:cubicBezTo>
                        <a:cubicBezTo>
                          <a:pt x="1" y="16"/>
                          <a:pt x="2" y="16"/>
                          <a:pt x="2" y="15"/>
                        </a:cubicBezTo>
                        <a:cubicBezTo>
                          <a:pt x="2" y="13"/>
                          <a:pt x="3" y="11"/>
                          <a:pt x="4" y="9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8" y="9"/>
                          <a:pt x="8" y="0"/>
                          <a:pt x="4" y="0"/>
                        </a:cubicBezTo>
                        <a:cubicBezTo>
                          <a:pt x="3" y="2"/>
                          <a:pt x="1" y="3"/>
                          <a:pt x="2" y="8"/>
                        </a:cubicBezTo>
                        <a:cubicBezTo>
                          <a:pt x="2" y="8"/>
                          <a:pt x="2" y="8"/>
                          <a:pt x="2" y="8"/>
                        </a:cubicBezTo>
                        <a:cubicBezTo>
                          <a:pt x="1" y="10"/>
                          <a:pt x="0" y="13"/>
                          <a:pt x="0" y="15"/>
                        </a:cubicBezTo>
                        <a:cubicBezTo>
                          <a:pt x="0" y="16"/>
                          <a:pt x="0" y="16"/>
                          <a:pt x="1" y="1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" name="Freeform 107"/>
                  <p:cNvSpPr>
                    <a:spLocks/>
                  </p:cNvSpPr>
                  <p:nvPr/>
                </p:nvSpPr>
                <p:spPr bwMode="auto">
                  <a:xfrm>
                    <a:off x="1643063" y="1839914"/>
                    <a:ext cx="28575" cy="12700"/>
                  </a:xfrm>
                  <a:custGeom>
                    <a:avLst/>
                    <a:gdLst>
                      <a:gd name="T0" fmla="*/ 12 w 12"/>
                      <a:gd name="T1" fmla="*/ 1 h 5"/>
                      <a:gd name="T2" fmla="*/ 10 w 12"/>
                      <a:gd name="T3" fmla="*/ 1 h 5"/>
                      <a:gd name="T4" fmla="*/ 2 w 12"/>
                      <a:gd name="T5" fmla="*/ 3 h 5"/>
                      <a:gd name="T6" fmla="*/ 0 w 12"/>
                      <a:gd name="T7" fmla="*/ 4 h 5"/>
                      <a:gd name="T8" fmla="*/ 1 w 12"/>
                      <a:gd name="T9" fmla="*/ 5 h 5"/>
                      <a:gd name="T10" fmla="*/ 3 w 12"/>
                      <a:gd name="T11" fmla="*/ 5 h 5"/>
                      <a:gd name="T12" fmla="*/ 11 w 12"/>
                      <a:gd name="T13" fmla="*/ 2 h 5"/>
                      <a:gd name="T14" fmla="*/ 12 w 12"/>
                      <a:gd name="T1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5">
                        <a:moveTo>
                          <a:pt x="12" y="1"/>
                        </a:moveTo>
                        <a:cubicBezTo>
                          <a:pt x="11" y="0"/>
                          <a:pt x="11" y="0"/>
                          <a:pt x="10" y="1"/>
                        </a:cubicBezTo>
                        <a:cubicBezTo>
                          <a:pt x="8" y="3"/>
                          <a:pt x="5" y="3"/>
                          <a:pt x="2" y="3"/>
                        </a:cubicBezTo>
                        <a:cubicBezTo>
                          <a:pt x="1" y="3"/>
                          <a:pt x="1" y="3"/>
                          <a:pt x="0" y="4"/>
                        </a:cubicBezTo>
                        <a:cubicBezTo>
                          <a:pt x="0" y="4"/>
                          <a:pt x="1" y="5"/>
                          <a:pt x="1" y="5"/>
                        </a:cubicBezTo>
                        <a:cubicBezTo>
                          <a:pt x="2" y="5"/>
                          <a:pt x="3" y="5"/>
                          <a:pt x="3" y="5"/>
                        </a:cubicBezTo>
                        <a:cubicBezTo>
                          <a:pt x="6" y="5"/>
                          <a:pt x="9" y="4"/>
                          <a:pt x="11" y="2"/>
                        </a:cubicBezTo>
                        <a:cubicBezTo>
                          <a:pt x="12" y="2"/>
                          <a:pt x="12" y="1"/>
                          <a:pt x="1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" name="Freeform 108"/>
                  <p:cNvSpPr>
                    <a:spLocks/>
                  </p:cNvSpPr>
                  <p:nvPr/>
                </p:nvSpPr>
                <p:spPr bwMode="auto">
                  <a:xfrm>
                    <a:off x="890588" y="358777"/>
                    <a:ext cx="128588" cy="107950"/>
                  </a:xfrm>
                  <a:custGeom>
                    <a:avLst/>
                    <a:gdLst>
                      <a:gd name="T0" fmla="*/ 2 w 56"/>
                      <a:gd name="T1" fmla="*/ 46 h 46"/>
                      <a:gd name="T2" fmla="*/ 2 w 56"/>
                      <a:gd name="T3" fmla="*/ 45 h 46"/>
                      <a:gd name="T4" fmla="*/ 11 w 56"/>
                      <a:gd name="T5" fmla="*/ 37 h 46"/>
                      <a:gd name="T6" fmla="*/ 55 w 56"/>
                      <a:gd name="T7" fmla="*/ 2 h 46"/>
                      <a:gd name="T8" fmla="*/ 55 w 56"/>
                      <a:gd name="T9" fmla="*/ 0 h 46"/>
                      <a:gd name="T10" fmla="*/ 54 w 56"/>
                      <a:gd name="T11" fmla="*/ 0 h 46"/>
                      <a:gd name="T12" fmla="*/ 10 w 56"/>
                      <a:gd name="T13" fmla="*/ 36 h 46"/>
                      <a:gd name="T14" fmla="*/ 1 w 56"/>
                      <a:gd name="T15" fmla="*/ 44 h 46"/>
                      <a:gd name="T16" fmla="*/ 1 w 56"/>
                      <a:gd name="T17" fmla="*/ 45 h 46"/>
                      <a:gd name="T18" fmla="*/ 2 w 56"/>
                      <a:gd name="T19" fmla="*/ 46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6" h="46">
                        <a:moveTo>
                          <a:pt x="2" y="46"/>
                        </a:moveTo>
                        <a:cubicBezTo>
                          <a:pt x="2" y="46"/>
                          <a:pt x="2" y="46"/>
                          <a:pt x="2" y="45"/>
                        </a:cubicBezTo>
                        <a:cubicBezTo>
                          <a:pt x="5" y="43"/>
                          <a:pt x="8" y="40"/>
                          <a:pt x="11" y="37"/>
                        </a:cubicBezTo>
                        <a:cubicBezTo>
                          <a:pt x="25" y="25"/>
                          <a:pt x="39" y="12"/>
                          <a:pt x="55" y="2"/>
                        </a:cubicBezTo>
                        <a:cubicBezTo>
                          <a:pt x="56" y="2"/>
                          <a:pt x="56" y="1"/>
                          <a:pt x="55" y="0"/>
                        </a:cubicBezTo>
                        <a:cubicBezTo>
                          <a:pt x="55" y="0"/>
                          <a:pt x="55" y="0"/>
                          <a:pt x="54" y="0"/>
                        </a:cubicBezTo>
                        <a:cubicBezTo>
                          <a:pt x="38" y="10"/>
                          <a:pt x="24" y="23"/>
                          <a:pt x="10" y="36"/>
                        </a:cubicBezTo>
                        <a:cubicBezTo>
                          <a:pt x="7" y="39"/>
                          <a:pt x="4" y="41"/>
                          <a:pt x="1" y="44"/>
                        </a:cubicBezTo>
                        <a:cubicBezTo>
                          <a:pt x="1" y="44"/>
                          <a:pt x="0" y="45"/>
                          <a:pt x="1" y="45"/>
                        </a:cubicBezTo>
                        <a:cubicBezTo>
                          <a:pt x="1" y="46"/>
                          <a:pt x="1" y="46"/>
                          <a:pt x="2" y="4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" name="Freeform 109"/>
                  <p:cNvSpPr>
                    <a:spLocks noEditPoints="1"/>
                  </p:cNvSpPr>
                  <p:nvPr/>
                </p:nvSpPr>
                <p:spPr bwMode="auto">
                  <a:xfrm>
                    <a:off x="695326" y="493714"/>
                    <a:ext cx="277813" cy="884238"/>
                  </a:xfrm>
                  <a:custGeom>
                    <a:avLst/>
                    <a:gdLst>
                      <a:gd name="T0" fmla="*/ 120 w 120"/>
                      <a:gd name="T1" fmla="*/ 1 h 381"/>
                      <a:gd name="T2" fmla="*/ 93 w 120"/>
                      <a:gd name="T3" fmla="*/ 15 h 381"/>
                      <a:gd name="T4" fmla="*/ 92 w 120"/>
                      <a:gd name="T5" fmla="*/ 15 h 381"/>
                      <a:gd name="T6" fmla="*/ 85 w 120"/>
                      <a:gd name="T7" fmla="*/ 14 h 381"/>
                      <a:gd name="T8" fmla="*/ 86 w 120"/>
                      <a:gd name="T9" fmla="*/ 20 h 381"/>
                      <a:gd name="T10" fmla="*/ 84 w 120"/>
                      <a:gd name="T11" fmla="*/ 25 h 381"/>
                      <a:gd name="T12" fmla="*/ 86 w 120"/>
                      <a:gd name="T13" fmla="*/ 24 h 381"/>
                      <a:gd name="T14" fmla="*/ 83 w 120"/>
                      <a:gd name="T15" fmla="*/ 34 h 381"/>
                      <a:gd name="T16" fmla="*/ 74 w 120"/>
                      <a:gd name="T17" fmla="*/ 45 h 381"/>
                      <a:gd name="T18" fmla="*/ 66 w 120"/>
                      <a:gd name="T19" fmla="*/ 55 h 381"/>
                      <a:gd name="T20" fmla="*/ 65 w 120"/>
                      <a:gd name="T21" fmla="*/ 52 h 381"/>
                      <a:gd name="T22" fmla="*/ 59 w 120"/>
                      <a:gd name="T23" fmla="*/ 58 h 381"/>
                      <a:gd name="T24" fmla="*/ 54 w 120"/>
                      <a:gd name="T25" fmla="*/ 62 h 381"/>
                      <a:gd name="T26" fmla="*/ 62 w 120"/>
                      <a:gd name="T27" fmla="*/ 63 h 381"/>
                      <a:gd name="T28" fmla="*/ 41 w 120"/>
                      <a:gd name="T29" fmla="*/ 101 h 381"/>
                      <a:gd name="T30" fmla="*/ 29 w 120"/>
                      <a:gd name="T31" fmla="*/ 127 h 381"/>
                      <a:gd name="T32" fmla="*/ 28 w 120"/>
                      <a:gd name="T33" fmla="*/ 130 h 381"/>
                      <a:gd name="T34" fmla="*/ 19 w 120"/>
                      <a:gd name="T35" fmla="*/ 140 h 381"/>
                      <a:gd name="T36" fmla="*/ 15 w 120"/>
                      <a:gd name="T37" fmla="*/ 155 h 381"/>
                      <a:gd name="T38" fmla="*/ 29 w 120"/>
                      <a:gd name="T39" fmla="*/ 170 h 381"/>
                      <a:gd name="T40" fmla="*/ 26 w 120"/>
                      <a:gd name="T41" fmla="*/ 181 h 381"/>
                      <a:gd name="T42" fmla="*/ 19 w 120"/>
                      <a:gd name="T43" fmla="*/ 190 h 381"/>
                      <a:gd name="T44" fmla="*/ 7 w 120"/>
                      <a:gd name="T45" fmla="*/ 217 h 381"/>
                      <a:gd name="T46" fmla="*/ 4 w 120"/>
                      <a:gd name="T47" fmla="*/ 228 h 381"/>
                      <a:gd name="T48" fmla="*/ 11 w 120"/>
                      <a:gd name="T49" fmla="*/ 322 h 381"/>
                      <a:gd name="T50" fmla="*/ 30 w 120"/>
                      <a:gd name="T51" fmla="*/ 375 h 381"/>
                      <a:gd name="T52" fmla="*/ 31 w 120"/>
                      <a:gd name="T53" fmla="*/ 376 h 381"/>
                      <a:gd name="T54" fmla="*/ 37 w 120"/>
                      <a:gd name="T55" fmla="*/ 381 h 381"/>
                      <a:gd name="T56" fmla="*/ 33 w 120"/>
                      <a:gd name="T57" fmla="*/ 375 h 381"/>
                      <a:gd name="T58" fmla="*/ 34 w 120"/>
                      <a:gd name="T59" fmla="*/ 374 h 381"/>
                      <a:gd name="T60" fmla="*/ 43 w 120"/>
                      <a:gd name="T61" fmla="*/ 377 h 381"/>
                      <a:gd name="T62" fmla="*/ 39 w 120"/>
                      <a:gd name="T63" fmla="*/ 336 h 381"/>
                      <a:gd name="T64" fmla="*/ 26 w 120"/>
                      <a:gd name="T65" fmla="*/ 301 h 381"/>
                      <a:gd name="T66" fmla="*/ 26 w 120"/>
                      <a:gd name="T67" fmla="*/ 281 h 381"/>
                      <a:gd name="T68" fmla="*/ 26 w 120"/>
                      <a:gd name="T69" fmla="*/ 262 h 381"/>
                      <a:gd name="T70" fmla="*/ 26 w 120"/>
                      <a:gd name="T71" fmla="*/ 226 h 381"/>
                      <a:gd name="T72" fmla="*/ 47 w 120"/>
                      <a:gd name="T73" fmla="*/ 124 h 381"/>
                      <a:gd name="T74" fmla="*/ 58 w 120"/>
                      <a:gd name="T75" fmla="*/ 105 h 381"/>
                      <a:gd name="T76" fmla="*/ 89 w 120"/>
                      <a:gd name="T77" fmla="*/ 56 h 381"/>
                      <a:gd name="T78" fmla="*/ 108 w 120"/>
                      <a:gd name="T79" fmla="*/ 46 h 381"/>
                      <a:gd name="T80" fmla="*/ 108 w 120"/>
                      <a:gd name="T81" fmla="*/ 24 h 381"/>
                      <a:gd name="T82" fmla="*/ 30 w 120"/>
                      <a:gd name="T83" fmla="*/ 143 h 381"/>
                      <a:gd name="T84" fmla="*/ 23 w 120"/>
                      <a:gd name="T85" fmla="*/ 140 h 381"/>
                      <a:gd name="T86" fmla="*/ 29 w 120"/>
                      <a:gd name="T87" fmla="*/ 134 h 381"/>
                      <a:gd name="T88" fmla="*/ 65 w 120"/>
                      <a:gd name="T89" fmla="*/ 58 h 381"/>
                      <a:gd name="T90" fmla="*/ 62 w 120"/>
                      <a:gd name="T91" fmla="*/ 61 h 381"/>
                      <a:gd name="T92" fmla="*/ 62 w 120"/>
                      <a:gd name="T93" fmla="*/ 60 h 381"/>
                      <a:gd name="T94" fmla="*/ 61 w 120"/>
                      <a:gd name="T95" fmla="*/ 59 h 381"/>
                      <a:gd name="T96" fmla="*/ 63 w 120"/>
                      <a:gd name="T97" fmla="*/ 55 h 381"/>
                      <a:gd name="T98" fmla="*/ 66 w 120"/>
                      <a:gd name="T99" fmla="*/ 58 h 3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120" h="381">
                        <a:moveTo>
                          <a:pt x="116" y="18"/>
                        </a:moveTo>
                        <a:cubicBezTo>
                          <a:pt x="113" y="9"/>
                          <a:pt x="120" y="9"/>
                          <a:pt x="120" y="1"/>
                        </a:cubicBezTo>
                        <a:cubicBezTo>
                          <a:pt x="105" y="0"/>
                          <a:pt x="103" y="19"/>
                          <a:pt x="93" y="18"/>
                        </a:cubicBezTo>
                        <a:cubicBezTo>
                          <a:pt x="93" y="15"/>
                          <a:pt x="93" y="15"/>
                          <a:pt x="93" y="15"/>
                        </a:cubicBezTo>
                        <a:cubicBezTo>
                          <a:pt x="92" y="15"/>
                          <a:pt x="92" y="15"/>
                          <a:pt x="92" y="15"/>
                        </a:cubicBezTo>
                        <a:cubicBezTo>
                          <a:pt x="92" y="15"/>
                          <a:pt x="92" y="15"/>
                          <a:pt x="92" y="15"/>
                        </a:cubicBezTo>
                        <a:cubicBezTo>
                          <a:pt x="92" y="15"/>
                          <a:pt x="91" y="15"/>
                          <a:pt x="90" y="15"/>
                        </a:cubicBezTo>
                        <a:cubicBezTo>
                          <a:pt x="88" y="15"/>
                          <a:pt x="86" y="15"/>
                          <a:pt x="85" y="14"/>
                        </a:cubicBezTo>
                        <a:cubicBezTo>
                          <a:pt x="85" y="20"/>
                          <a:pt x="85" y="20"/>
                          <a:pt x="85" y="20"/>
                        </a:cubicBezTo>
                        <a:cubicBezTo>
                          <a:pt x="86" y="20"/>
                          <a:pt x="86" y="20"/>
                          <a:pt x="86" y="20"/>
                        </a:cubicBezTo>
                        <a:cubicBezTo>
                          <a:pt x="85" y="21"/>
                          <a:pt x="85" y="22"/>
                          <a:pt x="84" y="23"/>
                        </a:cubicBezTo>
                        <a:cubicBezTo>
                          <a:pt x="84" y="24"/>
                          <a:pt x="84" y="24"/>
                          <a:pt x="84" y="25"/>
                        </a:cubicBezTo>
                        <a:cubicBezTo>
                          <a:pt x="85" y="25"/>
                          <a:pt x="86" y="24"/>
                          <a:pt x="86" y="23"/>
                        </a:cubicBezTo>
                        <a:cubicBezTo>
                          <a:pt x="86" y="24"/>
                          <a:pt x="86" y="24"/>
                          <a:pt x="86" y="24"/>
                        </a:cubicBezTo>
                        <a:cubicBezTo>
                          <a:pt x="92" y="25"/>
                          <a:pt x="85" y="32"/>
                          <a:pt x="84" y="34"/>
                        </a:cubicBezTo>
                        <a:cubicBezTo>
                          <a:pt x="84" y="34"/>
                          <a:pt x="83" y="34"/>
                          <a:pt x="83" y="34"/>
                        </a:cubicBezTo>
                        <a:cubicBezTo>
                          <a:pt x="82" y="39"/>
                          <a:pt x="79" y="42"/>
                          <a:pt x="75" y="44"/>
                        </a:cubicBezTo>
                        <a:cubicBezTo>
                          <a:pt x="75" y="45"/>
                          <a:pt x="74" y="45"/>
                          <a:pt x="74" y="45"/>
                        </a:cubicBezTo>
                        <a:cubicBezTo>
                          <a:pt x="72" y="50"/>
                          <a:pt x="70" y="53"/>
                          <a:pt x="66" y="56"/>
                        </a:cubicBezTo>
                        <a:cubicBezTo>
                          <a:pt x="66" y="55"/>
                          <a:pt x="66" y="55"/>
                          <a:pt x="66" y="55"/>
                        </a:cubicBezTo>
                        <a:cubicBezTo>
                          <a:pt x="66" y="54"/>
                          <a:pt x="65" y="54"/>
                          <a:pt x="65" y="53"/>
                        </a:cubicBezTo>
                        <a:cubicBezTo>
                          <a:pt x="65" y="53"/>
                          <a:pt x="65" y="53"/>
                          <a:pt x="65" y="52"/>
                        </a:cubicBezTo>
                        <a:cubicBezTo>
                          <a:pt x="64" y="53"/>
                          <a:pt x="63" y="53"/>
                          <a:pt x="62" y="53"/>
                        </a:cubicBezTo>
                        <a:cubicBezTo>
                          <a:pt x="60" y="55"/>
                          <a:pt x="59" y="56"/>
                          <a:pt x="59" y="58"/>
                        </a:cubicBezTo>
                        <a:cubicBezTo>
                          <a:pt x="58" y="57"/>
                          <a:pt x="58" y="57"/>
                          <a:pt x="58" y="57"/>
                        </a:cubicBezTo>
                        <a:cubicBezTo>
                          <a:pt x="56" y="58"/>
                          <a:pt x="54" y="59"/>
                          <a:pt x="54" y="62"/>
                        </a:cubicBezTo>
                        <a:cubicBezTo>
                          <a:pt x="61" y="62"/>
                          <a:pt x="61" y="62"/>
                          <a:pt x="61" y="62"/>
                        </a:cubicBezTo>
                        <a:cubicBezTo>
                          <a:pt x="62" y="63"/>
                          <a:pt x="62" y="63"/>
                          <a:pt x="62" y="63"/>
                        </a:cubicBezTo>
                        <a:cubicBezTo>
                          <a:pt x="61" y="64"/>
                          <a:pt x="61" y="64"/>
                          <a:pt x="61" y="64"/>
                        </a:cubicBezTo>
                        <a:cubicBezTo>
                          <a:pt x="55" y="77"/>
                          <a:pt x="46" y="88"/>
                          <a:pt x="41" y="101"/>
                        </a:cubicBezTo>
                        <a:cubicBezTo>
                          <a:pt x="38" y="100"/>
                          <a:pt x="39" y="95"/>
                          <a:pt x="35" y="95"/>
                        </a:cubicBezTo>
                        <a:cubicBezTo>
                          <a:pt x="35" y="106"/>
                          <a:pt x="22" y="117"/>
                          <a:pt x="29" y="127"/>
                        </a:cubicBezTo>
                        <a:cubicBezTo>
                          <a:pt x="28" y="127"/>
                          <a:pt x="27" y="128"/>
                          <a:pt x="27" y="130"/>
                        </a:cubicBezTo>
                        <a:cubicBezTo>
                          <a:pt x="28" y="130"/>
                          <a:pt x="28" y="130"/>
                          <a:pt x="28" y="130"/>
                        </a:cubicBezTo>
                        <a:cubicBezTo>
                          <a:pt x="23" y="133"/>
                          <a:pt x="20" y="137"/>
                          <a:pt x="21" y="141"/>
                        </a:cubicBezTo>
                        <a:cubicBezTo>
                          <a:pt x="19" y="140"/>
                          <a:pt x="19" y="140"/>
                          <a:pt x="19" y="140"/>
                        </a:cubicBezTo>
                        <a:cubicBezTo>
                          <a:pt x="18" y="146"/>
                          <a:pt x="18" y="147"/>
                          <a:pt x="20" y="151"/>
                        </a:cubicBezTo>
                        <a:cubicBezTo>
                          <a:pt x="17" y="151"/>
                          <a:pt x="16" y="153"/>
                          <a:pt x="15" y="155"/>
                        </a:cubicBezTo>
                        <a:cubicBezTo>
                          <a:pt x="20" y="156"/>
                          <a:pt x="24" y="153"/>
                          <a:pt x="26" y="155"/>
                        </a:cubicBezTo>
                        <a:cubicBezTo>
                          <a:pt x="25" y="161"/>
                          <a:pt x="26" y="167"/>
                          <a:pt x="29" y="170"/>
                        </a:cubicBezTo>
                        <a:cubicBezTo>
                          <a:pt x="25" y="172"/>
                          <a:pt x="18" y="170"/>
                          <a:pt x="20" y="178"/>
                        </a:cubicBezTo>
                        <a:cubicBezTo>
                          <a:pt x="20" y="182"/>
                          <a:pt x="27" y="177"/>
                          <a:pt x="26" y="181"/>
                        </a:cubicBezTo>
                        <a:cubicBezTo>
                          <a:pt x="21" y="185"/>
                          <a:pt x="25" y="186"/>
                          <a:pt x="27" y="190"/>
                        </a:cubicBezTo>
                        <a:cubicBezTo>
                          <a:pt x="24" y="193"/>
                          <a:pt x="23" y="189"/>
                          <a:pt x="19" y="190"/>
                        </a:cubicBezTo>
                        <a:cubicBezTo>
                          <a:pt x="19" y="198"/>
                          <a:pt x="26" y="199"/>
                          <a:pt x="23" y="209"/>
                        </a:cubicBezTo>
                        <a:cubicBezTo>
                          <a:pt x="18" y="211"/>
                          <a:pt x="9" y="211"/>
                          <a:pt x="7" y="217"/>
                        </a:cubicBezTo>
                        <a:cubicBezTo>
                          <a:pt x="8" y="224"/>
                          <a:pt x="15" y="225"/>
                          <a:pt x="15" y="233"/>
                        </a:cubicBezTo>
                        <a:cubicBezTo>
                          <a:pt x="9" y="234"/>
                          <a:pt x="9" y="228"/>
                          <a:pt x="4" y="228"/>
                        </a:cubicBezTo>
                        <a:cubicBezTo>
                          <a:pt x="0" y="261"/>
                          <a:pt x="6" y="292"/>
                          <a:pt x="11" y="313"/>
                        </a:cubicBezTo>
                        <a:cubicBezTo>
                          <a:pt x="12" y="316"/>
                          <a:pt x="11" y="319"/>
                          <a:pt x="11" y="322"/>
                        </a:cubicBezTo>
                        <a:cubicBezTo>
                          <a:pt x="12" y="325"/>
                          <a:pt x="15" y="328"/>
                          <a:pt x="15" y="331"/>
                        </a:cubicBezTo>
                        <a:cubicBezTo>
                          <a:pt x="18" y="349"/>
                          <a:pt x="23" y="362"/>
                          <a:pt x="30" y="375"/>
                        </a:cubicBezTo>
                        <a:cubicBezTo>
                          <a:pt x="31" y="374"/>
                          <a:pt x="31" y="374"/>
                          <a:pt x="31" y="374"/>
                        </a:cubicBezTo>
                        <a:cubicBezTo>
                          <a:pt x="31" y="376"/>
                          <a:pt x="31" y="376"/>
                          <a:pt x="31" y="376"/>
                        </a:cubicBezTo>
                        <a:cubicBezTo>
                          <a:pt x="30" y="375"/>
                          <a:pt x="30" y="375"/>
                          <a:pt x="30" y="375"/>
                        </a:cubicBezTo>
                        <a:cubicBezTo>
                          <a:pt x="29" y="380"/>
                          <a:pt x="32" y="381"/>
                          <a:pt x="37" y="381"/>
                        </a:cubicBezTo>
                        <a:cubicBezTo>
                          <a:pt x="39" y="378"/>
                          <a:pt x="35" y="376"/>
                          <a:pt x="34" y="374"/>
                        </a:cubicBezTo>
                        <a:cubicBezTo>
                          <a:pt x="33" y="375"/>
                          <a:pt x="33" y="375"/>
                          <a:pt x="33" y="375"/>
                        </a:cubicBezTo>
                        <a:cubicBezTo>
                          <a:pt x="33" y="374"/>
                          <a:pt x="33" y="374"/>
                          <a:pt x="33" y="374"/>
                        </a:cubicBezTo>
                        <a:cubicBezTo>
                          <a:pt x="34" y="374"/>
                          <a:pt x="34" y="374"/>
                          <a:pt x="34" y="374"/>
                        </a:cubicBezTo>
                        <a:cubicBezTo>
                          <a:pt x="34" y="372"/>
                          <a:pt x="33" y="369"/>
                          <a:pt x="35" y="369"/>
                        </a:cubicBezTo>
                        <a:cubicBezTo>
                          <a:pt x="39" y="370"/>
                          <a:pt x="40" y="375"/>
                          <a:pt x="43" y="377"/>
                        </a:cubicBezTo>
                        <a:cubicBezTo>
                          <a:pt x="49" y="376"/>
                          <a:pt x="52" y="373"/>
                          <a:pt x="55" y="370"/>
                        </a:cubicBezTo>
                        <a:cubicBezTo>
                          <a:pt x="49" y="359"/>
                          <a:pt x="48" y="344"/>
                          <a:pt x="39" y="336"/>
                        </a:cubicBezTo>
                        <a:cubicBezTo>
                          <a:pt x="38" y="327"/>
                          <a:pt x="39" y="314"/>
                          <a:pt x="34" y="303"/>
                        </a:cubicBezTo>
                        <a:cubicBezTo>
                          <a:pt x="31" y="303"/>
                          <a:pt x="27" y="306"/>
                          <a:pt x="26" y="301"/>
                        </a:cubicBezTo>
                        <a:cubicBezTo>
                          <a:pt x="27" y="299"/>
                          <a:pt x="30" y="298"/>
                          <a:pt x="34" y="299"/>
                        </a:cubicBezTo>
                        <a:cubicBezTo>
                          <a:pt x="36" y="288"/>
                          <a:pt x="29" y="287"/>
                          <a:pt x="26" y="281"/>
                        </a:cubicBezTo>
                        <a:cubicBezTo>
                          <a:pt x="27" y="278"/>
                          <a:pt x="31" y="278"/>
                          <a:pt x="31" y="273"/>
                        </a:cubicBezTo>
                        <a:cubicBezTo>
                          <a:pt x="28" y="271"/>
                          <a:pt x="29" y="265"/>
                          <a:pt x="26" y="262"/>
                        </a:cubicBezTo>
                        <a:cubicBezTo>
                          <a:pt x="27" y="260"/>
                          <a:pt x="30" y="259"/>
                          <a:pt x="30" y="254"/>
                        </a:cubicBezTo>
                        <a:cubicBezTo>
                          <a:pt x="27" y="246"/>
                          <a:pt x="36" y="232"/>
                          <a:pt x="26" y="226"/>
                        </a:cubicBezTo>
                        <a:cubicBezTo>
                          <a:pt x="38" y="198"/>
                          <a:pt x="37" y="164"/>
                          <a:pt x="50" y="136"/>
                        </a:cubicBezTo>
                        <a:cubicBezTo>
                          <a:pt x="52" y="130"/>
                          <a:pt x="47" y="130"/>
                          <a:pt x="47" y="124"/>
                        </a:cubicBezTo>
                        <a:cubicBezTo>
                          <a:pt x="50" y="120"/>
                          <a:pt x="50" y="112"/>
                          <a:pt x="51" y="107"/>
                        </a:cubicBezTo>
                        <a:cubicBezTo>
                          <a:pt x="55" y="107"/>
                          <a:pt x="54" y="104"/>
                          <a:pt x="58" y="105"/>
                        </a:cubicBezTo>
                        <a:cubicBezTo>
                          <a:pt x="67" y="97"/>
                          <a:pt x="71" y="83"/>
                          <a:pt x="81" y="76"/>
                        </a:cubicBezTo>
                        <a:cubicBezTo>
                          <a:pt x="82" y="67"/>
                          <a:pt x="90" y="66"/>
                          <a:pt x="89" y="56"/>
                        </a:cubicBezTo>
                        <a:cubicBezTo>
                          <a:pt x="98" y="56"/>
                          <a:pt x="97" y="47"/>
                          <a:pt x="102" y="44"/>
                        </a:cubicBezTo>
                        <a:cubicBezTo>
                          <a:pt x="106" y="43"/>
                          <a:pt x="105" y="46"/>
                          <a:pt x="108" y="46"/>
                        </a:cubicBezTo>
                        <a:cubicBezTo>
                          <a:pt x="107" y="39"/>
                          <a:pt x="113" y="38"/>
                          <a:pt x="114" y="33"/>
                        </a:cubicBezTo>
                        <a:cubicBezTo>
                          <a:pt x="113" y="29"/>
                          <a:pt x="109" y="28"/>
                          <a:pt x="108" y="24"/>
                        </a:cubicBezTo>
                        <a:cubicBezTo>
                          <a:pt x="110" y="21"/>
                          <a:pt x="113" y="20"/>
                          <a:pt x="116" y="18"/>
                        </a:cubicBezTo>
                        <a:moveTo>
                          <a:pt x="30" y="143"/>
                        </a:moveTo>
                        <a:cubicBezTo>
                          <a:pt x="26" y="144"/>
                          <a:pt x="26" y="139"/>
                          <a:pt x="23" y="139"/>
                        </a:cubicBezTo>
                        <a:cubicBezTo>
                          <a:pt x="23" y="140"/>
                          <a:pt x="23" y="140"/>
                          <a:pt x="23" y="140"/>
                        </a:cubicBezTo>
                        <a:cubicBezTo>
                          <a:pt x="22" y="137"/>
                          <a:pt x="25" y="135"/>
                          <a:pt x="29" y="132"/>
                        </a:cubicBezTo>
                        <a:cubicBezTo>
                          <a:pt x="29" y="134"/>
                          <a:pt x="29" y="134"/>
                          <a:pt x="29" y="134"/>
                        </a:cubicBezTo>
                        <a:cubicBezTo>
                          <a:pt x="32" y="134"/>
                          <a:pt x="29" y="140"/>
                          <a:pt x="30" y="143"/>
                        </a:cubicBezTo>
                        <a:moveTo>
                          <a:pt x="65" y="58"/>
                        </a:moveTo>
                        <a:cubicBezTo>
                          <a:pt x="65" y="60"/>
                          <a:pt x="64" y="60"/>
                          <a:pt x="63" y="61"/>
                        </a:cubicBezTo>
                        <a:cubicBezTo>
                          <a:pt x="62" y="61"/>
                          <a:pt x="62" y="61"/>
                          <a:pt x="62" y="61"/>
                        </a:cubicBezTo>
                        <a:cubicBezTo>
                          <a:pt x="61" y="60"/>
                          <a:pt x="61" y="60"/>
                          <a:pt x="61" y="60"/>
                        </a:cubicBezTo>
                        <a:cubicBezTo>
                          <a:pt x="62" y="60"/>
                          <a:pt x="62" y="60"/>
                          <a:pt x="62" y="60"/>
                        </a:cubicBezTo>
                        <a:cubicBezTo>
                          <a:pt x="62" y="58"/>
                          <a:pt x="62" y="58"/>
                          <a:pt x="62" y="58"/>
                        </a:cubicBezTo>
                        <a:cubicBezTo>
                          <a:pt x="61" y="59"/>
                          <a:pt x="61" y="59"/>
                          <a:pt x="61" y="59"/>
                        </a:cubicBezTo>
                        <a:cubicBezTo>
                          <a:pt x="61" y="57"/>
                          <a:pt x="62" y="56"/>
                          <a:pt x="63" y="55"/>
                        </a:cubicBezTo>
                        <a:cubicBezTo>
                          <a:pt x="63" y="55"/>
                          <a:pt x="63" y="55"/>
                          <a:pt x="63" y="55"/>
                        </a:cubicBezTo>
                        <a:cubicBezTo>
                          <a:pt x="64" y="55"/>
                          <a:pt x="64" y="55"/>
                          <a:pt x="64" y="56"/>
                        </a:cubicBezTo>
                        <a:cubicBezTo>
                          <a:pt x="65" y="57"/>
                          <a:pt x="65" y="57"/>
                          <a:pt x="66" y="58"/>
                        </a:cubicBezTo>
                        <a:lnTo>
                          <a:pt x="65" y="5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" name="Freeform 110"/>
                  <p:cNvSpPr>
                    <a:spLocks noEditPoints="1"/>
                  </p:cNvSpPr>
                  <p:nvPr/>
                </p:nvSpPr>
                <p:spPr bwMode="auto">
                  <a:xfrm>
                    <a:off x="2009776" y="1249364"/>
                    <a:ext cx="352425" cy="539750"/>
                  </a:xfrm>
                  <a:custGeom>
                    <a:avLst/>
                    <a:gdLst>
                      <a:gd name="T0" fmla="*/ 151 w 152"/>
                      <a:gd name="T1" fmla="*/ 0 h 233"/>
                      <a:gd name="T2" fmla="*/ 150 w 152"/>
                      <a:gd name="T3" fmla="*/ 1 h 233"/>
                      <a:gd name="T4" fmla="*/ 148 w 152"/>
                      <a:gd name="T5" fmla="*/ 7 h 233"/>
                      <a:gd name="T6" fmla="*/ 146 w 152"/>
                      <a:gd name="T7" fmla="*/ 19 h 233"/>
                      <a:gd name="T8" fmla="*/ 145 w 152"/>
                      <a:gd name="T9" fmla="*/ 18 h 233"/>
                      <a:gd name="T10" fmla="*/ 130 w 152"/>
                      <a:gd name="T11" fmla="*/ 64 h 233"/>
                      <a:gd name="T12" fmla="*/ 131 w 152"/>
                      <a:gd name="T13" fmla="*/ 63 h 233"/>
                      <a:gd name="T14" fmla="*/ 131 w 152"/>
                      <a:gd name="T15" fmla="*/ 66 h 233"/>
                      <a:gd name="T16" fmla="*/ 131 w 152"/>
                      <a:gd name="T17" fmla="*/ 66 h 233"/>
                      <a:gd name="T18" fmla="*/ 130 w 152"/>
                      <a:gd name="T19" fmla="*/ 65 h 233"/>
                      <a:gd name="T20" fmla="*/ 102 w 152"/>
                      <a:gd name="T21" fmla="*/ 115 h 233"/>
                      <a:gd name="T22" fmla="*/ 103 w 152"/>
                      <a:gd name="T23" fmla="*/ 115 h 233"/>
                      <a:gd name="T24" fmla="*/ 100 w 152"/>
                      <a:gd name="T25" fmla="*/ 120 h 233"/>
                      <a:gd name="T26" fmla="*/ 99 w 152"/>
                      <a:gd name="T27" fmla="*/ 120 h 233"/>
                      <a:gd name="T28" fmla="*/ 43 w 152"/>
                      <a:gd name="T29" fmla="*/ 191 h 233"/>
                      <a:gd name="T30" fmla="*/ 12 w 152"/>
                      <a:gd name="T31" fmla="*/ 217 h 233"/>
                      <a:gd name="T32" fmla="*/ 1 w 152"/>
                      <a:gd name="T33" fmla="*/ 225 h 233"/>
                      <a:gd name="T34" fmla="*/ 5 w 152"/>
                      <a:gd name="T35" fmla="*/ 227 h 233"/>
                      <a:gd name="T36" fmla="*/ 4 w 152"/>
                      <a:gd name="T37" fmla="*/ 231 h 233"/>
                      <a:gd name="T38" fmla="*/ 1 w 152"/>
                      <a:gd name="T39" fmla="*/ 231 h 233"/>
                      <a:gd name="T40" fmla="*/ 0 w 152"/>
                      <a:gd name="T41" fmla="*/ 233 h 233"/>
                      <a:gd name="T42" fmla="*/ 1 w 152"/>
                      <a:gd name="T43" fmla="*/ 233 h 233"/>
                      <a:gd name="T44" fmla="*/ 1 w 152"/>
                      <a:gd name="T45" fmla="*/ 233 h 233"/>
                      <a:gd name="T46" fmla="*/ 5 w 152"/>
                      <a:gd name="T47" fmla="*/ 233 h 233"/>
                      <a:gd name="T48" fmla="*/ 6 w 152"/>
                      <a:gd name="T49" fmla="*/ 232 h 233"/>
                      <a:gd name="T50" fmla="*/ 6 w 152"/>
                      <a:gd name="T51" fmla="*/ 232 h 233"/>
                      <a:gd name="T52" fmla="*/ 7 w 152"/>
                      <a:gd name="T53" fmla="*/ 227 h 233"/>
                      <a:gd name="T54" fmla="*/ 17 w 152"/>
                      <a:gd name="T55" fmla="*/ 226 h 233"/>
                      <a:gd name="T56" fmla="*/ 20 w 152"/>
                      <a:gd name="T57" fmla="*/ 219 h 233"/>
                      <a:gd name="T58" fmla="*/ 51 w 152"/>
                      <a:gd name="T59" fmla="*/ 191 h 233"/>
                      <a:gd name="T60" fmla="*/ 64 w 152"/>
                      <a:gd name="T61" fmla="*/ 183 h 233"/>
                      <a:gd name="T62" fmla="*/ 70 w 152"/>
                      <a:gd name="T63" fmla="*/ 168 h 233"/>
                      <a:gd name="T64" fmla="*/ 75 w 152"/>
                      <a:gd name="T65" fmla="*/ 168 h 233"/>
                      <a:gd name="T66" fmla="*/ 106 w 152"/>
                      <a:gd name="T67" fmla="*/ 124 h 233"/>
                      <a:gd name="T68" fmla="*/ 105 w 152"/>
                      <a:gd name="T69" fmla="*/ 124 h 233"/>
                      <a:gd name="T70" fmla="*/ 109 w 152"/>
                      <a:gd name="T71" fmla="*/ 118 h 233"/>
                      <a:gd name="T72" fmla="*/ 110 w 152"/>
                      <a:gd name="T73" fmla="*/ 119 h 233"/>
                      <a:gd name="T74" fmla="*/ 134 w 152"/>
                      <a:gd name="T75" fmla="*/ 66 h 233"/>
                      <a:gd name="T76" fmla="*/ 133 w 152"/>
                      <a:gd name="T77" fmla="*/ 67 h 233"/>
                      <a:gd name="T78" fmla="*/ 133 w 152"/>
                      <a:gd name="T79" fmla="*/ 66 h 233"/>
                      <a:gd name="T80" fmla="*/ 133 w 152"/>
                      <a:gd name="T81" fmla="*/ 64 h 233"/>
                      <a:gd name="T82" fmla="*/ 134 w 152"/>
                      <a:gd name="T83" fmla="*/ 65 h 233"/>
                      <a:gd name="T84" fmla="*/ 149 w 152"/>
                      <a:gd name="T85" fmla="*/ 19 h 233"/>
                      <a:gd name="T86" fmla="*/ 147 w 152"/>
                      <a:gd name="T87" fmla="*/ 20 h 233"/>
                      <a:gd name="T88" fmla="*/ 150 w 152"/>
                      <a:gd name="T89" fmla="*/ 7 h 233"/>
                      <a:gd name="T90" fmla="*/ 152 w 152"/>
                      <a:gd name="T91" fmla="*/ 1 h 233"/>
                      <a:gd name="T92" fmla="*/ 151 w 152"/>
                      <a:gd name="T93" fmla="*/ 0 h 233"/>
                      <a:gd name="T94" fmla="*/ 104 w 152"/>
                      <a:gd name="T95" fmla="*/ 122 h 233"/>
                      <a:gd name="T96" fmla="*/ 105 w 152"/>
                      <a:gd name="T97" fmla="*/ 121 h 233"/>
                      <a:gd name="T98" fmla="*/ 103 w 152"/>
                      <a:gd name="T99" fmla="*/ 119 h 233"/>
                      <a:gd name="T100" fmla="*/ 104 w 152"/>
                      <a:gd name="T101" fmla="*/ 117 h 233"/>
                      <a:gd name="T102" fmla="*/ 107 w 152"/>
                      <a:gd name="T103" fmla="*/ 120 h 233"/>
                      <a:gd name="T104" fmla="*/ 104 w 152"/>
                      <a:gd name="T105" fmla="*/ 122 h 2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52" h="233">
                        <a:moveTo>
                          <a:pt x="151" y="0"/>
                        </a:moveTo>
                        <a:cubicBezTo>
                          <a:pt x="151" y="0"/>
                          <a:pt x="150" y="0"/>
                          <a:pt x="150" y="1"/>
                        </a:cubicBezTo>
                        <a:cubicBezTo>
                          <a:pt x="149" y="3"/>
                          <a:pt x="149" y="5"/>
                          <a:pt x="148" y="7"/>
                        </a:cubicBezTo>
                        <a:cubicBezTo>
                          <a:pt x="147" y="11"/>
                          <a:pt x="146" y="15"/>
                          <a:pt x="146" y="19"/>
                        </a:cubicBezTo>
                        <a:cubicBezTo>
                          <a:pt x="145" y="18"/>
                          <a:pt x="145" y="18"/>
                          <a:pt x="145" y="18"/>
                        </a:cubicBezTo>
                        <a:cubicBezTo>
                          <a:pt x="139" y="33"/>
                          <a:pt x="133" y="46"/>
                          <a:pt x="130" y="64"/>
                        </a:cubicBezTo>
                        <a:cubicBezTo>
                          <a:pt x="131" y="63"/>
                          <a:pt x="131" y="63"/>
                          <a:pt x="131" y="63"/>
                        </a:cubicBezTo>
                        <a:cubicBezTo>
                          <a:pt x="131" y="64"/>
                          <a:pt x="131" y="65"/>
                          <a:pt x="131" y="66"/>
                        </a:cubicBezTo>
                        <a:cubicBezTo>
                          <a:pt x="131" y="66"/>
                          <a:pt x="131" y="66"/>
                          <a:pt x="131" y="66"/>
                        </a:cubicBezTo>
                        <a:cubicBezTo>
                          <a:pt x="130" y="65"/>
                          <a:pt x="130" y="65"/>
                          <a:pt x="130" y="65"/>
                        </a:cubicBezTo>
                        <a:cubicBezTo>
                          <a:pt x="118" y="79"/>
                          <a:pt x="113" y="100"/>
                          <a:pt x="102" y="115"/>
                        </a:cubicBezTo>
                        <a:cubicBezTo>
                          <a:pt x="103" y="115"/>
                          <a:pt x="103" y="115"/>
                          <a:pt x="103" y="115"/>
                        </a:cubicBezTo>
                        <a:cubicBezTo>
                          <a:pt x="101" y="117"/>
                          <a:pt x="100" y="119"/>
                          <a:pt x="100" y="120"/>
                        </a:cubicBezTo>
                        <a:cubicBezTo>
                          <a:pt x="99" y="120"/>
                          <a:pt x="99" y="120"/>
                          <a:pt x="99" y="120"/>
                        </a:cubicBezTo>
                        <a:cubicBezTo>
                          <a:pt x="83" y="146"/>
                          <a:pt x="62" y="168"/>
                          <a:pt x="43" y="191"/>
                        </a:cubicBezTo>
                        <a:cubicBezTo>
                          <a:pt x="31" y="198"/>
                          <a:pt x="22" y="209"/>
                          <a:pt x="12" y="217"/>
                        </a:cubicBezTo>
                        <a:cubicBezTo>
                          <a:pt x="8" y="219"/>
                          <a:pt x="4" y="220"/>
                          <a:pt x="1" y="225"/>
                        </a:cubicBezTo>
                        <a:cubicBezTo>
                          <a:pt x="1" y="226"/>
                          <a:pt x="4" y="226"/>
                          <a:pt x="5" y="227"/>
                        </a:cubicBezTo>
                        <a:cubicBezTo>
                          <a:pt x="5" y="228"/>
                          <a:pt x="5" y="230"/>
                          <a:pt x="4" y="231"/>
                        </a:cubicBezTo>
                        <a:cubicBezTo>
                          <a:pt x="3" y="231"/>
                          <a:pt x="2" y="231"/>
                          <a:pt x="1" y="231"/>
                        </a:cubicBezTo>
                        <a:cubicBezTo>
                          <a:pt x="0" y="232"/>
                          <a:pt x="0" y="232"/>
                          <a:pt x="0" y="233"/>
                        </a:cubicBezTo>
                        <a:cubicBezTo>
                          <a:pt x="0" y="233"/>
                          <a:pt x="0" y="233"/>
                          <a:pt x="1" y="233"/>
                        </a:cubicBezTo>
                        <a:cubicBezTo>
                          <a:pt x="1" y="233"/>
                          <a:pt x="1" y="233"/>
                          <a:pt x="1" y="233"/>
                        </a:cubicBezTo>
                        <a:cubicBezTo>
                          <a:pt x="3" y="233"/>
                          <a:pt x="4" y="233"/>
                          <a:pt x="5" y="233"/>
                        </a:cubicBezTo>
                        <a:cubicBezTo>
                          <a:pt x="6" y="232"/>
                          <a:pt x="6" y="232"/>
                          <a:pt x="6" y="232"/>
                        </a:cubicBezTo>
                        <a:cubicBezTo>
                          <a:pt x="6" y="232"/>
                          <a:pt x="6" y="232"/>
                          <a:pt x="6" y="232"/>
                        </a:cubicBezTo>
                        <a:cubicBezTo>
                          <a:pt x="7" y="230"/>
                          <a:pt x="7" y="229"/>
                          <a:pt x="7" y="227"/>
                        </a:cubicBezTo>
                        <a:cubicBezTo>
                          <a:pt x="10" y="227"/>
                          <a:pt x="13" y="225"/>
                          <a:pt x="17" y="226"/>
                        </a:cubicBezTo>
                        <a:cubicBezTo>
                          <a:pt x="17" y="223"/>
                          <a:pt x="19" y="222"/>
                          <a:pt x="20" y="219"/>
                        </a:cubicBezTo>
                        <a:cubicBezTo>
                          <a:pt x="33" y="213"/>
                          <a:pt x="42" y="202"/>
                          <a:pt x="51" y="191"/>
                        </a:cubicBezTo>
                        <a:cubicBezTo>
                          <a:pt x="59" y="192"/>
                          <a:pt x="58" y="184"/>
                          <a:pt x="64" y="183"/>
                        </a:cubicBezTo>
                        <a:cubicBezTo>
                          <a:pt x="64" y="176"/>
                          <a:pt x="67" y="173"/>
                          <a:pt x="70" y="168"/>
                        </a:cubicBezTo>
                        <a:cubicBezTo>
                          <a:pt x="75" y="168"/>
                          <a:pt x="75" y="168"/>
                          <a:pt x="75" y="168"/>
                        </a:cubicBezTo>
                        <a:cubicBezTo>
                          <a:pt x="86" y="154"/>
                          <a:pt x="96" y="139"/>
                          <a:pt x="106" y="124"/>
                        </a:cubicBezTo>
                        <a:cubicBezTo>
                          <a:pt x="105" y="124"/>
                          <a:pt x="105" y="124"/>
                          <a:pt x="105" y="124"/>
                        </a:cubicBezTo>
                        <a:cubicBezTo>
                          <a:pt x="107" y="123"/>
                          <a:pt x="109" y="121"/>
                          <a:pt x="109" y="118"/>
                        </a:cubicBezTo>
                        <a:cubicBezTo>
                          <a:pt x="110" y="119"/>
                          <a:pt x="110" y="119"/>
                          <a:pt x="110" y="119"/>
                        </a:cubicBezTo>
                        <a:cubicBezTo>
                          <a:pt x="118" y="101"/>
                          <a:pt x="128" y="86"/>
                          <a:pt x="134" y="66"/>
                        </a:cubicBezTo>
                        <a:cubicBezTo>
                          <a:pt x="133" y="67"/>
                          <a:pt x="133" y="67"/>
                          <a:pt x="133" y="67"/>
                        </a:cubicBezTo>
                        <a:cubicBezTo>
                          <a:pt x="133" y="66"/>
                          <a:pt x="133" y="66"/>
                          <a:pt x="133" y="66"/>
                        </a:cubicBezTo>
                        <a:cubicBezTo>
                          <a:pt x="133" y="65"/>
                          <a:pt x="133" y="65"/>
                          <a:pt x="133" y="64"/>
                        </a:cubicBezTo>
                        <a:cubicBezTo>
                          <a:pt x="134" y="65"/>
                          <a:pt x="134" y="65"/>
                          <a:pt x="134" y="65"/>
                        </a:cubicBezTo>
                        <a:cubicBezTo>
                          <a:pt x="142" y="52"/>
                          <a:pt x="145" y="36"/>
                          <a:pt x="149" y="19"/>
                        </a:cubicBezTo>
                        <a:cubicBezTo>
                          <a:pt x="147" y="20"/>
                          <a:pt x="147" y="20"/>
                          <a:pt x="147" y="20"/>
                        </a:cubicBezTo>
                        <a:cubicBezTo>
                          <a:pt x="148" y="16"/>
                          <a:pt x="149" y="12"/>
                          <a:pt x="150" y="7"/>
                        </a:cubicBezTo>
                        <a:cubicBezTo>
                          <a:pt x="151" y="5"/>
                          <a:pt x="151" y="3"/>
                          <a:pt x="152" y="1"/>
                        </a:cubicBezTo>
                        <a:cubicBezTo>
                          <a:pt x="152" y="1"/>
                          <a:pt x="152" y="0"/>
                          <a:pt x="151" y="0"/>
                        </a:cubicBezTo>
                        <a:moveTo>
                          <a:pt x="104" y="122"/>
                        </a:moveTo>
                        <a:cubicBezTo>
                          <a:pt x="105" y="121"/>
                          <a:pt x="105" y="121"/>
                          <a:pt x="105" y="121"/>
                        </a:cubicBezTo>
                        <a:cubicBezTo>
                          <a:pt x="103" y="121"/>
                          <a:pt x="103" y="120"/>
                          <a:pt x="103" y="119"/>
                        </a:cubicBezTo>
                        <a:cubicBezTo>
                          <a:pt x="103" y="119"/>
                          <a:pt x="103" y="118"/>
                          <a:pt x="104" y="117"/>
                        </a:cubicBezTo>
                        <a:cubicBezTo>
                          <a:pt x="105" y="117"/>
                          <a:pt x="106" y="119"/>
                          <a:pt x="107" y="120"/>
                        </a:cubicBezTo>
                        <a:cubicBezTo>
                          <a:pt x="106" y="121"/>
                          <a:pt x="106" y="122"/>
                          <a:pt x="104" y="12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" name="Freeform 111"/>
                  <p:cNvSpPr>
                    <a:spLocks noEditPoints="1"/>
                  </p:cNvSpPr>
                  <p:nvPr/>
                </p:nvSpPr>
                <p:spPr bwMode="auto">
                  <a:xfrm>
                    <a:off x="774701" y="1366839"/>
                    <a:ext cx="73025" cy="68263"/>
                  </a:xfrm>
                  <a:custGeom>
                    <a:avLst/>
                    <a:gdLst>
                      <a:gd name="T0" fmla="*/ 17 w 32"/>
                      <a:gd name="T1" fmla="*/ 10 h 29"/>
                      <a:gd name="T2" fmla="*/ 13 w 32"/>
                      <a:gd name="T3" fmla="*/ 11 h 29"/>
                      <a:gd name="T4" fmla="*/ 11 w 32"/>
                      <a:gd name="T5" fmla="*/ 5 h 29"/>
                      <a:gd name="T6" fmla="*/ 0 w 32"/>
                      <a:gd name="T7" fmla="*/ 13 h 29"/>
                      <a:gd name="T8" fmla="*/ 17 w 32"/>
                      <a:gd name="T9" fmla="*/ 29 h 29"/>
                      <a:gd name="T10" fmla="*/ 21 w 32"/>
                      <a:gd name="T11" fmla="*/ 21 h 29"/>
                      <a:gd name="T12" fmla="*/ 32 w 32"/>
                      <a:gd name="T13" fmla="*/ 19 h 29"/>
                      <a:gd name="T14" fmla="*/ 31 w 32"/>
                      <a:gd name="T15" fmla="*/ 15 h 29"/>
                      <a:gd name="T16" fmla="*/ 30 w 32"/>
                      <a:gd name="T17" fmla="*/ 16 h 29"/>
                      <a:gd name="T18" fmla="*/ 27 w 32"/>
                      <a:gd name="T19" fmla="*/ 10 h 29"/>
                      <a:gd name="T20" fmla="*/ 28 w 32"/>
                      <a:gd name="T21" fmla="*/ 10 h 29"/>
                      <a:gd name="T22" fmla="*/ 16 w 32"/>
                      <a:gd name="T23" fmla="*/ 1 h 29"/>
                      <a:gd name="T24" fmla="*/ 19 w 32"/>
                      <a:gd name="T25" fmla="*/ 7 h 29"/>
                      <a:gd name="T26" fmla="*/ 19 w 32"/>
                      <a:gd name="T27" fmla="*/ 7 h 29"/>
                      <a:gd name="T28" fmla="*/ 17 w 32"/>
                      <a:gd name="T29" fmla="*/ 9 h 29"/>
                      <a:gd name="T30" fmla="*/ 17 w 32"/>
                      <a:gd name="T31" fmla="*/ 10 h 29"/>
                      <a:gd name="T32" fmla="*/ 25 w 32"/>
                      <a:gd name="T33" fmla="*/ 13 h 29"/>
                      <a:gd name="T34" fmla="*/ 26 w 32"/>
                      <a:gd name="T35" fmla="*/ 12 h 29"/>
                      <a:gd name="T36" fmla="*/ 28 w 32"/>
                      <a:gd name="T37" fmla="*/ 15 h 29"/>
                      <a:gd name="T38" fmla="*/ 19 w 32"/>
                      <a:gd name="T39" fmla="*/ 11 h 29"/>
                      <a:gd name="T40" fmla="*/ 19 w 32"/>
                      <a:gd name="T41" fmla="*/ 11 h 29"/>
                      <a:gd name="T42" fmla="*/ 19 w 32"/>
                      <a:gd name="T43" fmla="*/ 11 h 29"/>
                      <a:gd name="T44" fmla="*/ 20 w 32"/>
                      <a:gd name="T45" fmla="*/ 9 h 29"/>
                      <a:gd name="T46" fmla="*/ 25 w 32"/>
                      <a:gd name="T47" fmla="*/ 13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32" h="29">
                        <a:moveTo>
                          <a:pt x="17" y="10"/>
                        </a:moveTo>
                        <a:cubicBezTo>
                          <a:pt x="16" y="10"/>
                          <a:pt x="15" y="12"/>
                          <a:pt x="13" y="11"/>
                        </a:cubicBezTo>
                        <a:cubicBezTo>
                          <a:pt x="12" y="10"/>
                          <a:pt x="12" y="6"/>
                          <a:pt x="11" y="5"/>
                        </a:cubicBezTo>
                        <a:cubicBezTo>
                          <a:pt x="5" y="5"/>
                          <a:pt x="1" y="8"/>
                          <a:pt x="0" y="13"/>
                        </a:cubicBezTo>
                        <a:cubicBezTo>
                          <a:pt x="4" y="19"/>
                          <a:pt x="9" y="26"/>
                          <a:pt x="17" y="29"/>
                        </a:cubicBezTo>
                        <a:cubicBezTo>
                          <a:pt x="18" y="25"/>
                          <a:pt x="19" y="23"/>
                          <a:pt x="21" y="21"/>
                        </a:cubicBezTo>
                        <a:cubicBezTo>
                          <a:pt x="26" y="23"/>
                          <a:pt x="27" y="20"/>
                          <a:pt x="32" y="19"/>
                        </a:cubicBezTo>
                        <a:cubicBezTo>
                          <a:pt x="32" y="18"/>
                          <a:pt x="32" y="16"/>
                          <a:pt x="31" y="15"/>
                        </a:cubicBezTo>
                        <a:cubicBezTo>
                          <a:pt x="30" y="16"/>
                          <a:pt x="30" y="16"/>
                          <a:pt x="30" y="16"/>
                        </a:cubicBezTo>
                        <a:cubicBezTo>
                          <a:pt x="30" y="14"/>
                          <a:pt x="29" y="12"/>
                          <a:pt x="27" y="10"/>
                        </a:cubicBezTo>
                        <a:cubicBezTo>
                          <a:pt x="28" y="10"/>
                          <a:pt x="28" y="10"/>
                          <a:pt x="28" y="10"/>
                        </a:cubicBezTo>
                        <a:cubicBezTo>
                          <a:pt x="27" y="3"/>
                          <a:pt x="24" y="0"/>
                          <a:pt x="16" y="1"/>
                        </a:cubicBezTo>
                        <a:cubicBezTo>
                          <a:pt x="15" y="5"/>
                          <a:pt x="18" y="5"/>
                          <a:pt x="19" y="7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18" y="8"/>
                          <a:pt x="18" y="9"/>
                          <a:pt x="17" y="9"/>
                        </a:cubicBezTo>
                        <a:cubicBezTo>
                          <a:pt x="17" y="10"/>
                          <a:pt x="17" y="10"/>
                          <a:pt x="17" y="10"/>
                        </a:cubicBezTo>
                        <a:moveTo>
                          <a:pt x="25" y="13"/>
                        </a:moveTo>
                        <a:cubicBezTo>
                          <a:pt x="26" y="12"/>
                          <a:pt x="26" y="12"/>
                          <a:pt x="26" y="12"/>
                        </a:cubicBezTo>
                        <a:cubicBezTo>
                          <a:pt x="27" y="13"/>
                          <a:pt x="28" y="14"/>
                          <a:pt x="28" y="15"/>
                        </a:cubicBezTo>
                        <a:cubicBezTo>
                          <a:pt x="23" y="16"/>
                          <a:pt x="23" y="12"/>
                          <a:pt x="19" y="11"/>
                        </a:cubicBezTo>
                        <a:cubicBezTo>
                          <a:pt x="19" y="11"/>
                          <a:pt x="19" y="11"/>
                          <a:pt x="19" y="11"/>
                        </a:cubicBezTo>
                        <a:cubicBezTo>
                          <a:pt x="19" y="11"/>
                          <a:pt x="19" y="11"/>
                          <a:pt x="19" y="11"/>
                        </a:cubicBezTo>
                        <a:cubicBezTo>
                          <a:pt x="19" y="10"/>
                          <a:pt x="20" y="9"/>
                          <a:pt x="20" y="9"/>
                        </a:cubicBezTo>
                        <a:cubicBezTo>
                          <a:pt x="24" y="8"/>
                          <a:pt x="23" y="12"/>
                          <a:pt x="25" y="1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" name="Freeform 112"/>
                  <p:cNvSpPr>
                    <a:spLocks/>
                  </p:cNvSpPr>
                  <p:nvPr/>
                </p:nvSpPr>
                <p:spPr bwMode="auto">
                  <a:xfrm>
                    <a:off x="1028701" y="1641477"/>
                    <a:ext cx="12700" cy="11113"/>
                  </a:xfrm>
                  <a:custGeom>
                    <a:avLst/>
                    <a:gdLst>
                      <a:gd name="T0" fmla="*/ 3 w 5"/>
                      <a:gd name="T1" fmla="*/ 1 h 5"/>
                      <a:gd name="T2" fmla="*/ 2 w 5"/>
                      <a:gd name="T3" fmla="*/ 0 h 5"/>
                      <a:gd name="T4" fmla="*/ 0 w 5"/>
                      <a:gd name="T5" fmla="*/ 1 h 5"/>
                      <a:gd name="T6" fmla="*/ 0 w 5"/>
                      <a:gd name="T7" fmla="*/ 2 h 5"/>
                      <a:gd name="T8" fmla="*/ 1 w 5"/>
                      <a:gd name="T9" fmla="*/ 3 h 5"/>
                      <a:gd name="T10" fmla="*/ 3 w 5"/>
                      <a:gd name="T11" fmla="*/ 4 h 5"/>
                      <a:gd name="T12" fmla="*/ 4 w 5"/>
                      <a:gd name="T13" fmla="*/ 5 h 5"/>
                      <a:gd name="T14" fmla="*/ 5 w 5"/>
                      <a:gd name="T15" fmla="*/ 4 h 5"/>
                      <a:gd name="T16" fmla="*/ 4 w 5"/>
                      <a:gd name="T17" fmla="*/ 3 h 5"/>
                      <a:gd name="T18" fmla="*/ 3 w 5"/>
                      <a:gd name="T1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3" y="1"/>
                        </a:moveTo>
                        <a:cubicBezTo>
                          <a:pt x="2" y="1"/>
                          <a:pt x="2" y="1"/>
                          <a:pt x="2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3"/>
                        </a:cubicBezTo>
                        <a:cubicBezTo>
                          <a:pt x="2" y="3"/>
                          <a:pt x="2" y="4"/>
                          <a:pt x="3" y="4"/>
                        </a:cubicBezTo>
                        <a:cubicBezTo>
                          <a:pt x="3" y="5"/>
                          <a:pt x="4" y="5"/>
                          <a:pt x="4" y="5"/>
                        </a:cubicBezTo>
                        <a:cubicBezTo>
                          <a:pt x="4" y="5"/>
                          <a:pt x="4" y="4"/>
                          <a:pt x="5" y="4"/>
                        </a:cubicBezTo>
                        <a:cubicBezTo>
                          <a:pt x="5" y="4"/>
                          <a:pt x="5" y="3"/>
                          <a:pt x="4" y="3"/>
                        </a:cubicBezTo>
                        <a:cubicBezTo>
                          <a:pt x="4" y="2"/>
                          <a:pt x="3" y="2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" name="Freeform 113"/>
                  <p:cNvSpPr>
                    <a:spLocks/>
                  </p:cNvSpPr>
                  <p:nvPr/>
                </p:nvSpPr>
                <p:spPr bwMode="auto">
                  <a:xfrm>
                    <a:off x="1841501" y="1652589"/>
                    <a:ext cx="207963" cy="139700"/>
                  </a:xfrm>
                  <a:custGeom>
                    <a:avLst/>
                    <a:gdLst>
                      <a:gd name="T0" fmla="*/ 86 w 90"/>
                      <a:gd name="T1" fmla="*/ 6 h 60"/>
                      <a:gd name="T2" fmla="*/ 89 w 90"/>
                      <a:gd name="T3" fmla="*/ 2 h 60"/>
                      <a:gd name="T4" fmla="*/ 89 w 90"/>
                      <a:gd name="T5" fmla="*/ 0 h 60"/>
                      <a:gd name="T6" fmla="*/ 88 w 90"/>
                      <a:gd name="T7" fmla="*/ 0 h 60"/>
                      <a:gd name="T8" fmla="*/ 84 w 90"/>
                      <a:gd name="T9" fmla="*/ 5 h 60"/>
                      <a:gd name="T10" fmla="*/ 76 w 90"/>
                      <a:gd name="T11" fmla="*/ 11 h 60"/>
                      <a:gd name="T12" fmla="*/ 77 w 90"/>
                      <a:gd name="T13" fmla="*/ 9 h 60"/>
                      <a:gd name="T14" fmla="*/ 67 w 90"/>
                      <a:gd name="T15" fmla="*/ 1 h 60"/>
                      <a:gd name="T16" fmla="*/ 57 w 90"/>
                      <a:gd name="T17" fmla="*/ 2 h 60"/>
                      <a:gd name="T18" fmla="*/ 53 w 90"/>
                      <a:gd name="T19" fmla="*/ 21 h 60"/>
                      <a:gd name="T20" fmla="*/ 48 w 90"/>
                      <a:gd name="T21" fmla="*/ 12 h 60"/>
                      <a:gd name="T22" fmla="*/ 48 w 90"/>
                      <a:gd name="T23" fmla="*/ 11 h 60"/>
                      <a:gd name="T24" fmla="*/ 47 w 90"/>
                      <a:gd name="T25" fmla="*/ 10 h 60"/>
                      <a:gd name="T26" fmla="*/ 46 w 90"/>
                      <a:gd name="T27" fmla="*/ 11 h 60"/>
                      <a:gd name="T28" fmla="*/ 46 w 90"/>
                      <a:gd name="T29" fmla="*/ 12 h 60"/>
                      <a:gd name="T30" fmla="*/ 42 w 90"/>
                      <a:gd name="T31" fmla="*/ 14 h 60"/>
                      <a:gd name="T32" fmla="*/ 38 w 90"/>
                      <a:gd name="T33" fmla="*/ 9 h 60"/>
                      <a:gd name="T34" fmla="*/ 30 w 90"/>
                      <a:gd name="T35" fmla="*/ 35 h 60"/>
                      <a:gd name="T36" fmla="*/ 30 w 90"/>
                      <a:gd name="T37" fmla="*/ 35 h 60"/>
                      <a:gd name="T38" fmla="*/ 28 w 90"/>
                      <a:gd name="T39" fmla="*/ 34 h 60"/>
                      <a:gd name="T40" fmla="*/ 29 w 90"/>
                      <a:gd name="T41" fmla="*/ 17 h 60"/>
                      <a:gd name="T42" fmla="*/ 6 w 90"/>
                      <a:gd name="T43" fmla="*/ 39 h 60"/>
                      <a:gd name="T44" fmla="*/ 18 w 90"/>
                      <a:gd name="T45" fmla="*/ 37 h 60"/>
                      <a:gd name="T46" fmla="*/ 2 w 90"/>
                      <a:gd name="T47" fmla="*/ 44 h 60"/>
                      <a:gd name="T48" fmla="*/ 2 w 90"/>
                      <a:gd name="T49" fmla="*/ 60 h 60"/>
                      <a:gd name="T50" fmla="*/ 24 w 90"/>
                      <a:gd name="T51" fmla="*/ 51 h 60"/>
                      <a:gd name="T52" fmla="*/ 22 w 90"/>
                      <a:gd name="T53" fmla="*/ 41 h 60"/>
                      <a:gd name="T54" fmla="*/ 27 w 90"/>
                      <a:gd name="T55" fmla="*/ 36 h 60"/>
                      <a:gd name="T56" fmla="*/ 27 w 90"/>
                      <a:gd name="T57" fmla="*/ 35 h 60"/>
                      <a:gd name="T58" fmla="*/ 30 w 90"/>
                      <a:gd name="T59" fmla="*/ 37 h 60"/>
                      <a:gd name="T60" fmla="*/ 30 w 90"/>
                      <a:gd name="T61" fmla="*/ 37 h 60"/>
                      <a:gd name="T62" fmla="*/ 29 w 90"/>
                      <a:gd name="T63" fmla="*/ 45 h 60"/>
                      <a:gd name="T64" fmla="*/ 78 w 90"/>
                      <a:gd name="T65" fmla="*/ 13 h 60"/>
                      <a:gd name="T66" fmla="*/ 77 w 90"/>
                      <a:gd name="T67" fmla="*/ 12 h 60"/>
                      <a:gd name="T68" fmla="*/ 86 w 90"/>
                      <a:gd name="T69" fmla="*/ 6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90" h="60">
                        <a:moveTo>
                          <a:pt x="86" y="6"/>
                        </a:moveTo>
                        <a:cubicBezTo>
                          <a:pt x="87" y="4"/>
                          <a:pt x="88" y="3"/>
                          <a:pt x="89" y="2"/>
                        </a:cubicBezTo>
                        <a:cubicBezTo>
                          <a:pt x="90" y="1"/>
                          <a:pt x="90" y="1"/>
                          <a:pt x="89" y="0"/>
                        </a:cubicBezTo>
                        <a:cubicBezTo>
                          <a:pt x="89" y="0"/>
                          <a:pt x="88" y="0"/>
                          <a:pt x="88" y="0"/>
                        </a:cubicBezTo>
                        <a:cubicBezTo>
                          <a:pt x="86" y="2"/>
                          <a:pt x="85" y="3"/>
                          <a:pt x="84" y="5"/>
                        </a:cubicBezTo>
                        <a:cubicBezTo>
                          <a:pt x="82" y="8"/>
                          <a:pt x="80" y="10"/>
                          <a:pt x="76" y="11"/>
                        </a:cubicBezTo>
                        <a:cubicBezTo>
                          <a:pt x="77" y="9"/>
                          <a:pt x="77" y="9"/>
                          <a:pt x="77" y="9"/>
                        </a:cubicBezTo>
                        <a:cubicBezTo>
                          <a:pt x="72" y="8"/>
                          <a:pt x="67" y="7"/>
                          <a:pt x="67" y="1"/>
                        </a:cubicBezTo>
                        <a:cubicBezTo>
                          <a:pt x="64" y="1"/>
                          <a:pt x="59" y="0"/>
                          <a:pt x="57" y="2"/>
                        </a:cubicBezTo>
                        <a:cubicBezTo>
                          <a:pt x="58" y="8"/>
                          <a:pt x="56" y="17"/>
                          <a:pt x="53" y="21"/>
                        </a:cubicBezTo>
                        <a:cubicBezTo>
                          <a:pt x="50" y="19"/>
                          <a:pt x="53" y="12"/>
                          <a:pt x="48" y="12"/>
                        </a:cubicBezTo>
                        <a:cubicBezTo>
                          <a:pt x="48" y="11"/>
                          <a:pt x="48" y="11"/>
                          <a:pt x="48" y="11"/>
                        </a:cubicBezTo>
                        <a:cubicBezTo>
                          <a:pt x="48" y="11"/>
                          <a:pt x="47" y="10"/>
                          <a:pt x="47" y="10"/>
                        </a:cubicBezTo>
                        <a:cubicBezTo>
                          <a:pt x="46" y="10"/>
                          <a:pt x="46" y="11"/>
                          <a:pt x="46" y="11"/>
                        </a:cubicBezTo>
                        <a:cubicBezTo>
                          <a:pt x="46" y="12"/>
                          <a:pt x="46" y="12"/>
                          <a:pt x="46" y="12"/>
                        </a:cubicBezTo>
                        <a:cubicBezTo>
                          <a:pt x="44" y="12"/>
                          <a:pt x="44" y="14"/>
                          <a:pt x="42" y="14"/>
                        </a:cubicBezTo>
                        <a:cubicBezTo>
                          <a:pt x="41" y="13"/>
                          <a:pt x="41" y="9"/>
                          <a:pt x="38" y="9"/>
                        </a:cubicBezTo>
                        <a:cubicBezTo>
                          <a:pt x="29" y="13"/>
                          <a:pt x="37" y="32"/>
                          <a:pt x="30" y="35"/>
                        </a:cubicBezTo>
                        <a:cubicBezTo>
                          <a:pt x="30" y="35"/>
                          <a:pt x="30" y="35"/>
                          <a:pt x="30" y="35"/>
                        </a:cubicBezTo>
                        <a:cubicBezTo>
                          <a:pt x="29" y="34"/>
                          <a:pt x="29" y="34"/>
                          <a:pt x="28" y="34"/>
                        </a:cubicBezTo>
                        <a:cubicBezTo>
                          <a:pt x="28" y="28"/>
                          <a:pt x="30" y="20"/>
                          <a:pt x="29" y="17"/>
                        </a:cubicBezTo>
                        <a:cubicBezTo>
                          <a:pt x="21" y="25"/>
                          <a:pt x="2" y="25"/>
                          <a:pt x="6" y="39"/>
                        </a:cubicBezTo>
                        <a:cubicBezTo>
                          <a:pt x="9" y="39"/>
                          <a:pt x="14" y="33"/>
                          <a:pt x="18" y="37"/>
                        </a:cubicBezTo>
                        <a:cubicBezTo>
                          <a:pt x="13" y="40"/>
                          <a:pt x="9" y="44"/>
                          <a:pt x="2" y="44"/>
                        </a:cubicBezTo>
                        <a:cubicBezTo>
                          <a:pt x="2" y="48"/>
                          <a:pt x="0" y="55"/>
                          <a:pt x="2" y="60"/>
                        </a:cubicBezTo>
                        <a:cubicBezTo>
                          <a:pt x="10" y="58"/>
                          <a:pt x="16" y="53"/>
                          <a:pt x="24" y="51"/>
                        </a:cubicBezTo>
                        <a:cubicBezTo>
                          <a:pt x="26" y="45"/>
                          <a:pt x="22" y="45"/>
                          <a:pt x="22" y="41"/>
                        </a:cubicBezTo>
                        <a:cubicBezTo>
                          <a:pt x="25" y="41"/>
                          <a:pt x="25" y="37"/>
                          <a:pt x="27" y="36"/>
                        </a:cubicBezTo>
                        <a:cubicBezTo>
                          <a:pt x="27" y="35"/>
                          <a:pt x="27" y="35"/>
                          <a:pt x="27" y="35"/>
                        </a:cubicBezTo>
                        <a:cubicBezTo>
                          <a:pt x="28" y="36"/>
                          <a:pt x="29" y="37"/>
                          <a:pt x="30" y="37"/>
                        </a:cubicBezTo>
                        <a:cubicBezTo>
                          <a:pt x="30" y="37"/>
                          <a:pt x="30" y="37"/>
                          <a:pt x="30" y="37"/>
                        </a:cubicBezTo>
                        <a:cubicBezTo>
                          <a:pt x="28" y="39"/>
                          <a:pt x="28" y="42"/>
                          <a:pt x="29" y="45"/>
                        </a:cubicBezTo>
                        <a:cubicBezTo>
                          <a:pt x="49" y="39"/>
                          <a:pt x="63" y="25"/>
                          <a:pt x="78" y="13"/>
                        </a:cubicBezTo>
                        <a:cubicBezTo>
                          <a:pt x="77" y="12"/>
                          <a:pt x="77" y="12"/>
                          <a:pt x="77" y="12"/>
                        </a:cubicBezTo>
                        <a:cubicBezTo>
                          <a:pt x="82" y="12"/>
                          <a:pt x="84" y="9"/>
                          <a:pt x="86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" name="Freeform 114"/>
                  <p:cNvSpPr>
                    <a:spLocks/>
                  </p:cNvSpPr>
                  <p:nvPr/>
                </p:nvSpPr>
                <p:spPr bwMode="auto">
                  <a:xfrm>
                    <a:off x="1600201" y="1801814"/>
                    <a:ext cx="17463" cy="11113"/>
                  </a:xfrm>
                  <a:custGeom>
                    <a:avLst/>
                    <a:gdLst>
                      <a:gd name="T0" fmla="*/ 7 w 8"/>
                      <a:gd name="T1" fmla="*/ 1 h 5"/>
                      <a:gd name="T2" fmla="*/ 5 w 8"/>
                      <a:gd name="T3" fmla="*/ 1 h 5"/>
                      <a:gd name="T4" fmla="*/ 0 w 8"/>
                      <a:gd name="T5" fmla="*/ 4 h 5"/>
                      <a:gd name="T6" fmla="*/ 0 w 8"/>
                      <a:gd name="T7" fmla="*/ 5 h 5"/>
                      <a:gd name="T8" fmla="*/ 1 w 8"/>
                      <a:gd name="T9" fmla="*/ 5 h 5"/>
                      <a:gd name="T10" fmla="*/ 2 w 8"/>
                      <a:gd name="T11" fmla="*/ 5 h 5"/>
                      <a:gd name="T12" fmla="*/ 5 w 8"/>
                      <a:gd name="T13" fmla="*/ 3 h 5"/>
                      <a:gd name="T14" fmla="*/ 7 w 8"/>
                      <a:gd name="T15" fmla="*/ 2 h 5"/>
                      <a:gd name="T16" fmla="*/ 8 w 8"/>
                      <a:gd name="T17" fmla="*/ 1 h 5"/>
                      <a:gd name="T18" fmla="*/ 7 w 8"/>
                      <a:gd name="T1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" h="5">
                        <a:moveTo>
                          <a:pt x="7" y="1"/>
                        </a:moveTo>
                        <a:cubicBezTo>
                          <a:pt x="6" y="1"/>
                          <a:pt x="5" y="1"/>
                          <a:pt x="5" y="1"/>
                        </a:cubicBezTo>
                        <a:cubicBezTo>
                          <a:pt x="3" y="1"/>
                          <a:pt x="1" y="2"/>
                          <a:pt x="0" y="4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2" y="5"/>
                          <a:pt x="2" y="5"/>
                        </a:cubicBezTo>
                        <a:cubicBezTo>
                          <a:pt x="3" y="4"/>
                          <a:pt x="4" y="3"/>
                          <a:pt x="5" y="3"/>
                        </a:cubicBezTo>
                        <a:cubicBezTo>
                          <a:pt x="6" y="3"/>
                          <a:pt x="7" y="3"/>
                          <a:pt x="7" y="2"/>
                        </a:cubicBezTo>
                        <a:cubicBezTo>
                          <a:pt x="8" y="2"/>
                          <a:pt x="8" y="2"/>
                          <a:pt x="8" y="1"/>
                        </a:cubicBezTo>
                        <a:cubicBezTo>
                          <a:pt x="8" y="1"/>
                          <a:pt x="7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" name="Freeform 115"/>
                  <p:cNvSpPr>
                    <a:spLocks noEditPoints="1"/>
                  </p:cNvSpPr>
                  <p:nvPr/>
                </p:nvSpPr>
                <p:spPr bwMode="auto">
                  <a:xfrm>
                    <a:off x="1717676" y="1728789"/>
                    <a:ext cx="128588" cy="104775"/>
                  </a:xfrm>
                  <a:custGeom>
                    <a:avLst/>
                    <a:gdLst>
                      <a:gd name="T0" fmla="*/ 44 w 55"/>
                      <a:gd name="T1" fmla="*/ 9 h 45"/>
                      <a:gd name="T2" fmla="*/ 45 w 55"/>
                      <a:gd name="T3" fmla="*/ 10 h 45"/>
                      <a:gd name="T4" fmla="*/ 41 w 55"/>
                      <a:gd name="T5" fmla="*/ 7 h 45"/>
                      <a:gd name="T6" fmla="*/ 41 w 55"/>
                      <a:gd name="T7" fmla="*/ 8 h 45"/>
                      <a:gd name="T8" fmla="*/ 37 w 55"/>
                      <a:gd name="T9" fmla="*/ 8 h 45"/>
                      <a:gd name="T10" fmla="*/ 11 w 55"/>
                      <a:gd name="T11" fmla="*/ 20 h 45"/>
                      <a:gd name="T12" fmla="*/ 10 w 55"/>
                      <a:gd name="T13" fmla="*/ 19 h 45"/>
                      <a:gd name="T14" fmla="*/ 12 w 55"/>
                      <a:gd name="T15" fmla="*/ 27 h 45"/>
                      <a:gd name="T16" fmla="*/ 11 w 55"/>
                      <a:gd name="T17" fmla="*/ 22 h 45"/>
                      <a:gd name="T18" fmla="*/ 12 w 55"/>
                      <a:gd name="T19" fmla="*/ 23 h 45"/>
                      <a:gd name="T20" fmla="*/ 12 w 55"/>
                      <a:gd name="T21" fmla="*/ 30 h 45"/>
                      <a:gd name="T22" fmla="*/ 20 w 55"/>
                      <a:gd name="T23" fmla="*/ 37 h 45"/>
                      <a:gd name="T24" fmla="*/ 45 w 55"/>
                      <a:gd name="T25" fmla="*/ 31 h 45"/>
                      <a:gd name="T26" fmla="*/ 44 w 55"/>
                      <a:gd name="T27" fmla="*/ 29 h 45"/>
                      <a:gd name="T28" fmla="*/ 45 w 55"/>
                      <a:gd name="T29" fmla="*/ 25 h 45"/>
                      <a:gd name="T30" fmla="*/ 47 w 55"/>
                      <a:gd name="T31" fmla="*/ 24 h 45"/>
                      <a:gd name="T32" fmla="*/ 40 w 55"/>
                      <a:gd name="T33" fmla="*/ 14 h 45"/>
                      <a:gd name="T34" fmla="*/ 39 w 55"/>
                      <a:gd name="T35" fmla="*/ 11 h 45"/>
                      <a:gd name="T36" fmla="*/ 41 w 55"/>
                      <a:gd name="T37" fmla="*/ 10 h 45"/>
                      <a:gd name="T38" fmla="*/ 30 w 55"/>
                      <a:gd name="T39" fmla="*/ 32 h 45"/>
                      <a:gd name="T40" fmla="*/ 29 w 55"/>
                      <a:gd name="T41" fmla="*/ 31 h 45"/>
                      <a:gd name="T42" fmla="*/ 32 w 55"/>
                      <a:gd name="T43" fmla="*/ 31 h 45"/>
                      <a:gd name="T44" fmla="*/ 31 w 55"/>
                      <a:gd name="T45" fmla="*/ 28 h 45"/>
                      <a:gd name="T46" fmla="*/ 37 w 55"/>
                      <a:gd name="T47" fmla="*/ 26 h 45"/>
                      <a:gd name="T48" fmla="*/ 37 w 55"/>
                      <a:gd name="T49" fmla="*/ 27 h 45"/>
                      <a:gd name="T50" fmla="*/ 40 w 55"/>
                      <a:gd name="T51" fmla="*/ 23 h 45"/>
                      <a:gd name="T52" fmla="*/ 44 w 55"/>
                      <a:gd name="T53" fmla="*/ 23 h 45"/>
                      <a:gd name="T54" fmla="*/ 43 w 55"/>
                      <a:gd name="T55" fmla="*/ 25 h 45"/>
                      <a:gd name="T56" fmla="*/ 42 w 55"/>
                      <a:gd name="T57" fmla="*/ 28 h 45"/>
                      <a:gd name="T58" fmla="*/ 40 w 55"/>
                      <a:gd name="T59" fmla="*/ 26 h 45"/>
                      <a:gd name="T60" fmla="*/ 39 w 55"/>
                      <a:gd name="T61" fmla="*/ 26 h 45"/>
                      <a:gd name="T62" fmla="*/ 40 w 55"/>
                      <a:gd name="T63" fmla="*/ 23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55" h="45">
                        <a:moveTo>
                          <a:pt x="41" y="10"/>
                        </a:moveTo>
                        <a:cubicBezTo>
                          <a:pt x="42" y="10"/>
                          <a:pt x="43" y="9"/>
                          <a:pt x="44" y="9"/>
                        </a:cubicBezTo>
                        <a:cubicBezTo>
                          <a:pt x="44" y="9"/>
                          <a:pt x="44" y="9"/>
                          <a:pt x="44" y="9"/>
                        </a:cubicBezTo>
                        <a:cubicBezTo>
                          <a:pt x="45" y="10"/>
                          <a:pt x="45" y="10"/>
                          <a:pt x="45" y="10"/>
                        </a:cubicBezTo>
                        <a:cubicBezTo>
                          <a:pt x="51" y="9"/>
                          <a:pt x="55" y="8"/>
                          <a:pt x="55" y="2"/>
                        </a:cubicBezTo>
                        <a:cubicBezTo>
                          <a:pt x="51" y="0"/>
                          <a:pt x="43" y="3"/>
                          <a:pt x="41" y="7"/>
                        </a:cubicBezTo>
                        <a:cubicBezTo>
                          <a:pt x="42" y="7"/>
                          <a:pt x="42" y="7"/>
                          <a:pt x="42" y="7"/>
                        </a:cubicBezTo>
                        <a:cubicBezTo>
                          <a:pt x="42" y="8"/>
                          <a:pt x="41" y="8"/>
                          <a:pt x="41" y="8"/>
                        </a:cubicBezTo>
                        <a:cubicBezTo>
                          <a:pt x="40" y="8"/>
                          <a:pt x="39" y="9"/>
                          <a:pt x="38" y="10"/>
                        </a:cubicBezTo>
                        <a:cubicBezTo>
                          <a:pt x="37" y="8"/>
                          <a:pt x="37" y="8"/>
                          <a:pt x="37" y="8"/>
                        </a:cubicBezTo>
                        <a:cubicBezTo>
                          <a:pt x="31" y="16"/>
                          <a:pt x="18" y="11"/>
                          <a:pt x="10" y="19"/>
                        </a:cubicBezTo>
                        <a:cubicBezTo>
                          <a:pt x="11" y="20"/>
                          <a:pt x="11" y="20"/>
                          <a:pt x="11" y="20"/>
                        </a:cubicBezTo>
                        <a:cubicBezTo>
                          <a:pt x="10" y="20"/>
                          <a:pt x="10" y="20"/>
                          <a:pt x="10" y="20"/>
                        </a:cubicBezTo>
                        <a:cubicBezTo>
                          <a:pt x="10" y="19"/>
                          <a:pt x="10" y="19"/>
                          <a:pt x="10" y="19"/>
                        </a:cubicBezTo>
                        <a:cubicBezTo>
                          <a:pt x="1" y="19"/>
                          <a:pt x="1" y="19"/>
                          <a:pt x="1" y="19"/>
                        </a:cubicBezTo>
                        <a:cubicBezTo>
                          <a:pt x="0" y="27"/>
                          <a:pt x="5" y="28"/>
                          <a:pt x="12" y="27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17" y="28"/>
                          <a:pt x="11" y="25"/>
                          <a:pt x="12" y="30"/>
                        </a:cubicBezTo>
                        <a:cubicBezTo>
                          <a:pt x="12" y="32"/>
                          <a:pt x="14" y="32"/>
                          <a:pt x="13" y="35"/>
                        </a:cubicBezTo>
                        <a:cubicBezTo>
                          <a:pt x="16" y="35"/>
                          <a:pt x="19" y="32"/>
                          <a:pt x="20" y="37"/>
                        </a:cubicBezTo>
                        <a:cubicBezTo>
                          <a:pt x="19" y="39"/>
                          <a:pt x="13" y="36"/>
                          <a:pt x="14" y="41"/>
                        </a:cubicBezTo>
                        <a:cubicBezTo>
                          <a:pt x="22" y="45"/>
                          <a:pt x="37" y="35"/>
                          <a:pt x="45" y="31"/>
                        </a:cubicBezTo>
                        <a:cubicBezTo>
                          <a:pt x="43" y="30"/>
                          <a:pt x="43" y="30"/>
                          <a:pt x="43" y="30"/>
                        </a:cubicBezTo>
                        <a:cubicBezTo>
                          <a:pt x="44" y="29"/>
                          <a:pt x="44" y="29"/>
                          <a:pt x="44" y="29"/>
                        </a:cubicBezTo>
                        <a:cubicBezTo>
                          <a:pt x="45" y="29"/>
                          <a:pt x="45" y="29"/>
                          <a:pt x="45" y="29"/>
                        </a:cubicBezTo>
                        <a:cubicBezTo>
                          <a:pt x="45" y="28"/>
                          <a:pt x="45" y="26"/>
                          <a:pt x="45" y="25"/>
                        </a:cubicBezTo>
                        <a:cubicBezTo>
                          <a:pt x="46" y="25"/>
                          <a:pt x="46" y="24"/>
                          <a:pt x="46" y="24"/>
                        </a:cubicBezTo>
                        <a:cubicBezTo>
                          <a:pt x="47" y="24"/>
                          <a:pt x="47" y="24"/>
                          <a:pt x="47" y="24"/>
                        </a:cubicBezTo>
                        <a:cubicBezTo>
                          <a:pt x="48" y="22"/>
                          <a:pt x="51" y="20"/>
                          <a:pt x="51" y="16"/>
                        </a:cubicBezTo>
                        <a:cubicBezTo>
                          <a:pt x="49" y="13"/>
                          <a:pt x="41" y="17"/>
                          <a:pt x="40" y="14"/>
                        </a:cubicBezTo>
                        <a:cubicBezTo>
                          <a:pt x="40" y="12"/>
                          <a:pt x="40" y="12"/>
                          <a:pt x="40" y="12"/>
                        </a:cubicBezTo>
                        <a:cubicBezTo>
                          <a:pt x="39" y="11"/>
                          <a:pt x="39" y="11"/>
                          <a:pt x="39" y="11"/>
                        </a:cubicBezTo>
                        <a:cubicBezTo>
                          <a:pt x="39" y="11"/>
                          <a:pt x="39" y="11"/>
                          <a:pt x="39" y="11"/>
                        </a:cubicBezTo>
                        <a:cubicBezTo>
                          <a:pt x="40" y="11"/>
                          <a:pt x="40" y="10"/>
                          <a:pt x="41" y="10"/>
                        </a:cubicBezTo>
                        <a:moveTo>
                          <a:pt x="29" y="31"/>
                        </a:moveTo>
                        <a:cubicBezTo>
                          <a:pt x="30" y="32"/>
                          <a:pt x="30" y="32"/>
                          <a:pt x="30" y="32"/>
                        </a:cubicBezTo>
                        <a:cubicBezTo>
                          <a:pt x="29" y="32"/>
                          <a:pt x="27" y="32"/>
                          <a:pt x="25" y="34"/>
                        </a:cubicBezTo>
                        <a:cubicBezTo>
                          <a:pt x="25" y="31"/>
                          <a:pt x="26" y="31"/>
                          <a:pt x="29" y="31"/>
                        </a:cubicBezTo>
                        <a:moveTo>
                          <a:pt x="32" y="30"/>
                        </a:moveTo>
                        <a:cubicBezTo>
                          <a:pt x="32" y="31"/>
                          <a:pt x="32" y="31"/>
                          <a:pt x="32" y="31"/>
                        </a:cubicBezTo>
                        <a:cubicBezTo>
                          <a:pt x="30" y="29"/>
                          <a:pt x="30" y="29"/>
                          <a:pt x="30" y="29"/>
                        </a:cubicBezTo>
                        <a:cubicBezTo>
                          <a:pt x="31" y="28"/>
                          <a:pt x="31" y="28"/>
                          <a:pt x="31" y="28"/>
                        </a:cubicBezTo>
                        <a:cubicBezTo>
                          <a:pt x="32" y="27"/>
                          <a:pt x="34" y="27"/>
                          <a:pt x="37" y="27"/>
                        </a:cubicBezTo>
                        <a:cubicBezTo>
                          <a:pt x="37" y="26"/>
                          <a:pt x="37" y="26"/>
                          <a:pt x="37" y="26"/>
                        </a:cubicBezTo>
                        <a:cubicBezTo>
                          <a:pt x="38" y="27"/>
                          <a:pt x="38" y="27"/>
                          <a:pt x="38" y="27"/>
                        </a:cubicBezTo>
                        <a:cubicBezTo>
                          <a:pt x="37" y="27"/>
                          <a:pt x="37" y="27"/>
                          <a:pt x="37" y="27"/>
                        </a:cubicBezTo>
                        <a:cubicBezTo>
                          <a:pt x="37" y="29"/>
                          <a:pt x="35" y="30"/>
                          <a:pt x="32" y="30"/>
                        </a:cubicBezTo>
                        <a:moveTo>
                          <a:pt x="40" y="23"/>
                        </a:moveTo>
                        <a:cubicBezTo>
                          <a:pt x="43" y="23"/>
                          <a:pt x="43" y="23"/>
                          <a:pt x="43" y="23"/>
                        </a:cubicBezTo>
                        <a:cubicBezTo>
                          <a:pt x="44" y="23"/>
                          <a:pt x="44" y="23"/>
                          <a:pt x="44" y="23"/>
                        </a:cubicBezTo>
                        <a:cubicBezTo>
                          <a:pt x="44" y="24"/>
                          <a:pt x="44" y="24"/>
                          <a:pt x="44" y="24"/>
                        </a:cubicBezTo>
                        <a:cubicBezTo>
                          <a:pt x="44" y="24"/>
                          <a:pt x="44" y="24"/>
                          <a:pt x="43" y="25"/>
                        </a:cubicBezTo>
                        <a:cubicBezTo>
                          <a:pt x="43" y="26"/>
                          <a:pt x="43" y="27"/>
                          <a:pt x="43" y="28"/>
                        </a:cubicBezTo>
                        <a:cubicBezTo>
                          <a:pt x="42" y="28"/>
                          <a:pt x="42" y="28"/>
                          <a:pt x="42" y="28"/>
                        </a:cubicBezTo>
                        <a:cubicBezTo>
                          <a:pt x="43" y="26"/>
                          <a:pt x="43" y="26"/>
                          <a:pt x="43" y="26"/>
                        </a:cubicBezTo>
                        <a:cubicBezTo>
                          <a:pt x="40" y="26"/>
                          <a:pt x="40" y="26"/>
                          <a:pt x="40" y="26"/>
                        </a:cubicBezTo>
                        <a:cubicBezTo>
                          <a:pt x="40" y="26"/>
                          <a:pt x="40" y="26"/>
                          <a:pt x="40" y="26"/>
                        </a:cubicBezTo>
                        <a:cubicBezTo>
                          <a:pt x="39" y="26"/>
                          <a:pt x="39" y="26"/>
                          <a:pt x="39" y="26"/>
                        </a:cubicBezTo>
                        <a:cubicBezTo>
                          <a:pt x="40" y="26"/>
                          <a:pt x="40" y="26"/>
                          <a:pt x="40" y="26"/>
                        </a:cubicBezTo>
                        <a:lnTo>
                          <a:pt x="40" y="2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" name="Freeform 127"/>
                  <p:cNvSpPr>
                    <a:spLocks/>
                  </p:cNvSpPr>
                  <p:nvPr/>
                </p:nvSpPr>
                <p:spPr bwMode="auto">
                  <a:xfrm>
                    <a:off x="1817688" y="808039"/>
                    <a:ext cx="0" cy="6350"/>
                  </a:xfrm>
                  <a:custGeom>
                    <a:avLst/>
                    <a:gdLst>
                      <a:gd name="T0" fmla="*/ 1 h 4"/>
                      <a:gd name="T1" fmla="*/ 0 h 4"/>
                      <a:gd name="T2" fmla="*/ 0 h 4"/>
                      <a:gd name="T3" fmla="*/ 1 h 4"/>
                      <a:gd name="T4" fmla="*/ 4 h 4"/>
                      <a:gd name="T5" fmla="*/ 4 h 4"/>
                      <a:gd name="T6" fmla="*/ 1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4">
                        <a:moveTo>
                          <a:pt x="0" y="1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0" y="4"/>
                        </a:lnTo>
                        <a:lnTo>
                          <a:pt x="0" y="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" name="Freeform 135"/>
                  <p:cNvSpPr>
                    <a:spLocks/>
                  </p:cNvSpPr>
                  <p:nvPr/>
                </p:nvSpPr>
                <p:spPr bwMode="auto">
                  <a:xfrm>
                    <a:off x="1581151" y="765177"/>
                    <a:ext cx="11113" cy="9525"/>
                  </a:xfrm>
                  <a:custGeom>
                    <a:avLst/>
                    <a:gdLst>
                      <a:gd name="T0" fmla="*/ 0 w 5"/>
                      <a:gd name="T1" fmla="*/ 3 h 4"/>
                      <a:gd name="T2" fmla="*/ 4 w 5"/>
                      <a:gd name="T3" fmla="*/ 4 h 4"/>
                      <a:gd name="T4" fmla="*/ 1 w 5"/>
                      <a:gd name="T5" fmla="*/ 4 h 4"/>
                      <a:gd name="T6" fmla="*/ 1 w 5"/>
                      <a:gd name="T7" fmla="*/ 3 h 4"/>
                      <a:gd name="T8" fmla="*/ 0 w 5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4">
                        <a:moveTo>
                          <a:pt x="0" y="3"/>
                        </a:moveTo>
                        <a:cubicBezTo>
                          <a:pt x="0" y="0"/>
                          <a:pt x="5" y="2"/>
                          <a:pt x="4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" name="Freeform 141"/>
                  <p:cNvSpPr>
                    <a:spLocks/>
                  </p:cNvSpPr>
                  <p:nvPr/>
                </p:nvSpPr>
                <p:spPr bwMode="auto">
                  <a:xfrm>
                    <a:off x="1576388" y="1282702"/>
                    <a:ext cx="15875" cy="14288"/>
                  </a:xfrm>
                  <a:custGeom>
                    <a:avLst/>
                    <a:gdLst>
                      <a:gd name="T0" fmla="*/ 3 w 7"/>
                      <a:gd name="T1" fmla="*/ 0 h 6"/>
                      <a:gd name="T2" fmla="*/ 4 w 7"/>
                      <a:gd name="T3" fmla="*/ 0 h 6"/>
                      <a:gd name="T4" fmla="*/ 7 w 7"/>
                      <a:gd name="T5" fmla="*/ 6 h 6"/>
                      <a:gd name="T6" fmla="*/ 0 w 7"/>
                      <a:gd name="T7" fmla="*/ 4 h 6"/>
                      <a:gd name="T8" fmla="*/ 2 w 7"/>
                      <a:gd name="T9" fmla="*/ 0 h 6"/>
                      <a:gd name="T10" fmla="*/ 3 w 7"/>
                      <a:gd name="T11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3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5" y="2"/>
                          <a:pt x="7" y="3"/>
                          <a:pt x="7" y="6"/>
                        </a:cubicBezTo>
                        <a:cubicBezTo>
                          <a:pt x="5" y="5"/>
                          <a:pt x="2" y="5"/>
                          <a:pt x="0" y="4"/>
                        </a:cubicBezTo>
                        <a:cubicBezTo>
                          <a:pt x="1" y="3"/>
                          <a:pt x="1" y="1"/>
                          <a:pt x="2" y="0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" name="Freeform 146"/>
                  <p:cNvSpPr>
                    <a:spLocks/>
                  </p:cNvSpPr>
                  <p:nvPr/>
                </p:nvSpPr>
                <p:spPr bwMode="auto">
                  <a:xfrm>
                    <a:off x="1501776" y="1276352"/>
                    <a:ext cx="3175" cy="14288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0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" name="Freeform 147"/>
                  <p:cNvSpPr>
                    <a:spLocks/>
                  </p:cNvSpPr>
                  <p:nvPr/>
                </p:nvSpPr>
                <p:spPr bwMode="auto">
                  <a:xfrm>
                    <a:off x="1576388" y="1327152"/>
                    <a:ext cx="4763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" name="Freeform 148"/>
                  <p:cNvSpPr>
                    <a:spLocks/>
                  </p:cNvSpPr>
                  <p:nvPr/>
                </p:nvSpPr>
                <p:spPr bwMode="auto">
                  <a:xfrm>
                    <a:off x="1435101" y="739777"/>
                    <a:ext cx="6350" cy="4763"/>
                  </a:xfrm>
                  <a:custGeom>
                    <a:avLst/>
                    <a:gdLst>
                      <a:gd name="T0" fmla="*/ 3 w 3"/>
                      <a:gd name="T1" fmla="*/ 0 h 2"/>
                      <a:gd name="T2" fmla="*/ 0 w 3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3" y="0"/>
                        </a:moveTo>
                        <a:cubicBezTo>
                          <a:pt x="2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" name="Freeform 149"/>
                  <p:cNvSpPr>
                    <a:spLocks/>
                  </p:cNvSpPr>
                  <p:nvPr/>
                </p:nvSpPr>
                <p:spPr bwMode="auto">
                  <a:xfrm>
                    <a:off x="1446213" y="788989"/>
                    <a:ext cx="12700" cy="9525"/>
                  </a:xfrm>
                  <a:custGeom>
                    <a:avLst/>
                    <a:gdLst>
                      <a:gd name="T0" fmla="*/ 0 w 5"/>
                      <a:gd name="T1" fmla="*/ 3 h 4"/>
                      <a:gd name="T2" fmla="*/ 3 w 5"/>
                      <a:gd name="T3" fmla="*/ 1 h 4"/>
                      <a:gd name="T4" fmla="*/ 5 w 5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4">
                        <a:moveTo>
                          <a:pt x="0" y="3"/>
                        </a:moveTo>
                        <a:cubicBezTo>
                          <a:pt x="2" y="4"/>
                          <a:pt x="3" y="2"/>
                          <a:pt x="3" y="1"/>
                        </a:cubicBezTo>
                        <a:cubicBezTo>
                          <a:pt x="4" y="0"/>
                          <a:pt x="5" y="0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" name="Freeform 150"/>
                  <p:cNvSpPr>
                    <a:spLocks/>
                  </p:cNvSpPr>
                  <p:nvPr/>
                </p:nvSpPr>
                <p:spPr bwMode="auto">
                  <a:xfrm>
                    <a:off x="1409701" y="849314"/>
                    <a:ext cx="1588" cy="1588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1" y="0"/>
                          <a:pt x="1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" name="Freeform 151"/>
                  <p:cNvSpPr>
                    <a:spLocks/>
                  </p:cNvSpPr>
                  <p:nvPr/>
                </p:nvSpPr>
                <p:spPr bwMode="auto">
                  <a:xfrm>
                    <a:off x="1560513" y="820739"/>
                    <a:ext cx="4763" cy="7938"/>
                  </a:xfrm>
                  <a:custGeom>
                    <a:avLst/>
                    <a:gdLst>
                      <a:gd name="T0" fmla="*/ 2 w 2"/>
                      <a:gd name="T1" fmla="*/ 3 h 3"/>
                      <a:gd name="T2" fmla="*/ 0 w 2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2" y="3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" name="Freeform 152"/>
                  <p:cNvSpPr>
                    <a:spLocks/>
                  </p:cNvSpPr>
                  <p:nvPr/>
                </p:nvSpPr>
                <p:spPr bwMode="auto">
                  <a:xfrm>
                    <a:off x="1597026" y="782639"/>
                    <a:ext cx="9525" cy="7938"/>
                  </a:xfrm>
                  <a:custGeom>
                    <a:avLst/>
                    <a:gdLst>
                      <a:gd name="T0" fmla="*/ 0 w 4"/>
                      <a:gd name="T1" fmla="*/ 0 h 4"/>
                      <a:gd name="T2" fmla="*/ 4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4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" name="Freeform 153"/>
                  <p:cNvSpPr>
                    <a:spLocks/>
                  </p:cNvSpPr>
                  <p:nvPr/>
                </p:nvSpPr>
                <p:spPr bwMode="auto">
                  <a:xfrm>
                    <a:off x="1390651" y="812802"/>
                    <a:ext cx="7938" cy="1588"/>
                  </a:xfrm>
                  <a:custGeom>
                    <a:avLst/>
                    <a:gdLst>
                      <a:gd name="T0" fmla="*/ 3 w 3"/>
                      <a:gd name="T1" fmla="*/ 0 h 1"/>
                      <a:gd name="T2" fmla="*/ 0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" name="Freeform 154"/>
                  <p:cNvSpPr>
                    <a:spLocks/>
                  </p:cNvSpPr>
                  <p:nvPr/>
                </p:nvSpPr>
                <p:spPr bwMode="auto">
                  <a:xfrm>
                    <a:off x="1420813" y="819152"/>
                    <a:ext cx="3175" cy="6350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" name="Freeform 155"/>
                  <p:cNvSpPr>
                    <a:spLocks/>
                  </p:cNvSpPr>
                  <p:nvPr/>
                </p:nvSpPr>
                <p:spPr bwMode="auto">
                  <a:xfrm>
                    <a:off x="1463676" y="733427"/>
                    <a:ext cx="17463" cy="4763"/>
                  </a:xfrm>
                  <a:custGeom>
                    <a:avLst/>
                    <a:gdLst>
                      <a:gd name="T0" fmla="*/ 0 w 8"/>
                      <a:gd name="T1" fmla="*/ 2 h 2"/>
                      <a:gd name="T2" fmla="*/ 8 w 8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8" h="2">
                        <a:moveTo>
                          <a:pt x="0" y="2"/>
                        </a:moveTo>
                        <a:cubicBezTo>
                          <a:pt x="2" y="0"/>
                          <a:pt x="5" y="1"/>
                          <a:pt x="8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" name="Freeform 156"/>
                  <p:cNvSpPr>
                    <a:spLocks/>
                  </p:cNvSpPr>
                  <p:nvPr/>
                </p:nvSpPr>
                <p:spPr bwMode="auto">
                  <a:xfrm>
                    <a:off x="1436688" y="941389"/>
                    <a:ext cx="7938" cy="4763"/>
                  </a:xfrm>
                  <a:custGeom>
                    <a:avLst/>
                    <a:gdLst>
                      <a:gd name="T0" fmla="*/ 3 w 3"/>
                      <a:gd name="T1" fmla="*/ 2 h 2"/>
                      <a:gd name="T2" fmla="*/ 0 w 3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3" y="2"/>
                        </a:moveTo>
                        <a:cubicBezTo>
                          <a:pt x="3" y="1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" name="Freeform 157"/>
                  <p:cNvSpPr>
                    <a:spLocks/>
                  </p:cNvSpPr>
                  <p:nvPr/>
                </p:nvSpPr>
                <p:spPr bwMode="auto">
                  <a:xfrm>
                    <a:off x="1425576" y="995364"/>
                    <a:ext cx="11113" cy="4763"/>
                  </a:xfrm>
                  <a:custGeom>
                    <a:avLst/>
                    <a:gdLst>
                      <a:gd name="T0" fmla="*/ 0 w 5"/>
                      <a:gd name="T1" fmla="*/ 0 h 2"/>
                      <a:gd name="T2" fmla="*/ 5 w 5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0" y="0"/>
                        </a:moveTo>
                        <a:cubicBezTo>
                          <a:pt x="1" y="2"/>
                          <a:pt x="3" y="2"/>
                          <a:pt x="5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" name="Freeform 158"/>
                  <p:cNvSpPr>
                    <a:spLocks/>
                  </p:cNvSpPr>
                  <p:nvPr/>
                </p:nvSpPr>
                <p:spPr bwMode="auto">
                  <a:xfrm>
                    <a:off x="1574801" y="846139"/>
                    <a:ext cx="6350" cy="4763"/>
                  </a:xfrm>
                  <a:custGeom>
                    <a:avLst/>
                    <a:gdLst>
                      <a:gd name="T0" fmla="*/ 0 w 3"/>
                      <a:gd name="T1" fmla="*/ 0 h 2"/>
                      <a:gd name="T2" fmla="*/ 3 w 3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" name="Freeform 159"/>
                  <p:cNvSpPr>
                    <a:spLocks/>
                  </p:cNvSpPr>
                  <p:nvPr/>
                </p:nvSpPr>
                <p:spPr bwMode="auto">
                  <a:xfrm>
                    <a:off x="1368426" y="850902"/>
                    <a:ext cx="4763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" name="Freeform 160"/>
                  <p:cNvSpPr>
                    <a:spLocks/>
                  </p:cNvSpPr>
                  <p:nvPr/>
                </p:nvSpPr>
                <p:spPr bwMode="auto">
                  <a:xfrm>
                    <a:off x="1466851" y="963614"/>
                    <a:ext cx="4763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" name="Freeform 161"/>
                  <p:cNvSpPr>
                    <a:spLocks/>
                  </p:cNvSpPr>
                  <p:nvPr/>
                </p:nvSpPr>
                <p:spPr bwMode="auto">
                  <a:xfrm>
                    <a:off x="1489076" y="963614"/>
                    <a:ext cx="11113" cy="1588"/>
                  </a:xfrm>
                  <a:custGeom>
                    <a:avLst/>
                    <a:gdLst>
                      <a:gd name="T0" fmla="*/ 5 w 5"/>
                      <a:gd name="T1" fmla="*/ 1 h 1"/>
                      <a:gd name="T2" fmla="*/ 0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5" y="1"/>
                        </a:moveTo>
                        <a:cubicBezTo>
                          <a:pt x="4" y="0"/>
                          <a:pt x="2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" name="Freeform 162"/>
                  <p:cNvSpPr>
                    <a:spLocks/>
                  </p:cNvSpPr>
                  <p:nvPr/>
                </p:nvSpPr>
                <p:spPr bwMode="auto">
                  <a:xfrm>
                    <a:off x="1511301" y="1009652"/>
                    <a:ext cx="4763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" name="Freeform 163"/>
                  <p:cNvSpPr>
                    <a:spLocks/>
                  </p:cNvSpPr>
                  <p:nvPr/>
                </p:nvSpPr>
                <p:spPr bwMode="auto">
                  <a:xfrm>
                    <a:off x="1768476" y="742952"/>
                    <a:ext cx="3175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" name="Freeform 164"/>
                  <p:cNvSpPr>
                    <a:spLocks/>
                  </p:cNvSpPr>
                  <p:nvPr/>
                </p:nvSpPr>
                <p:spPr bwMode="auto">
                  <a:xfrm>
                    <a:off x="1782763" y="763589"/>
                    <a:ext cx="0" cy="1588"/>
                  </a:xfrm>
                  <a:custGeom>
                    <a:avLst/>
                    <a:gdLst>
                      <a:gd name="T0" fmla="*/ 1 h 1"/>
                      <a:gd name="T1" fmla="*/ 0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" name="Freeform 165"/>
                  <p:cNvSpPr>
                    <a:spLocks/>
                  </p:cNvSpPr>
                  <p:nvPr/>
                </p:nvSpPr>
                <p:spPr bwMode="auto">
                  <a:xfrm>
                    <a:off x="1838326" y="784227"/>
                    <a:ext cx="7938" cy="14288"/>
                  </a:xfrm>
                  <a:custGeom>
                    <a:avLst/>
                    <a:gdLst>
                      <a:gd name="T0" fmla="*/ 0 w 3"/>
                      <a:gd name="T1" fmla="*/ 0 h 6"/>
                      <a:gd name="T2" fmla="*/ 3 w 3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6">
                        <a:moveTo>
                          <a:pt x="0" y="0"/>
                        </a:moveTo>
                        <a:cubicBezTo>
                          <a:pt x="3" y="1"/>
                          <a:pt x="3" y="4"/>
                          <a:pt x="3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" name="Freeform 166"/>
                  <p:cNvSpPr>
                    <a:spLocks/>
                  </p:cNvSpPr>
                  <p:nvPr/>
                </p:nvSpPr>
                <p:spPr bwMode="auto">
                  <a:xfrm>
                    <a:off x="1847851" y="804864"/>
                    <a:ext cx="4763" cy="25400"/>
                  </a:xfrm>
                  <a:custGeom>
                    <a:avLst/>
                    <a:gdLst>
                      <a:gd name="T0" fmla="*/ 2 w 2"/>
                      <a:gd name="T1" fmla="*/ 11 h 11"/>
                      <a:gd name="T2" fmla="*/ 0 w 2"/>
                      <a:gd name="T3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1">
                        <a:moveTo>
                          <a:pt x="2" y="11"/>
                        </a:moveTo>
                        <a:cubicBezTo>
                          <a:pt x="0" y="7"/>
                          <a:pt x="2" y="3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" name="Freeform 167"/>
                  <p:cNvSpPr>
                    <a:spLocks/>
                  </p:cNvSpPr>
                  <p:nvPr/>
                </p:nvSpPr>
                <p:spPr bwMode="auto">
                  <a:xfrm>
                    <a:off x="1727201" y="779464"/>
                    <a:ext cx="15875" cy="4763"/>
                  </a:xfrm>
                  <a:custGeom>
                    <a:avLst/>
                    <a:gdLst>
                      <a:gd name="T0" fmla="*/ 0 w 7"/>
                      <a:gd name="T1" fmla="*/ 2 h 2"/>
                      <a:gd name="T2" fmla="*/ 7 w 7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2">
                        <a:moveTo>
                          <a:pt x="0" y="2"/>
                        </a:moveTo>
                        <a:cubicBezTo>
                          <a:pt x="3" y="1"/>
                          <a:pt x="5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" name="Freeform 168"/>
                  <p:cNvSpPr>
                    <a:spLocks/>
                  </p:cNvSpPr>
                  <p:nvPr/>
                </p:nvSpPr>
                <p:spPr bwMode="auto">
                  <a:xfrm>
                    <a:off x="1695451" y="779464"/>
                    <a:ext cx="1588" cy="3175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1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" name="Freeform 169"/>
                  <p:cNvSpPr>
                    <a:spLocks/>
                  </p:cNvSpPr>
                  <p:nvPr/>
                </p:nvSpPr>
                <p:spPr bwMode="auto">
                  <a:xfrm>
                    <a:off x="1700213" y="790577"/>
                    <a:ext cx="6350" cy="7938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" name="Freeform 170"/>
                  <p:cNvSpPr>
                    <a:spLocks/>
                  </p:cNvSpPr>
                  <p:nvPr/>
                </p:nvSpPr>
                <p:spPr bwMode="auto">
                  <a:xfrm>
                    <a:off x="1808163" y="809627"/>
                    <a:ext cx="9525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" name="Freeform 171"/>
                  <p:cNvSpPr>
                    <a:spLocks/>
                  </p:cNvSpPr>
                  <p:nvPr/>
                </p:nvSpPr>
                <p:spPr bwMode="auto">
                  <a:xfrm>
                    <a:off x="1817688" y="809627"/>
                    <a:ext cx="4763" cy="0"/>
                  </a:xfrm>
                  <a:custGeom>
                    <a:avLst/>
                    <a:gdLst>
                      <a:gd name="T0" fmla="*/ 0 w 3"/>
                      <a:gd name="T1" fmla="*/ 3 w 3"/>
                      <a:gd name="T2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" name="Line 172"/>
                  <p:cNvSpPr>
                    <a:spLocks noChangeShapeType="1"/>
                  </p:cNvSpPr>
                  <p:nvPr/>
                </p:nvSpPr>
                <p:spPr bwMode="auto">
                  <a:xfrm>
                    <a:off x="1817688" y="809627"/>
                    <a:ext cx="4763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" name="Freeform 173"/>
                  <p:cNvSpPr>
                    <a:spLocks/>
                  </p:cNvSpPr>
                  <p:nvPr/>
                </p:nvSpPr>
                <p:spPr bwMode="auto">
                  <a:xfrm>
                    <a:off x="1811338" y="814389"/>
                    <a:ext cx="11113" cy="4763"/>
                  </a:xfrm>
                  <a:custGeom>
                    <a:avLst/>
                    <a:gdLst>
                      <a:gd name="T0" fmla="*/ 5 w 5"/>
                      <a:gd name="T1" fmla="*/ 2 h 2"/>
                      <a:gd name="T2" fmla="*/ 0 w 5"/>
                      <a:gd name="T3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5" y="2"/>
                        </a:moveTo>
                        <a:cubicBezTo>
                          <a:pt x="3" y="1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" name="Freeform 174"/>
                  <p:cNvSpPr>
                    <a:spLocks/>
                  </p:cNvSpPr>
                  <p:nvPr/>
                </p:nvSpPr>
                <p:spPr bwMode="auto">
                  <a:xfrm>
                    <a:off x="1811338" y="854077"/>
                    <a:ext cx="6350" cy="1588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" name="Freeform 175"/>
                  <p:cNvSpPr>
                    <a:spLocks/>
                  </p:cNvSpPr>
                  <p:nvPr/>
                </p:nvSpPr>
                <p:spPr bwMode="auto">
                  <a:xfrm>
                    <a:off x="1803401" y="846139"/>
                    <a:ext cx="3175" cy="476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" name="Freeform 176"/>
                  <p:cNvSpPr>
                    <a:spLocks/>
                  </p:cNvSpPr>
                  <p:nvPr/>
                </p:nvSpPr>
                <p:spPr bwMode="auto">
                  <a:xfrm>
                    <a:off x="1716088" y="885827"/>
                    <a:ext cx="11113" cy="4763"/>
                  </a:xfrm>
                  <a:custGeom>
                    <a:avLst/>
                    <a:gdLst>
                      <a:gd name="T0" fmla="*/ 0 w 5"/>
                      <a:gd name="T1" fmla="*/ 2 h 2"/>
                      <a:gd name="T2" fmla="*/ 5 w 5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0" y="2"/>
                        </a:moveTo>
                        <a:cubicBezTo>
                          <a:pt x="2" y="1"/>
                          <a:pt x="4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" name="Freeform 177"/>
                  <p:cNvSpPr>
                    <a:spLocks/>
                  </p:cNvSpPr>
                  <p:nvPr/>
                </p:nvSpPr>
                <p:spPr bwMode="auto">
                  <a:xfrm>
                    <a:off x="1725613" y="869952"/>
                    <a:ext cx="1588" cy="0"/>
                  </a:xfrm>
                  <a:custGeom>
                    <a:avLst/>
                    <a:gdLst>
                      <a:gd name="T0" fmla="*/ 1 w 1"/>
                      <a:gd name="T1" fmla="*/ 0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" name="Freeform 178"/>
                  <p:cNvSpPr>
                    <a:spLocks/>
                  </p:cNvSpPr>
                  <p:nvPr/>
                </p:nvSpPr>
                <p:spPr bwMode="auto">
                  <a:xfrm>
                    <a:off x="1828801" y="884239"/>
                    <a:ext cx="4763" cy="6350"/>
                  </a:xfrm>
                  <a:custGeom>
                    <a:avLst/>
                    <a:gdLst>
                      <a:gd name="T0" fmla="*/ 0 w 2"/>
                      <a:gd name="T1" fmla="*/ 3 h 3"/>
                      <a:gd name="T2" fmla="*/ 2 w 2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" name="Freeform 179"/>
                  <p:cNvSpPr>
                    <a:spLocks/>
                  </p:cNvSpPr>
                  <p:nvPr/>
                </p:nvSpPr>
                <p:spPr bwMode="auto">
                  <a:xfrm>
                    <a:off x="1687513" y="881064"/>
                    <a:ext cx="4763" cy="3175"/>
                  </a:xfrm>
                  <a:custGeom>
                    <a:avLst/>
                    <a:gdLst>
                      <a:gd name="T0" fmla="*/ 2 w 2"/>
                      <a:gd name="T1" fmla="*/ 0 h 1"/>
                      <a:gd name="T2" fmla="*/ 0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" name="Freeform 180"/>
                  <p:cNvSpPr>
                    <a:spLocks/>
                  </p:cNvSpPr>
                  <p:nvPr/>
                </p:nvSpPr>
                <p:spPr bwMode="auto">
                  <a:xfrm>
                    <a:off x="1701801" y="898527"/>
                    <a:ext cx="0" cy="476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" name="Freeform 181"/>
                  <p:cNvSpPr>
                    <a:spLocks/>
                  </p:cNvSpPr>
                  <p:nvPr/>
                </p:nvSpPr>
                <p:spPr bwMode="auto">
                  <a:xfrm>
                    <a:off x="1752601" y="909639"/>
                    <a:ext cx="20638" cy="4763"/>
                  </a:xfrm>
                  <a:custGeom>
                    <a:avLst/>
                    <a:gdLst>
                      <a:gd name="T0" fmla="*/ 0 w 9"/>
                      <a:gd name="T1" fmla="*/ 1 h 2"/>
                      <a:gd name="T2" fmla="*/ 9 w 9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" h="2">
                        <a:moveTo>
                          <a:pt x="0" y="1"/>
                        </a:moveTo>
                        <a:cubicBezTo>
                          <a:pt x="3" y="2"/>
                          <a:pt x="7" y="2"/>
                          <a:pt x="9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" name="Freeform 182"/>
                  <p:cNvSpPr>
                    <a:spLocks/>
                  </p:cNvSpPr>
                  <p:nvPr/>
                </p:nvSpPr>
                <p:spPr bwMode="auto">
                  <a:xfrm>
                    <a:off x="1463676" y="1290639"/>
                    <a:ext cx="11113" cy="1588"/>
                  </a:xfrm>
                  <a:custGeom>
                    <a:avLst/>
                    <a:gdLst>
                      <a:gd name="T0" fmla="*/ 0 w 5"/>
                      <a:gd name="T1" fmla="*/ 1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2" y="0"/>
                          <a:pt x="3" y="0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" name="Freeform 183"/>
                  <p:cNvSpPr>
                    <a:spLocks/>
                  </p:cNvSpPr>
                  <p:nvPr/>
                </p:nvSpPr>
                <p:spPr bwMode="auto">
                  <a:xfrm>
                    <a:off x="1444626" y="1339852"/>
                    <a:ext cx="15875" cy="6350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7 w 7"/>
                      <a:gd name="T3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3">
                        <a:moveTo>
                          <a:pt x="0" y="0"/>
                        </a:moveTo>
                        <a:cubicBezTo>
                          <a:pt x="2" y="2"/>
                          <a:pt x="5" y="3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" name="Freeform 184"/>
                  <p:cNvSpPr>
                    <a:spLocks/>
                  </p:cNvSpPr>
                  <p:nvPr/>
                </p:nvSpPr>
                <p:spPr bwMode="auto">
                  <a:xfrm>
                    <a:off x="1430338" y="1327152"/>
                    <a:ext cx="3175" cy="476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" name="Freeform 185"/>
                  <p:cNvSpPr>
                    <a:spLocks/>
                  </p:cNvSpPr>
                  <p:nvPr/>
                </p:nvSpPr>
                <p:spPr bwMode="auto">
                  <a:xfrm>
                    <a:off x="1323976" y="1287464"/>
                    <a:ext cx="6350" cy="9525"/>
                  </a:xfrm>
                  <a:custGeom>
                    <a:avLst/>
                    <a:gdLst>
                      <a:gd name="T0" fmla="*/ 3 w 3"/>
                      <a:gd name="T1" fmla="*/ 4 h 4"/>
                      <a:gd name="T2" fmla="*/ 1 w 3"/>
                      <a:gd name="T3" fmla="*/ 2 h 4"/>
                      <a:gd name="T4" fmla="*/ 1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3" y="4"/>
                        </a:moveTo>
                        <a:cubicBezTo>
                          <a:pt x="3" y="3"/>
                          <a:pt x="1" y="3"/>
                          <a:pt x="1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" name="Freeform 186"/>
                  <p:cNvSpPr>
                    <a:spLocks/>
                  </p:cNvSpPr>
                  <p:nvPr/>
                </p:nvSpPr>
                <p:spPr bwMode="auto">
                  <a:xfrm>
                    <a:off x="1304926" y="1235077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" name="Freeform 187"/>
                  <p:cNvSpPr>
                    <a:spLocks/>
                  </p:cNvSpPr>
                  <p:nvPr/>
                </p:nvSpPr>
                <p:spPr bwMode="auto">
                  <a:xfrm>
                    <a:off x="1409701" y="1290639"/>
                    <a:ext cx="20638" cy="4763"/>
                  </a:xfrm>
                  <a:custGeom>
                    <a:avLst/>
                    <a:gdLst>
                      <a:gd name="T0" fmla="*/ 0 w 9"/>
                      <a:gd name="T1" fmla="*/ 0 h 2"/>
                      <a:gd name="T2" fmla="*/ 9 w 9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" h="2">
                        <a:moveTo>
                          <a:pt x="0" y="0"/>
                        </a:moveTo>
                        <a:cubicBezTo>
                          <a:pt x="3" y="1"/>
                          <a:pt x="7" y="0"/>
                          <a:pt x="9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" name="Freeform 188"/>
                  <p:cNvSpPr>
                    <a:spLocks/>
                  </p:cNvSpPr>
                  <p:nvPr/>
                </p:nvSpPr>
                <p:spPr bwMode="auto">
                  <a:xfrm>
                    <a:off x="1400176" y="1290639"/>
                    <a:ext cx="9525" cy="9525"/>
                  </a:xfrm>
                  <a:custGeom>
                    <a:avLst/>
                    <a:gdLst>
                      <a:gd name="T0" fmla="*/ 4 w 4"/>
                      <a:gd name="T1" fmla="*/ 0 h 4"/>
                      <a:gd name="T2" fmla="*/ 0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4" y="0"/>
                        </a:moveTo>
                        <a:cubicBezTo>
                          <a:pt x="3" y="2"/>
                          <a:pt x="2" y="3"/>
                          <a:pt x="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" name="Freeform 189"/>
                  <p:cNvSpPr>
                    <a:spLocks/>
                  </p:cNvSpPr>
                  <p:nvPr/>
                </p:nvSpPr>
                <p:spPr bwMode="auto">
                  <a:xfrm>
                    <a:off x="1458913" y="1120777"/>
                    <a:ext cx="11113" cy="4763"/>
                  </a:xfrm>
                  <a:custGeom>
                    <a:avLst/>
                    <a:gdLst>
                      <a:gd name="T0" fmla="*/ 0 w 5"/>
                      <a:gd name="T1" fmla="*/ 0 h 2"/>
                      <a:gd name="T2" fmla="*/ 5 w 5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0" y="0"/>
                        </a:moveTo>
                        <a:cubicBezTo>
                          <a:pt x="2" y="2"/>
                          <a:pt x="4" y="1"/>
                          <a:pt x="5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" name="Freeform 190"/>
                  <p:cNvSpPr>
                    <a:spLocks/>
                  </p:cNvSpPr>
                  <p:nvPr/>
                </p:nvSpPr>
                <p:spPr bwMode="auto">
                  <a:xfrm>
                    <a:off x="1370013" y="1165227"/>
                    <a:ext cx="3175" cy="9525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4 h 4"/>
                      <a:gd name="T4" fmla="*/ 1 w 1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3"/>
                          <a:pt x="1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Freeform 191"/>
                  <p:cNvSpPr>
                    <a:spLocks/>
                  </p:cNvSpPr>
                  <p:nvPr/>
                </p:nvSpPr>
                <p:spPr bwMode="auto">
                  <a:xfrm>
                    <a:off x="1343026" y="1236664"/>
                    <a:ext cx="6350" cy="9525"/>
                  </a:xfrm>
                  <a:custGeom>
                    <a:avLst/>
                    <a:gdLst>
                      <a:gd name="T0" fmla="*/ 2 w 3"/>
                      <a:gd name="T1" fmla="*/ 0 h 4"/>
                      <a:gd name="T2" fmla="*/ 3 w 3"/>
                      <a:gd name="T3" fmla="*/ 3 h 4"/>
                      <a:gd name="T4" fmla="*/ 0 w 3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2" y="0"/>
                        </a:moveTo>
                        <a:cubicBezTo>
                          <a:pt x="3" y="1"/>
                          <a:pt x="3" y="2"/>
                          <a:pt x="3" y="3"/>
                        </a:cubicBezTo>
                        <a:cubicBezTo>
                          <a:pt x="2" y="4"/>
                          <a:pt x="1" y="4"/>
                          <a:pt x="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" name="Freeform 192"/>
                  <p:cNvSpPr>
                    <a:spLocks/>
                  </p:cNvSpPr>
                  <p:nvPr/>
                </p:nvSpPr>
                <p:spPr bwMode="auto">
                  <a:xfrm>
                    <a:off x="1379538" y="1265239"/>
                    <a:ext cx="9525" cy="11113"/>
                  </a:xfrm>
                  <a:custGeom>
                    <a:avLst/>
                    <a:gdLst>
                      <a:gd name="T0" fmla="*/ 4 w 4"/>
                      <a:gd name="T1" fmla="*/ 5 h 5"/>
                      <a:gd name="T2" fmla="*/ 0 w 4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5">
                        <a:moveTo>
                          <a:pt x="4" y="5"/>
                        </a:moveTo>
                        <a:cubicBezTo>
                          <a:pt x="3" y="3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" name="Freeform 193"/>
                  <p:cNvSpPr>
                    <a:spLocks/>
                  </p:cNvSpPr>
                  <p:nvPr/>
                </p:nvSpPr>
                <p:spPr bwMode="auto">
                  <a:xfrm>
                    <a:off x="1395413" y="1281114"/>
                    <a:ext cx="14288" cy="9525"/>
                  </a:xfrm>
                  <a:custGeom>
                    <a:avLst/>
                    <a:gdLst>
                      <a:gd name="T0" fmla="*/ 6 w 6"/>
                      <a:gd name="T1" fmla="*/ 4 h 4"/>
                      <a:gd name="T2" fmla="*/ 0 w 6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4">
                        <a:moveTo>
                          <a:pt x="6" y="4"/>
                        </a:moveTo>
                        <a:cubicBezTo>
                          <a:pt x="4" y="2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" name="Freeform 194"/>
                  <p:cNvSpPr>
                    <a:spLocks/>
                  </p:cNvSpPr>
                  <p:nvPr/>
                </p:nvSpPr>
                <p:spPr bwMode="auto">
                  <a:xfrm>
                    <a:off x="1249363" y="752477"/>
                    <a:ext cx="9525" cy="1588"/>
                  </a:xfrm>
                  <a:custGeom>
                    <a:avLst/>
                    <a:gdLst>
                      <a:gd name="T0" fmla="*/ 0 w 4"/>
                      <a:gd name="T1" fmla="*/ 0 h 1"/>
                      <a:gd name="T2" fmla="*/ 4 w 4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0"/>
                        </a:moveTo>
                        <a:cubicBezTo>
                          <a:pt x="1" y="1"/>
                          <a:pt x="2" y="1"/>
                          <a:pt x="4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" name="Freeform 195"/>
                  <p:cNvSpPr>
                    <a:spLocks/>
                  </p:cNvSpPr>
                  <p:nvPr/>
                </p:nvSpPr>
                <p:spPr bwMode="auto">
                  <a:xfrm>
                    <a:off x="1333501" y="739777"/>
                    <a:ext cx="6350" cy="7938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3" y="2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" name="Freeform 196"/>
                  <p:cNvSpPr>
                    <a:spLocks/>
                  </p:cNvSpPr>
                  <p:nvPr/>
                </p:nvSpPr>
                <p:spPr bwMode="auto">
                  <a:xfrm>
                    <a:off x="1339851" y="747714"/>
                    <a:ext cx="3175" cy="4763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" name="Freeform 197"/>
                  <p:cNvSpPr>
                    <a:spLocks/>
                  </p:cNvSpPr>
                  <p:nvPr/>
                </p:nvSpPr>
                <p:spPr bwMode="auto">
                  <a:xfrm>
                    <a:off x="1328738" y="747714"/>
                    <a:ext cx="11113" cy="6350"/>
                  </a:xfrm>
                  <a:custGeom>
                    <a:avLst/>
                    <a:gdLst>
                      <a:gd name="T0" fmla="*/ 5 w 5"/>
                      <a:gd name="T1" fmla="*/ 0 h 3"/>
                      <a:gd name="T2" fmla="*/ 0 w 5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5" y="0"/>
                        </a:moveTo>
                        <a:cubicBezTo>
                          <a:pt x="4" y="1"/>
                          <a:pt x="2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" name="Freeform 198"/>
                  <p:cNvSpPr>
                    <a:spLocks/>
                  </p:cNvSpPr>
                  <p:nvPr/>
                </p:nvSpPr>
                <p:spPr bwMode="auto">
                  <a:xfrm>
                    <a:off x="1343026" y="784227"/>
                    <a:ext cx="1588" cy="476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" name="Freeform 199"/>
                  <p:cNvSpPr>
                    <a:spLocks/>
                  </p:cNvSpPr>
                  <p:nvPr/>
                </p:nvSpPr>
                <p:spPr bwMode="auto">
                  <a:xfrm>
                    <a:off x="1260476" y="803277"/>
                    <a:ext cx="4763" cy="1588"/>
                  </a:xfrm>
                  <a:custGeom>
                    <a:avLst/>
                    <a:gdLst>
                      <a:gd name="T0" fmla="*/ 2 w 2"/>
                      <a:gd name="T1" fmla="*/ 0 h 1"/>
                      <a:gd name="T2" fmla="*/ 0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" name="Freeform 200"/>
                  <p:cNvSpPr>
                    <a:spLocks/>
                  </p:cNvSpPr>
                  <p:nvPr/>
                </p:nvSpPr>
                <p:spPr bwMode="auto">
                  <a:xfrm>
                    <a:off x="1222376" y="790577"/>
                    <a:ext cx="3175" cy="476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" name="Freeform 201"/>
                  <p:cNvSpPr>
                    <a:spLocks/>
                  </p:cNvSpPr>
                  <p:nvPr/>
                </p:nvSpPr>
                <p:spPr bwMode="auto">
                  <a:xfrm>
                    <a:off x="1233488" y="782639"/>
                    <a:ext cx="4763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" name="Freeform 202"/>
                  <p:cNvSpPr>
                    <a:spLocks/>
                  </p:cNvSpPr>
                  <p:nvPr/>
                </p:nvSpPr>
                <p:spPr bwMode="auto">
                  <a:xfrm>
                    <a:off x="1293813" y="769939"/>
                    <a:ext cx="1588" cy="7938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" name="Freeform 203"/>
                  <p:cNvSpPr>
                    <a:spLocks/>
                  </p:cNvSpPr>
                  <p:nvPr/>
                </p:nvSpPr>
                <p:spPr bwMode="auto">
                  <a:xfrm>
                    <a:off x="1323976" y="784227"/>
                    <a:ext cx="6350" cy="0"/>
                  </a:xfrm>
                  <a:custGeom>
                    <a:avLst/>
                    <a:gdLst>
                      <a:gd name="T0" fmla="*/ 0 w 3"/>
                      <a:gd name="T1" fmla="*/ 3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" name="Freeform 204"/>
                  <p:cNvSpPr>
                    <a:spLocks/>
                  </p:cNvSpPr>
                  <p:nvPr/>
                </p:nvSpPr>
                <p:spPr bwMode="auto">
                  <a:xfrm>
                    <a:off x="1200151" y="788989"/>
                    <a:ext cx="14288" cy="1588"/>
                  </a:xfrm>
                  <a:custGeom>
                    <a:avLst/>
                    <a:gdLst>
                      <a:gd name="T0" fmla="*/ 0 w 6"/>
                      <a:gd name="T1" fmla="*/ 0 h 1"/>
                      <a:gd name="T2" fmla="*/ 6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0" y="0"/>
                        </a:moveTo>
                        <a:cubicBezTo>
                          <a:pt x="2" y="1"/>
                          <a:pt x="4" y="0"/>
                          <a:pt x="6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183" name="Group 406"/>
                  <p:cNvGrpSpPr>
                    <a:grpSpLocks/>
                  </p:cNvGrpSpPr>
                  <p:nvPr/>
                </p:nvGrpSpPr>
                <p:grpSpPr bwMode="auto">
                  <a:xfrm>
                    <a:off x="908050" y="347663"/>
                    <a:ext cx="1196975" cy="1389063"/>
                    <a:chOff x="572" y="219"/>
                    <a:chExt cx="754" cy="875"/>
                  </a:xfrm>
                </p:grpSpPr>
                <p:sp>
                  <p:nvSpPr>
                    <p:cNvPr id="310" name="Freeform 206"/>
                    <p:cNvSpPr>
                      <a:spLocks/>
                    </p:cNvSpPr>
                    <p:nvPr/>
                  </p:nvSpPr>
                  <p:spPr bwMode="auto">
                    <a:xfrm>
                      <a:off x="783" y="500"/>
                      <a:ext cx="1" cy="0"/>
                    </a:xfrm>
                    <a:custGeom>
                      <a:avLst/>
                      <a:gdLst>
                        <a:gd name="T0" fmla="*/ 0 w 1"/>
                        <a:gd name="T1" fmla="*/ 1 w 1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1">
                          <a:moveTo>
                            <a:pt x="0" y="0"/>
                          </a:moveTo>
                          <a:cubicBezTo>
                            <a:pt x="0" y="0"/>
                            <a:pt x="1" y="0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1" name="Freeform 207"/>
                    <p:cNvSpPr>
                      <a:spLocks/>
                    </p:cNvSpPr>
                    <p:nvPr/>
                  </p:nvSpPr>
                  <p:spPr bwMode="auto">
                    <a:xfrm>
                      <a:off x="777" y="495"/>
                      <a:ext cx="1" cy="3"/>
                    </a:xfrm>
                    <a:custGeom>
                      <a:avLst/>
                      <a:gdLst>
                        <a:gd name="T0" fmla="*/ 1 w 1"/>
                        <a:gd name="T1" fmla="*/ 2 h 2"/>
                        <a:gd name="T2" fmla="*/ 0 w 1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2">
                          <a:moveTo>
                            <a:pt x="1" y="2"/>
                          </a:moveTo>
                          <a:cubicBezTo>
                            <a:pt x="1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2" name="Freeform 208"/>
                    <p:cNvSpPr>
                      <a:spLocks/>
                    </p:cNvSpPr>
                    <p:nvPr/>
                  </p:nvSpPr>
                  <p:spPr bwMode="auto">
                    <a:xfrm>
                      <a:off x="793" y="510"/>
                      <a:ext cx="0" cy="2"/>
                    </a:xfrm>
                    <a:custGeom>
                      <a:avLst/>
                      <a:gdLst>
                        <a:gd name="T0" fmla="*/ 2 h 2"/>
                        <a:gd name="T1" fmla="*/ 0 h 2"/>
                        <a:gd name="T2" fmla="*/ 2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lnTo>
                            <a:pt x="0" y="0"/>
                          </a:lnTo>
                          <a:lnTo>
                            <a:pt x="0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3" name="Line 20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93" y="510"/>
                      <a:ext cx="0" cy="2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4" name="Freeform 210"/>
                    <p:cNvSpPr>
                      <a:spLocks/>
                    </p:cNvSpPr>
                    <p:nvPr/>
                  </p:nvSpPr>
                  <p:spPr bwMode="auto">
                    <a:xfrm>
                      <a:off x="808" y="517"/>
                      <a:ext cx="0" cy="5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5" name="Freeform 211"/>
                    <p:cNvSpPr>
                      <a:spLocks/>
                    </p:cNvSpPr>
                    <p:nvPr/>
                  </p:nvSpPr>
                  <p:spPr bwMode="auto">
                    <a:xfrm>
                      <a:off x="970" y="485"/>
                      <a:ext cx="4" cy="6"/>
                    </a:xfrm>
                    <a:custGeom>
                      <a:avLst/>
                      <a:gdLst>
                        <a:gd name="T0" fmla="*/ 3 w 3"/>
                        <a:gd name="T1" fmla="*/ 4 h 4"/>
                        <a:gd name="T2" fmla="*/ 0 w 3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4">
                          <a:moveTo>
                            <a:pt x="3" y="4"/>
                          </a:moveTo>
                          <a:cubicBezTo>
                            <a:pt x="1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6" name="Freeform 212"/>
                    <p:cNvSpPr>
                      <a:spLocks/>
                    </p:cNvSpPr>
                    <p:nvPr/>
                  </p:nvSpPr>
                  <p:spPr bwMode="auto">
                    <a:xfrm>
                      <a:off x="945" y="485"/>
                      <a:ext cx="3" cy="3"/>
                    </a:xfrm>
                    <a:custGeom>
                      <a:avLst/>
                      <a:gdLst>
                        <a:gd name="T0" fmla="*/ 2 w 2"/>
                        <a:gd name="T1" fmla="*/ 2 h 2"/>
                        <a:gd name="T2" fmla="*/ 0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2" y="2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7" name="Freeform 213"/>
                    <p:cNvSpPr>
                      <a:spLocks/>
                    </p:cNvSpPr>
                    <p:nvPr/>
                  </p:nvSpPr>
                  <p:spPr bwMode="auto">
                    <a:xfrm>
                      <a:off x="924" y="474"/>
                      <a:ext cx="8" cy="4"/>
                    </a:xfrm>
                    <a:custGeom>
                      <a:avLst/>
                      <a:gdLst>
                        <a:gd name="T0" fmla="*/ 0 w 5"/>
                        <a:gd name="T1" fmla="*/ 3 h 3"/>
                        <a:gd name="T2" fmla="*/ 5 w 5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5" h="3">
                          <a:moveTo>
                            <a:pt x="0" y="3"/>
                          </a:moveTo>
                          <a:cubicBezTo>
                            <a:pt x="1" y="1"/>
                            <a:pt x="3" y="1"/>
                            <a:pt x="5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8" name="Freeform 214"/>
                    <p:cNvSpPr>
                      <a:spLocks/>
                    </p:cNvSpPr>
                    <p:nvPr/>
                  </p:nvSpPr>
                  <p:spPr bwMode="auto">
                    <a:xfrm>
                      <a:off x="995" y="487"/>
                      <a:ext cx="2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1"/>
                            <a:pt x="2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9" name="Freeform 215"/>
                    <p:cNvSpPr>
                      <a:spLocks/>
                    </p:cNvSpPr>
                    <p:nvPr/>
                  </p:nvSpPr>
                  <p:spPr bwMode="auto">
                    <a:xfrm>
                      <a:off x="793" y="844"/>
                      <a:ext cx="6" cy="0"/>
                    </a:xfrm>
                    <a:custGeom>
                      <a:avLst/>
                      <a:gdLst>
                        <a:gd name="T0" fmla="*/ 4 w 4"/>
                        <a:gd name="T1" fmla="*/ 0 w 4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4">
                          <a:moveTo>
                            <a:pt x="4" y="0"/>
                          </a:moveTo>
                          <a:cubicBezTo>
                            <a:pt x="3" y="0"/>
                            <a:pt x="2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0" name="Freeform 216"/>
                    <p:cNvSpPr>
                      <a:spLocks/>
                    </p:cNvSpPr>
                    <p:nvPr/>
                  </p:nvSpPr>
                  <p:spPr bwMode="auto">
                    <a:xfrm>
                      <a:off x="707" y="806"/>
                      <a:ext cx="0" cy="5"/>
                    </a:xfrm>
                    <a:custGeom>
                      <a:avLst/>
                      <a:gdLst>
                        <a:gd name="T0" fmla="*/ 4 h 4"/>
                        <a:gd name="T1" fmla="*/ 0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1" name="Freeform 217"/>
                    <p:cNvSpPr>
                      <a:spLocks/>
                    </p:cNvSpPr>
                    <p:nvPr/>
                  </p:nvSpPr>
                  <p:spPr bwMode="auto">
                    <a:xfrm>
                      <a:off x="704" y="775"/>
                      <a:ext cx="0" cy="4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2" name="Freeform 218"/>
                    <p:cNvSpPr>
                      <a:spLocks/>
                    </p:cNvSpPr>
                    <p:nvPr/>
                  </p:nvSpPr>
                  <p:spPr bwMode="auto">
                    <a:xfrm>
                      <a:off x="704" y="725"/>
                      <a:ext cx="0" cy="7"/>
                    </a:xfrm>
                    <a:custGeom>
                      <a:avLst/>
                      <a:gdLst>
                        <a:gd name="T0" fmla="*/ 5 h 5"/>
                        <a:gd name="T1" fmla="*/ 0 h 5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5">
                          <a:moveTo>
                            <a:pt x="0" y="5"/>
                          </a:moveTo>
                          <a:cubicBezTo>
                            <a:pt x="0" y="4"/>
                            <a:pt x="0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3" name="Freeform 219"/>
                    <p:cNvSpPr>
                      <a:spLocks/>
                    </p:cNvSpPr>
                    <p:nvPr/>
                  </p:nvSpPr>
                  <p:spPr bwMode="auto">
                    <a:xfrm>
                      <a:off x="746" y="754"/>
                      <a:ext cx="2" cy="0"/>
                    </a:xfrm>
                    <a:custGeom>
                      <a:avLst/>
                      <a:gdLst>
                        <a:gd name="T0" fmla="*/ 0 w 1"/>
                        <a:gd name="T1" fmla="*/ 1 w 1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1">
                          <a:moveTo>
                            <a:pt x="0" y="0"/>
                          </a:moveTo>
                          <a:cubicBezTo>
                            <a:pt x="0" y="0"/>
                            <a:pt x="1" y="0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4" name="Freeform 220"/>
                    <p:cNvSpPr>
                      <a:spLocks/>
                    </p:cNvSpPr>
                    <p:nvPr/>
                  </p:nvSpPr>
                  <p:spPr bwMode="auto">
                    <a:xfrm>
                      <a:off x="739" y="784"/>
                      <a:ext cx="1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5" name="Freeform 221"/>
                    <p:cNvSpPr>
                      <a:spLocks/>
                    </p:cNvSpPr>
                    <p:nvPr/>
                  </p:nvSpPr>
                  <p:spPr bwMode="auto">
                    <a:xfrm>
                      <a:off x="735" y="806"/>
                      <a:ext cx="0" cy="2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6" name="Freeform 222"/>
                    <p:cNvSpPr>
                      <a:spLocks/>
                    </p:cNvSpPr>
                    <p:nvPr/>
                  </p:nvSpPr>
                  <p:spPr bwMode="auto">
                    <a:xfrm>
                      <a:off x="718" y="808"/>
                      <a:ext cx="2" cy="3"/>
                    </a:xfrm>
                    <a:custGeom>
                      <a:avLst/>
                      <a:gdLst>
                        <a:gd name="T0" fmla="*/ 1 w 1"/>
                        <a:gd name="T1" fmla="*/ 0 h 2"/>
                        <a:gd name="T2" fmla="*/ 0 w 1"/>
                        <a:gd name="T3" fmla="*/ 2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2">
                          <a:moveTo>
                            <a:pt x="1" y="0"/>
                          </a:moveTo>
                          <a:cubicBezTo>
                            <a:pt x="0" y="1"/>
                            <a:pt x="0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7" name="Freeform 223"/>
                    <p:cNvSpPr>
                      <a:spLocks/>
                    </p:cNvSpPr>
                    <p:nvPr/>
                  </p:nvSpPr>
                  <p:spPr bwMode="auto">
                    <a:xfrm>
                      <a:off x="735" y="836"/>
                      <a:ext cx="0" cy="3"/>
                    </a:xfrm>
                    <a:custGeom>
                      <a:avLst/>
                      <a:gdLst>
                        <a:gd name="T0" fmla="*/ 0 h 2"/>
                        <a:gd name="T1" fmla="*/ 2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0"/>
                          </a:moveTo>
                          <a:cubicBezTo>
                            <a:pt x="0" y="0"/>
                            <a:pt x="0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8" name="Freeform 224"/>
                    <p:cNvSpPr>
                      <a:spLocks/>
                    </p:cNvSpPr>
                    <p:nvPr/>
                  </p:nvSpPr>
                  <p:spPr bwMode="auto">
                    <a:xfrm>
                      <a:off x="1161" y="747"/>
                      <a:ext cx="3" cy="1"/>
                    </a:xfrm>
                    <a:custGeom>
                      <a:avLst/>
                      <a:gdLst>
                        <a:gd name="T0" fmla="*/ 0 w 2"/>
                        <a:gd name="T1" fmla="*/ 0 h 1"/>
                        <a:gd name="T2" fmla="*/ 2 w 2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0" y="0"/>
                          </a:moveTo>
                          <a:cubicBezTo>
                            <a:pt x="1" y="1"/>
                            <a:pt x="1" y="1"/>
                            <a:pt x="2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9" name="Freeform 225"/>
                    <p:cNvSpPr>
                      <a:spLocks/>
                    </p:cNvSpPr>
                    <p:nvPr/>
                  </p:nvSpPr>
                  <p:spPr bwMode="auto">
                    <a:xfrm>
                      <a:off x="1138" y="709"/>
                      <a:ext cx="1" cy="3"/>
                    </a:xfrm>
                    <a:custGeom>
                      <a:avLst/>
                      <a:gdLst>
                        <a:gd name="T0" fmla="*/ 1 w 1"/>
                        <a:gd name="T1" fmla="*/ 0 h 2"/>
                        <a:gd name="T2" fmla="*/ 0 w 1"/>
                        <a:gd name="T3" fmla="*/ 2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2">
                          <a:moveTo>
                            <a:pt x="1" y="0"/>
                          </a:moveTo>
                          <a:cubicBezTo>
                            <a:pt x="1" y="1"/>
                            <a:pt x="1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0" name="Freeform 226"/>
                    <p:cNvSpPr>
                      <a:spLocks/>
                    </p:cNvSpPr>
                    <p:nvPr/>
                  </p:nvSpPr>
                  <p:spPr bwMode="auto">
                    <a:xfrm>
                      <a:off x="1139" y="778"/>
                      <a:ext cx="2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0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1" name="Freeform 227"/>
                    <p:cNvSpPr>
                      <a:spLocks/>
                    </p:cNvSpPr>
                    <p:nvPr/>
                  </p:nvSpPr>
                  <p:spPr bwMode="auto">
                    <a:xfrm>
                      <a:off x="1148" y="806"/>
                      <a:ext cx="0" cy="2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2" name="Freeform 228"/>
                    <p:cNvSpPr>
                      <a:spLocks/>
                    </p:cNvSpPr>
                    <p:nvPr/>
                  </p:nvSpPr>
                  <p:spPr bwMode="auto">
                    <a:xfrm>
                      <a:off x="1132" y="811"/>
                      <a:ext cx="0" cy="2"/>
                    </a:xfrm>
                    <a:custGeom>
                      <a:avLst/>
                      <a:gdLst>
                        <a:gd name="T0" fmla="*/ 1 h 1"/>
                        <a:gd name="T1" fmla="*/ 0 h 1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1">
                          <a:moveTo>
                            <a:pt x="0" y="1"/>
                          </a:moveTo>
                          <a:cubicBezTo>
                            <a:pt x="0" y="1"/>
                            <a:pt x="0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3" name="Freeform 229"/>
                    <p:cNvSpPr>
                      <a:spLocks/>
                    </p:cNvSpPr>
                    <p:nvPr/>
                  </p:nvSpPr>
                  <p:spPr bwMode="auto">
                    <a:xfrm>
                      <a:off x="1161" y="822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2"/>
                            <a:pt x="1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4" name="Freeform 230"/>
                    <p:cNvSpPr>
                      <a:spLocks/>
                    </p:cNvSpPr>
                    <p:nvPr/>
                  </p:nvSpPr>
                  <p:spPr bwMode="auto">
                    <a:xfrm>
                      <a:off x="1152" y="836"/>
                      <a:ext cx="5" cy="0"/>
                    </a:xfrm>
                    <a:custGeom>
                      <a:avLst/>
                      <a:gdLst>
                        <a:gd name="T0" fmla="*/ 0 w 3"/>
                        <a:gd name="T1" fmla="*/ 3 w 3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3">
                          <a:moveTo>
                            <a:pt x="0" y="0"/>
                          </a:moveTo>
                          <a:cubicBezTo>
                            <a:pt x="1" y="0"/>
                            <a:pt x="2" y="0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5" name="Freeform 231"/>
                    <p:cNvSpPr>
                      <a:spLocks/>
                    </p:cNvSpPr>
                    <p:nvPr/>
                  </p:nvSpPr>
                  <p:spPr bwMode="auto">
                    <a:xfrm>
                      <a:off x="1149" y="827"/>
                      <a:ext cx="6" cy="0"/>
                    </a:xfrm>
                    <a:custGeom>
                      <a:avLst/>
                      <a:gdLst>
                        <a:gd name="T0" fmla="*/ 4 w 4"/>
                        <a:gd name="T1" fmla="*/ 0 w 4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4">
                          <a:moveTo>
                            <a:pt x="4" y="0"/>
                          </a:moveTo>
                          <a:cubicBezTo>
                            <a:pt x="2" y="0"/>
                            <a:pt x="1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6" name="Freeform 232"/>
                    <p:cNvSpPr>
                      <a:spLocks/>
                    </p:cNvSpPr>
                    <p:nvPr/>
                  </p:nvSpPr>
                  <p:spPr bwMode="auto">
                    <a:xfrm>
                      <a:off x="1135" y="841"/>
                      <a:ext cx="4" cy="1"/>
                    </a:xfrm>
                    <a:custGeom>
                      <a:avLst/>
                      <a:gdLst>
                        <a:gd name="T0" fmla="*/ 0 w 3"/>
                        <a:gd name="T1" fmla="*/ 1 h 1"/>
                        <a:gd name="T2" fmla="*/ 3 w 3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1">
                          <a:moveTo>
                            <a:pt x="0" y="1"/>
                          </a:moveTo>
                          <a:cubicBezTo>
                            <a:pt x="1" y="0"/>
                            <a:pt x="2" y="0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7" name="Freeform 233"/>
                    <p:cNvSpPr>
                      <a:spLocks/>
                    </p:cNvSpPr>
                    <p:nvPr/>
                  </p:nvSpPr>
                  <p:spPr bwMode="auto">
                    <a:xfrm>
                      <a:off x="990" y="794"/>
                      <a:ext cx="6" cy="6"/>
                    </a:xfrm>
                    <a:custGeom>
                      <a:avLst/>
                      <a:gdLst>
                        <a:gd name="T0" fmla="*/ 0 w 4"/>
                        <a:gd name="T1" fmla="*/ 0 h 4"/>
                        <a:gd name="T2" fmla="*/ 3 w 4"/>
                        <a:gd name="T3" fmla="*/ 4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4" h="4">
                          <a:moveTo>
                            <a:pt x="0" y="0"/>
                          </a:moveTo>
                          <a:cubicBezTo>
                            <a:pt x="2" y="1"/>
                            <a:pt x="4" y="2"/>
                            <a:pt x="3" y="4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8" name="Freeform 234"/>
                    <p:cNvSpPr>
                      <a:spLocks/>
                    </p:cNvSpPr>
                    <p:nvPr/>
                  </p:nvSpPr>
                  <p:spPr bwMode="auto">
                    <a:xfrm>
                      <a:off x="995" y="800"/>
                      <a:ext cx="2" cy="8"/>
                    </a:xfrm>
                    <a:custGeom>
                      <a:avLst/>
                      <a:gdLst>
                        <a:gd name="T0" fmla="*/ 0 w 2"/>
                        <a:gd name="T1" fmla="*/ 0 h 6"/>
                        <a:gd name="T2" fmla="*/ 2 w 2"/>
                        <a:gd name="T3" fmla="*/ 6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6">
                          <a:moveTo>
                            <a:pt x="0" y="0"/>
                          </a:moveTo>
                          <a:cubicBezTo>
                            <a:pt x="2" y="2"/>
                            <a:pt x="1" y="4"/>
                            <a:pt x="2" y="6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9" name="Freeform 235"/>
                    <p:cNvSpPr>
                      <a:spLocks/>
                    </p:cNvSpPr>
                    <p:nvPr/>
                  </p:nvSpPr>
                  <p:spPr bwMode="auto">
                    <a:xfrm>
                      <a:off x="974" y="795"/>
                      <a:ext cx="0" cy="5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0" name="Freeform 236"/>
                    <p:cNvSpPr>
                      <a:spLocks/>
                    </p:cNvSpPr>
                    <p:nvPr/>
                  </p:nvSpPr>
                  <p:spPr bwMode="auto">
                    <a:xfrm>
                      <a:off x="971" y="753"/>
                      <a:ext cx="0" cy="4"/>
                    </a:xfrm>
                    <a:custGeom>
                      <a:avLst/>
                      <a:gdLst>
                        <a:gd name="T0" fmla="*/ 4 h 4"/>
                        <a:gd name="T1" fmla="*/ 0 h 4"/>
                        <a:gd name="T2" fmla="*/ 4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lnTo>
                            <a:pt x="0" y="0"/>
                          </a:lnTo>
                          <a:lnTo>
                            <a:pt x="0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1" name="Line 23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71" y="753"/>
                      <a:ext cx="0" cy="4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2" name="Freeform 238"/>
                    <p:cNvSpPr>
                      <a:spLocks/>
                    </p:cNvSpPr>
                    <p:nvPr/>
                  </p:nvSpPr>
                  <p:spPr bwMode="auto">
                    <a:xfrm>
                      <a:off x="968" y="718"/>
                      <a:ext cx="2" cy="7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0" y="3"/>
                            <a:pt x="0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3" name="Freeform 239"/>
                    <p:cNvSpPr>
                      <a:spLocks/>
                    </p:cNvSpPr>
                    <p:nvPr/>
                  </p:nvSpPr>
                  <p:spPr bwMode="auto">
                    <a:xfrm>
                      <a:off x="1076" y="693"/>
                      <a:ext cx="5" cy="7"/>
                    </a:xfrm>
                    <a:custGeom>
                      <a:avLst/>
                      <a:gdLst>
                        <a:gd name="T0" fmla="*/ 0 w 3"/>
                        <a:gd name="T1" fmla="*/ 0 h 5"/>
                        <a:gd name="T2" fmla="*/ 3 w 3"/>
                        <a:gd name="T3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0"/>
                          </a:moveTo>
                          <a:cubicBezTo>
                            <a:pt x="2" y="0"/>
                            <a:pt x="3" y="3"/>
                            <a:pt x="3" y="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4" name="Freeform 240"/>
                    <p:cNvSpPr>
                      <a:spLocks/>
                    </p:cNvSpPr>
                    <p:nvPr/>
                  </p:nvSpPr>
                  <p:spPr bwMode="auto">
                    <a:xfrm>
                      <a:off x="1092" y="839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0 h 2"/>
                        <a:gd name="T2" fmla="*/ 2 w 2"/>
                        <a:gd name="T3" fmla="*/ 2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0"/>
                          </a:moveTo>
                          <a:cubicBezTo>
                            <a:pt x="1" y="0"/>
                            <a:pt x="1" y="1"/>
                            <a:pt x="2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5" name="Freeform 241"/>
                    <p:cNvSpPr>
                      <a:spLocks/>
                    </p:cNvSpPr>
                    <p:nvPr/>
                  </p:nvSpPr>
                  <p:spPr bwMode="auto">
                    <a:xfrm>
                      <a:off x="1024" y="785"/>
                      <a:ext cx="3" cy="2"/>
                    </a:xfrm>
                    <a:custGeom>
                      <a:avLst/>
                      <a:gdLst>
                        <a:gd name="T0" fmla="*/ 2 w 2"/>
                        <a:gd name="T1" fmla="*/ 1 h 1"/>
                        <a:gd name="T2" fmla="*/ 0 w 2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2" y="1"/>
                          </a:moveTo>
                          <a:cubicBezTo>
                            <a:pt x="1" y="1"/>
                            <a:pt x="1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6" name="Freeform 242"/>
                    <p:cNvSpPr>
                      <a:spLocks/>
                    </p:cNvSpPr>
                    <p:nvPr/>
                  </p:nvSpPr>
                  <p:spPr bwMode="auto">
                    <a:xfrm>
                      <a:off x="1009" y="784"/>
                      <a:ext cx="6" cy="0"/>
                    </a:xfrm>
                    <a:custGeom>
                      <a:avLst/>
                      <a:gdLst>
                        <a:gd name="T0" fmla="*/ 0 w 4"/>
                        <a:gd name="T1" fmla="*/ 4 w 4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4">
                          <a:moveTo>
                            <a:pt x="0" y="0"/>
                          </a:moveTo>
                          <a:cubicBezTo>
                            <a:pt x="1" y="0"/>
                            <a:pt x="2" y="0"/>
                            <a:pt x="4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7" name="Freeform 243"/>
                    <p:cNvSpPr>
                      <a:spLocks/>
                    </p:cNvSpPr>
                    <p:nvPr/>
                  </p:nvSpPr>
                  <p:spPr bwMode="auto">
                    <a:xfrm>
                      <a:off x="1015" y="778"/>
                      <a:ext cx="1" cy="4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8" name="Freeform 244"/>
                    <p:cNvSpPr>
                      <a:spLocks/>
                    </p:cNvSpPr>
                    <p:nvPr/>
                  </p:nvSpPr>
                  <p:spPr bwMode="auto">
                    <a:xfrm>
                      <a:off x="1011" y="766"/>
                      <a:ext cx="3" cy="1"/>
                    </a:xfrm>
                    <a:custGeom>
                      <a:avLst/>
                      <a:gdLst>
                        <a:gd name="T0" fmla="*/ 0 w 2"/>
                        <a:gd name="T1" fmla="*/ 0 h 1"/>
                        <a:gd name="T2" fmla="*/ 2 w 2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0" y="0"/>
                          </a:moveTo>
                          <a:cubicBezTo>
                            <a:pt x="1" y="1"/>
                            <a:pt x="1" y="1"/>
                            <a:pt x="2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9" name="Freeform 245"/>
                    <p:cNvSpPr>
                      <a:spLocks/>
                    </p:cNvSpPr>
                    <p:nvPr/>
                  </p:nvSpPr>
                  <p:spPr bwMode="auto">
                    <a:xfrm>
                      <a:off x="1002" y="737"/>
                      <a:ext cx="0" cy="4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0" name="Freeform 246"/>
                    <p:cNvSpPr>
                      <a:spLocks/>
                    </p:cNvSpPr>
                    <p:nvPr/>
                  </p:nvSpPr>
                  <p:spPr bwMode="auto">
                    <a:xfrm>
                      <a:off x="1043" y="753"/>
                      <a:ext cx="4" cy="4"/>
                    </a:xfrm>
                    <a:custGeom>
                      <a:avLst/>
                      <a:gdLst>
                        <a:gd name="T0" fmla="*/ 3 w 3"/>
                        <a:gd name="T1" fmla="*/ 0 h 3"/>
                        <a:gd name="T2" fmla="*/ 0 w 3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3" y="0"/>
                          </a:moveTo>
                          <a:cubicBezTo>
                            <a:pt x="2" y="1"/>
                            <a:pt x="1" y="2"/>
                            <a:pt x="0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1" name="Freeform 247"/>
                    <p:cNvSpPr>
                      <a:spLocks/>
                    </p:cNvSpPr>
                    <p:nvPr/>
                  </p:nvSpPr>
                  <p:spPr bwMode="auto">
                    <a:xfrm>
                      <a:off x="1024" y="778"/>
                      <a:ext cx="1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0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2" name="Freeform 248"/>
                    <p:cNvSpPr>
                      <a:spLocks/>
                    </p:cNvSpPr>
                    <p:nvPr/>
                  </p:nvSpPr>
                  <p:spPr bwMode="auto">
                    <a:xfrm>
                      <a:off x="992" y="785"/>
                      <a:ext cx="1" cy="6"/>
                    </a:xfrm>
                    <a:custGeom>
                      <a:avLst/>
                      <a:gdLst>
                        <a:gd name="T0" fmla="*/ 0 w 1"/>
                        <a:gd name="T1" fmla="*/ 4 h 4"/>
                        <a:gd name="T2" fmla="*/ 1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0" y="4"/>
                          </a:moveTo>
                          <a:cubicBezTo>
                            <a:pt x="1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3" name="Freeform 249"/>
                    <p:cNvSpPr>
                      <a:spLocks/>
                    </p:cNvSpPr>
                    <p:nvPr/>
                  </p:nvSpPr>
                  <p:spPr bwMode="auto">
                    <a:xfrm>
                      <a:off x="1054" y="784"/>
                      <a:ext cx="3" cy="5"/>
                    </a:xfrm>
                    <a:custGeom>
                      <a:avLst/>
                      <a:gdLst>
                        <a:gd name="T0" fmla="*/ 1 w 2"/>
                        <a:gd name="T1" fmla="*/ 4 h 4"/>
                        <a:gd name="T2" fmla="*/ 0 w 2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4">
                          <a:moveTo>
                            <a:pt x="1" y="4"/>
                          </a:moveTo>
                          <a:cubicBezTo>
                            <a:pt x="2" y="3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4" name="Freeform 250"/>
                    <p:cNvSpPr>
                      <a:spLocks/>
                    </p:cNvSpPr>
                    <p:nvPr/>
                  </p:nvSpPr>
                  <p:spPr bwMode="auto">
                    <a:xfrm>
                      <a:off x="1035" y="804"/>
                      <a:ext cx="2" cy="2"/>
                    </a:xfrm>
                    <a:custGeom>
                      <a:avLst/>
                      <a:gdLst>
                        <a:gd name="T0" fmla="*/ 1 w 1"/>
                        <a:gd name="T1" fmla="*/ 0 h 1"/>
                        <a:gd name="T2" fmla="*/ 0 w 1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1">
                          <a:moveTo>
                            <a:pt x="1" y="0"/>
                          </a:moveTo>
                          <a:cubicBezTo>
                            <a:pt x="0" y="0"/>
                            <a:pt x="0" y="1"/>
                            <a:pt x="0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5" name="Freeform 251"/>
                    <p:cNvSpPr>
                      <a:spLocks/>
                    </p:cNvSpPr>
                    <p:nvPr/>
                  </p:nvSpPr>
                  <p:spPr bwMode="auto">
                    <a:xfrm>
                      <a:off x="1050" y="797"/>
                      <a:ext cx="3" cy="1"/>
                    </a:xfrm>
                    <a:custGeom>
                      <a:avLst/>
                      <a:gdLst>
                        <a:gd name="T0" fmla="*/ 2 w 2"/>
                        <a:gd name="T1" fmla="*/ 1 h 1"/>
                        <a:gd name="T2" fmla="*/ 0 w 2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2" y="1"/>
                          </a:moveTo>
                          <a:cubicBezTo>
                            <a:pt x="1" y="1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6" name="Freeform 252"/>
                    <p:cNvSpPr>
                      <a:spLocks/>
                    </p:cNvSpPr>
                    <p:nvPr/>
                  </p:nvSpPr>
                  <p:spPr bwMode="auto">
                    <a:xfrm>
                      <a:off x="1068" y="822"/>
                      <a:ext cx="3" cy="7"/>
                    </a:xfrm>
                    <a:custGeom>
                      <a:avLst/>
                      <a:gdLst>
                        <a:gd name="T0" fmla="*/ 1 w 2"/>
                        <a:gd name="T1" fmla="*/ 5 h 5"/>
                        <a:gd name="T2" fmla="*/ 0 w 2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5">
                          <a:moveTo>
                            <a:pt x="1" y="5"/>
                          </a:moveTo>
                          <a:cubicBezTo>
                            <a:pt x="2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7" name="Freeform 253"/>
                    <p:cNvSpPr>
                      <a:spLocks/>
                    </p:cNvSpPr>
                    <p:nvPr/>
                  </p:nvSpPr>
                  <p:spPr bwMode="auto">
                    <a:xfrm>
                      <a:off x="1271" y="803"/>
                      <a:ext cx="1" cy="5"/>
                    </a:xfrm>
                    <a:custGeom>
                      <a:avLst/>
                      <a:gdLst>
                        <a:gd name="T0" fmla="*/ 1 w 1"/>
                        <a:gd name="T1" fmla="*/ 4 h 4"/>
                        <a:gd name="T2" fmla="*/ 0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1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8" name="Freeform 254"/>
                    <p:cNvSpPr>
                      <a:spLocks/>
                    </p:cNvSpPr>
                    <p:nvPr/>
                  </p:nvSpPr>
                  <p:spPr bwMode="auto">
                    <a:xfrm>
                      <a:off x="1271" y="770"/>
                      <a:ext cx="1" cy="8"/>
                    </a:xfrm>
                    <a:custGeom>
                      <a:avLst/>
                      <a:gdLst>
                        <a:gd name="T0" fmla="*/ 1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1" y="5"/>
                          </a:moveTo>
                          <a:cubicBezTo>
                            <a:pt x="0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9" name="Freeform 255"/>
                    <p:cNvSpPr>
                      <a:spLocks/>
                    </p:cNvSpPr>
                    <p:nvPr/>
                  </p:nvSpPr>
                  <p:spPr bwMode="auto">
                    <a:xfrm>
                      <a:off x="572" y="703"/>
                      <a:ext cx="5" cy="9"/>
                    </a:xfrm>
                    <a:custGeom>
                      <a:avLst/>
                      <a:gdLst>
                        <a:gd name="T0" fmla="*/ 1 w 3"/>
                        <a:gd name="T1" fmla="*/ 6 h 6"/>
                        <a:gd name="T2" fmla="*/ 3 w 3"/>
                        <a:gd name="T3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6">
                          <a:moveTo>
                            <a:pt x="1" y="6"/>
                          </a:moveTo>
                          <a:cubicBezTo>
                            <a:pt x="0" y="4"/>
                            <a:pt x="2" y="1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0" name="Freeform 256"/>
                    <p:cNvSpPr>
                      <a:spLocks/>
                    </p:cNvSpPr>
                    <p:nvPr/>
                  </p:nvSpPr>
                  <p:spPr bwMode="auto">
                    <a:xfrm>
                      <a:off x="585" y="686"/>
                      <a:ext cx="5" cy="4"/>
                    </a:xfrm>
                    <a:custGeom>
                      <a:avLst/>
                      <a:gdLst>
                        <a:gd name="T0" fmla="*/ 0 w 3"/>
                        <a:gd name="T1" fmla="*/ 3 h 3"/>
                        <a:gd name="T2" fmla="*/ 3 w 3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0" y="3"/>
                          </a:moveTo>
                          <a:cubicBezTo>
                            <a:pt x="0" y="1"/>
                            <a:pt x="1" y="0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1" name="Freeform 257"/>
                    <p:cNvSpPr>
                      <a:spLocks/>
                    </p:cNvSpPr>
                    <p:nvPr/>
                  </p:nvSpPr>
                  <p:spPr bwMode="auto">
                    <a:xfrm>
                      <a:off x="663" y="830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2"/>
                            <a:pt x="2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2" name="Freeform 258"/>
                    <p:cNvSpPr>
                      <a:spLocks/>
                    </p:cNvSpPr>
                    <p:nvPr/>
                  </p:nvSpPr>
                  <p:spPr bwMode="auto">
                    <a:xfrm>
                      <a:off x="888" y="220"/>
                      <a:ext cx="25" cy="55"/>
                    </a:xfrm>
                    <a:custGeom>
                      <a:avLst/>
                      <a:gdLst>
                        <a:gd name="T0" fmla="*/ 5 w 17"/>
                        <a:gd name="T1" fmla="*/ 15 h 37"/>
                        <a:gd name="T2" fmla="*/ 15 w 17"/>
                        <a:gd name="T3" fmla="*/ 12 h 37"/>
                        <a:gd name="T4" fmla="*/ 16 w 17"/>
                        <a:gd name="T5" fmla="*/ 36 h 37"/>
                        <a:gd name="T6" fmla="*/ 8 w 17"/>
                        <a:gd name="T7" fmla="*/ 19 h 37"/>
                        <a:gd name="T8" fmla="*/ 5 w 17"/>
                        <a:gd name="T9" fmla="*/ 37 h 37"/>
                        <a:gd name="T10" fmla="*/ 2 w 17"/>
                        <a:gd name="T11" fmla="*/ 21 h 37"/>
                        <a:gd name="T12" fmla="*/ 2 w 17"/>
                        <a:gd name="T13" fmla="*/ 2 h 37"/>
                        <a:gd name="T14" fmla="*/ 16 w 17"/>
                        <a:gd name="T15" fmla="*/ 1 h 37"/>
                        <a:gd name="T16" fmla="*/ 16 w 17"/>
                        <a:gd name="T17" fmla="*/ 8 h 37"/>
                        <a:gd name="T18" fmla="*/ 5 w 17"/>
                        <a:gd name="T19" fmla="*/ 15 h 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7" h="37">
                          <a:moveTo>
                            <a:pt x="5" y="15"/>
                          </a:moveTo>
                          <a:cubicBezTo>
                            <a:pt x="10" y="18"/>
                            <a:pt x="10" y="11"/>
                            <a:pt x="15" y="12"/>
                          </a:cubicBezTo>
                          <a:cubicBezTo>
                            <a:pt x="17" y="18"/>
                            <a:pt x="15" y="28"/>
                            <a:pt x="16" y="36"/>
                          </a:cubicBezTo>
                          <a:cubicBezTo>
                            <a:pt x="8" y="35"/>
                            <a:pt x="15" y="21"/>
                            <a:pt x="8" y="19"/>
                          </a:cubicBezTo>
                          <a:cubicBezTo>
                            <a:pt x="6" y="24"/>
                            <a:pt x="8" y="33"/>
                            <a:pt x="5" y="37"/>
                          </a:cubicBezTo>
                          <a:cubicBezTo>
                            <a:pt x="0" y="36"/>
                            <a:pt x="2" y="27"/>
                            <a:pt x="2" y="21"/>
                          </a:cubicBezTo>
                          <a:cubicBezTo>
                            <a:pt x="2" y="2"/>
                            <a:pt x="2" y="2"/>
                            <a:pt x="2" y="2"/>
                          </a:cubicBezTo>
                          <a:cubicBezTo>
                            <a:pt x="7" y="2"/>
                            <a:pt x="13" y="0"/>
                            <a:pt x="16" y="1"/>
                          </a:cubicBezTo>
                          <a:cubicBezTo>
                            <a:pt x="13" y="2"/>
                            <a:pt x="12" y="9"/>
                            <a:pt x="16" y="8"/>
                          </a:cubicBezTo>
                          <a:cubicBezTo>
                            <a:pt x="12" y="10"/>
                            <a:pt x="9" y="13"/>
                            <a:pt x="5" y="1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3" name="Freeform 259"/>
                    <p:cNvSpPr>
                      <a:spLocks/>
                    </p:cNvSpPr>
                    <p:nvPr/>
                  </p:nvSpPr>
                  <p:spPr bwMode="auto">
                    <a:xfrm>
                      <a:off x="996" y="220"/>
                      <a:ext cx="20" cy="34"/>
                    </a:xfrm>
                    <a:custGeom>
                      <a:avLst/>
                      <a:gdLst>
                        <a:gd name="T0" fmla="*/ 9 w 14"/>
                        <a:gd name="T1" fmla="*/ 19 h 23"/>
                        <a:gd name="T2" fmla="*/ 0 w 14"/>
                        <a:gd name="T3" fmla="*/ 23 h 23"/>
                        <a:gd name="T4" fmla="*/ 0 w 14"/>
                        <a:gd name="T5" fmla="*/ 1 h 23"/>
                        <a:gd name="T6" fmla="*/ 6 w 14"/>
                        <a:gd name="T7" fmla="*/ 1 h 23"/>
                        <a:gd name="T8" fmla="*/ 6 w 14"/>
                        <a:gd name="T9" fmla="*/ 5 h 23"/>
                        <a:gd name="T10" fmla="*/ 14 w 14"/>
                        <a:gd name="T11" fmla="*/ 2 h 23"/>
                        <a:gd name="T12" fmla="*/ 14 w 14"/>
                        <a:gd name="T13" fmla="*/ 8 h 23"/>
                        <a:gd name="T14" fmla="*/ 13 w 14"/>
                        <a:gd name="T15" fmla="*/ 8 h 23"/>
                        <a:gd name="T16" fmla="*/ 12 w 14"/>
                        <a:gd name="T17" fmla="*/ 9 h 23"/>
                        <a:gd name="T18" fmla="*/ 5 w 14"/>
                        <a:gd name="T19" fmla="*/ 10 h 23"/>
                        <a:gd name="T20" fmla="*/ 5 w 14"/>
                        <a:gd name="T21" fmla="*/ 14 h 23"/>
                        <a:gd name="T22" fmla="*/ 10 w 14"/>
                        <a:gd name="T23" fmla="*/ 14 h 23"/>
                        <a:gd name="T24" fmla="*/ 10 w 14"/>
                        <a:gd name="T25" fmla="*/ 17 h 23"/>
                        <a:gd name="T26" fmla="*/ 8 w 14"/>
                        <a:gd name="T27" fmla="*/ 18 h 23"/>
                        <a:gd name="T28" fmla="*/ 9 w 14"/>
                        <a:gd name="T29" fmla="*/ 19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4" h="23">
                          <a:moveTo>
                            <a:pt x="9" y="19"/>
                          </a:moveTo>
                          <a:cubicBezTo>
                            <a:pt x="5" y="19"/>
                            <a:pt x="4" y="23"/>
                            <a:pt x="0" y="23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2" y="0"/>
                            <a:pt x="3" y="2"/>
                            <a:pt x="6" y="1"/>
                          </a:cubicBezTo>
                          <a:cubicBezTo>
                            <a:pt x="6" y="5"/>
                            <a:pt x="6" y="5"/>
                            <a:pt x="6" y="5"/>
                          </a:cubicBezTo>
                          <a:cubicBezTo>
                            <a:pt x="11" y="6"/>
                            <a:pt x="9" y="1"/>
                            <a:pt x="14" y="2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3" y="8"/>
                            <a:pt x="13" y="8"/>
                            <a:pt x="13" y="8"/>
                          </a:cubicBezTo>
                          <a:cubicBezTo>
                            <a:pt x="12" y="9"/>
                            <a:pt x="12" y="9"/>
                            <a:pt x="12" y="9"/>
                          </a:cubicBezTo>
                          <a:cubicBezTo>
                            <a:pt x="9" y="9"/>
                            <a:pt x="7" y="9"/>
                            <a:pt x="5" y="10"/>
                          </a:cubicBezTo>
                          <a:cubicBezTo>
                            <a:pt x="4" y="12"/>
                            <a:pt x="6" y="12"/>
                            <a:pt x="5" y="14"/>
                          </a:cubicBezTo>
                          <a:cubicBezTo>
                            <a:pt x="10" y="14"/>
                            <a:pt x="10" y="14"/>
                            <a:pt x="10" y="14"/>
                          </a:cubicBezTo>
                          <a:cubicBezTo>
                            <a:pt x="10" y="17"/>
                            <a:pt x="10" y="17"/>
                            <a:pt x="10" y="17"/>
                          </a:cubicBezTo>
                          <a:cubicBezTo>
                            <a:pt x="8" y="18"/>
                            <a:pt x="8" y="18"/>
                            <a:pt x="8" y="18"/>
                          </a:cubicBezTo>
                          <a:lnTo>
                            <a:pt x="9" y="1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4" name="Freeform 260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95" y="245"/>
                      <a:ext cx="24" cy="145"/>
                    </a:xfrm>
                    <a:custGeom>
                      <a:avLst/>
                      <a:gdLst>
                        <a:gd name="T0" fmla="*/ 14 w 17"/>
                        <a:gd name="T1" fmla="*/ 1 h 99"/>
                        <a:gd name="T2" fmla="*/ 15 w 17"/>
                        <a:gd name="T3" fmla="*/ 0 h 99"/>
                        <a:gd name="T4" fmla="*/ 15 w 17"/>
                        <a:gd name="T5" fmla="*/ 42 h 99"/>
                        <a:gd name="T6" fmla="*/ 13 w 17"/>
                        <a:gd name="T7" fmla="*/ 45 h 99"/>
                        <a:gd name="T8" fmla="*/ 15 w 17"/>
                        <a:gd name="T9" fmla="*/ 49 h 99"/>
                        <a:gd name="T10" fmla="*/ 15 w 17"/>
                        <a:gd name="T11" fmla="*/ 85 h 99"/>
                        <a:gd name="T12" fmla="*/ 13 w 17"/>
                        <a:gd name="T13" fmla="*/ 86 h 99"/>
                        <a:gd name="T14" fmla="*/ 15 w 17"/>
                        <a:gd name="T15" fmla="*/ 99 h 99"/>
                        <a:gd name="T16" fmla="*/ 2 w 17"/>
                        <a:gd name="T17" fmla="*/ 99 h 99"/>
                        <a:gd name="T18" fmla="*/ 1 w 17"/>
                        <a:gd name="T19" fmla="*/ 91 h 99"/>
                        <a:gd name="T20" fmla="*/ 11 w 17"/>
                        <a:gd name="T21" fmla="*/ 94 h 99"/>
                        <a:gd name="T22" fmla="*/ 3 w 17"/>
                        <a:gd name="T23" fmla="*/ 90 h 99"/>
                        <a:gd name="T24" fmla="*/ 1 w 17"/>
                        <a:gd name="T25" fmla="*/ 79 h 99"/>
                        <a:gd name="T26" fmla="*/ 6 w 17"/>
                        <a:gd name="T27" fmla="*/ 80 h 99"/>
                        <a:gd name="T28" fmla="*/ 7 w 17"/>
                        <a:gd name="T29" fmla="*/ 73 h 99"/>
                        <a:gd name="T30" fmla="*/ 1 w 17"/>
                        <a:gd name="T31" fmla="*/ 73 h 99"/>
                        <a:gd name="T32" fmla="*/ 1 w 17"/>
                        <a:gd name="T33" fmla="*/ 68 h 99"/>
                        <a:gd name="T34" fmla="*/ 3 w 17"/>
                        <a:gd name="T35" fmla="*/ 69 h 99"/>
                        <a:gd name="T36" fmla="*/ 4 w 17"/>
                        <a:gd name="T37" fmla="*/ 68 h 99"/>
                        <a:gd name="T38" fmla="*/ 11 w 17"/>
                        <a:gd name="T39" fmla="*/ 64 h 99"/>
                        <a:gd name="T40" fmla="*/ 6 w 17"/>
                        <a:gd name="T41" fmla="*/ 61 h 99"/>
                        <a:gd name="T42" fmla="*/ 1 w 17"/>
                        <a:gd name="T43" fmla="*/ 51 h 99"/>
                        <a:gd name="T44" fmla="*/ 1 w 17"/>
                        <a:gd name="T45" fmla="*/ 31 h 99"/>
                        <a:gd name="T46" fmla="*/ 8 w 17"/>
                        <a:gd name="T47" fmla="*/ 31 h 99"/>
                        <a:gd name="T48" fmla="*/ 7 w 17"/>
                        <a:gd name="T49" fmla="*/ 25 h 99"/>
                        <a:gd name="T50" fmla="*/ 1 w 17"/>
                        <a:gd name="T51" fmla="*/ 25 h 99"/>
                        <a:gd name="T52" fmla="*/ 1 w 17"/>
                        <a:gd name="T53" fmla="*/ 8 h 99"/>
                        <a:gd name="T54" fmla="*/ 10 w 17"/>
                        <a:gd name="T55" fmla="*/ 10 h 99"/>
                        <a:gd name="T56" fmla="*/ 12 w 17"/>
                        <a:gd name="T57" fmla="*/ 2 h 99"/>
                        <a:gd name="T58" fmla="*/ 12 w 17"/>
                        <a:gd name="T59" fmla="*/ 1 h 99"/>
                        <a:gd name="T60" fmla="*/ 12 w 17"/>
                        <a:gd name="T61" fmla="*/ 0 h 99"/>
                        <a:gd name="T62" fmla="*/ 13 w 17"/>
                        <a:gd name="T63" fmla="*/ 0 h 99"/>
                        <a:gd name="T64" fmla="*/ 14 w 17"/>
                        <a:gd name="T65" fmla="*/ 1 h 99"/>
                        <a:gd name="T66" fmla="*/ 11 w 17"/>
                        <a:gd name="T67" fmla="*/ 55 h 99"/>
                        <a:gd name="T68" fmla="*/ 9 w 17"/>
                        <a:gd name="T69" fmla="*/ 52 h 99"/>
                        <a:gd name="T70" fmla="*/ 11 w 17"/>
                        <a:gd name="T71" fmla="*/ 55 h 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</a:cxnLst>
                      <a:rect l="0" t="0" r="r" b="b"/>
                      <a:pathLst>
                        <a:path w="17" h="99">
                          <a:moveTo>
                            <a:pt x="14" y="1"/>
                          </a:moveTo>
                          <a:cubicBezTo>
                            <a:pt x="15" y="0"/>
                            <a:pt x="15" y="0"/>
                            <a:pt x="15" y="0"/>
                          </a:cubicBezTo>
                          <a:cubicBezTo>
                            <a:pt x="13" y="13"/>
                            <a:pt x="17" y="28"/>
                            <a:pt x="15" y="42"/>
                          </a:cubicBezTo>
                          <a:cubicBezTo>
                            <a:pt x="15" y="42"/>
                            <a:pt x="13" y="45"/>
                            <a:pt x="13" y="45"/>
                          </a:cubicBezTo>
                          <a:cubicBezTo>
                            <a:pt x="13" y="46"/>
                            <a:pt x="15" y="48"/>
                            <a:pt x="15" y="49"/>
                          </a:cubicBezTo>
                          <a:cubicBezTo>
                            <a:pt x="16" y="59"/>
                            <a:pt x="16" y="75"/>
                            <a:pt x="15" y="85"/>
                          </a:cubicBezTo>
                          <a:cubicBezTo>
                            <a:pt x="15" y="86"/>
                            <a:pt x="15" y="86"/>
                            <a:pt x="13" y="86"/>
                          </a:cubicBezTo>
                          <a:cubicBezTo>
                            <a:pt x="16" y="88"/>
                            <a:pt x="14" y="95"/>
                            <a:pt x="15" y="99"/>
                          </a:cubicBezTo>
                          <a:cubicBezTo>
                            <a:pt x="2" y="99"/>
                            <a:pt x="2" y="99"/>
                            <a:pt x="2" y="99"/>
                          </a:cubicBezTo>
                          <a:cubicBezTo>
                            <a:pt x="1" y="97"/>
                            <a:pt x="1" y="94"/>
                            <a:pt x="1" y="91"/>
                          </a:cubicBezTo>
                          <a:cubicBezTo>
                            <a:pt x="5" y="91"/>
                            <a:pt x="6" y="97"/>
                            <a:pt x="11" y="94"/>
                          </a:cubicBezTo>
                          <a:cubicBezTo>
                            <a:pt x="11" y="90"/>
                            <a:pt x="6" y="88"/>
                            <a:pt x="3" y="90"/>
                          </a:cubicBezTo>
                          <a:cubicBezTo>
                            <a:pt x="4" y="84"/>
                            <a:pt x="1" y="84"/>
                            <a:pt x="1" y="79"/>
                          </a:cubicBezTo>
                          <a:cubicBezTo>
                            <a:pt x="4" y="78"/>
                            <a:pt x="4" y="81"/>
                            <a:pt x="6" y="80"/>
                          </a:cubicBezTo>
                          <a:cubicBezTo>
                            <a:pt x="8" y="79"/>
                            <a:pt x="7" y="75"/>
                            <a:pt x="7" y="73"/>
                          </a:cubicBezTo>
                          <a:cubicBezTo>
                            <a:pt x="5" y="71"/>
                            <a:pt x="4" y="73"/>
                            <a:pt x="1" y="73"/>
                          </a:cubicBezTo>
                          <a:cubicBezTo>
                            <a:pt x="1" y="68"/>
                            <a:pt x="1" y="68"/>
                            <a:pt x="1" y="68"/>
                          </a:cubicBezTo>
                          <a:cubicBezTo>
                            <a:pt x="3" y="69"/>
                            <a:pt x="3" y="69"/>
                            <a:pt x="3" y="69"/>
                          </a:cubicBezTo>
                          <a:cubicBezTo>
                            <a:pt x="4" y="68"/>
                            <a:pt x="4" y="68"/>
                            <a:pt x="4" y="68"/>
                          </a:cubicBezTo>
                          <a:cubicBezTo>
                            <a:pt x="8" y="70"/>
                            <a:pt x="10" y="67"/>
                            <a:pt x="11" y="64"/>
                          </a:cubicBezTo>
                          <a:cubicBezTo>
                            <a:pt x="11" y="62"/>
                            <a:pt x="7" y="63"/>
                            <a:pt x="6" y="61"/>
                          </a:cubicBezTo>
                          <a:cubicBezTo>
                            <a:pt x="7" y="55"/>
                            <a:pt x="3" y="54"/>
                            <a:pt x="1" y="51"/>
                          </a:cubicBezTo>
                          <a:cubicBezTo>
                            <a:pt x="2" y="42"/>
                            <a:pt x="3" y="39"/>
                            <a:pt x="1" y="31"/>
                          </a:cubicBezTo>
                          <a:cubicBezTo>
                            <a:pt x="3" y="31"/>
                            <a:pt x="5" y="32"/>
                            <a:pt x="8" y="31"/>
                          </a:cubicBezTo>
                          <a:cubicBezTo>
                            <a:pt x="10" y="31"/>
                            <a:pt x="6" y="29"/>
                            <a:pt x="7" y="25"/>
                          </a:cubicBezTo>
                          <a:cubicBezTo>
                            <a:pt x="1" y="25"/>
                            <a:pt x="1" y="25"/>
                            <a:pt x="1" y="25"/>
                          </a:cubicBezTo>
                          <a:cubicBezTo>
                            <a:pt x="4" y="19"/>
                            <a:pt x="0" y="17"/>
                            <a:pt x="1" y="8"/>
                          </a:cubicBezTo>
                          <a:cubicBezTo>
                            <a:pt x="4" y="11"/>
                            <a:pt x="9" y="6"/>
                            <a:pt x="10" y="10"/>
                          </a:cubicBezTo>
                          <a:cubicBezTo>
                            <a:pt x="11" y="7"/>
                            <a:pt x="10" y="6"/>
                            <a:pt x="12" y="2"/>
                          </a:cubicBezTo>
                          <a:cubicBezTo>
                            <a:pt x="12" y="1"/>
                            <a:pt x="12" y="1"/>
                            <a:pt x="12" y="1"/>
                          </a:cubicBezTo>
                          <a:cubicBezTo>
                            <a:pt x="12" y="0"/>
                            <a:pt x="12" y="0"/>
                            <a:pt x="12" y="0"/>
                          </a:cubicBezTo>
                          <a:cubicBezTo>
                            <a:pt x="12" y="0"/>
                            <a:pt x="12" y="0"/>
                            <a:pt x="13" y="0"/>
                          </a:cubicBezTo>
                          <a:lnTo>
                            <a:pt x="14" y="1"/>
                          </a:lnTo>
                          <a:close/>
                          <a:moveTo>
                            <a:pt x="11" y="55"/>
                          </a:moveTo>
                          <a:cubicBezTo>
                            <a:pt x="11" y="54"/>
                            <a:pt x="10" y="52"/>
                            <a:pt x="9" y="52"/>
                          </a:cubicBezTo>
                          <a:cubicBezTo>
                            <a:pt x="9" y="54"/>
                            <a:pt x="10" y="55"/>
                            <a:pt x="11" y="5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5" name="Freeform 261"/>
                    <p:cNvSpPr>
                      <a:spLocks/>
                    </p:cNvSpPr>
                    <p:nvPr/>
                  </p:nvSpPr>
                  <p:spPr bwMode="auto">
                    <a:xfrm>
                      <a:off x="835" y="234"/>
                      <a:ext cx="22" cy="24"/>
                    </a:xfrm>
                    <a:custGeom>
                      <a:avLst/>
                      <a:gdLst>
                        <a:gd name="T0" fmla="*/ 4 w 15"/>
                        <a:gd name="T1" fmla="*/ 17 h 17"/>
                        <a:gd name="T2" fmla="*/ 2 w 15"/>
                        <a:gd name="T3" fmla="*/ 7 h 17"/>
                        <a:gd name="T4" fmla="*/ 8 w 15"/>
                        <a:gd name="T5" fmla="*/ 8 h 17"/>
                        <a:gd name="T6" fmla="*/ 6 w 15"/>
                        <a:gd name="T7" fmla="*/ 2 h 17"/>
                        <a:gd name="T8" fmla="*/ 15 w 15"/>
                        <a:gd name="T9" fmla="*/ 3 h 17"/>
                        <a:gd name="T10" fmla="*/ 15 w 15"/>
                        <a:gd name="T11" fmla="*/ 15 h 17"/>
                        <a:gd name="T12" fmla="*/ 14 w 15"/>
                        <a:gd name="T13" fmla="*/ 14 h 17"/>
                        <a:gd name="T14" fmla="*/ 13 w 15"/>
                        <a:gd name="T15" fmla="*/ 15 h 17"/>
                        <a:gd name="T16" fmla="*/ 5 w 15"/>
                        <a:gd name="T17" fmla="*/ 12 h 17"/>
                        <a:gd name="T18" fmla="*/ 6 w 15"/>
                        <a:gd name="T19" fmla="*/ 15 h 17"/>
                        <a:gd name="T20" fmla="*/ 5 w 15"/>
                        <a:gd name="T21" fmla="*/ 16 h 17"/>
                        <a:gd name="T22" fmla="*/ 4 w 15"/>
                        <a:gd name="T23" fmla="*/ 17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5" h="17">
                          <a:moveTo>
                            <a:pt x="4" y="17"/>
                          </a:moveTo>
                          <a:cubicBezTo>
                            <a:pt x="0" y="17"/>
                            <a:pt x="3" y="10"/>
                            <a:pt x="2" y="7"/>
                          </a:cubicBezTo>
                          <a:cubicBezTo>
                            <a:pt x="5" y="7"/>
                            <a:pt x="5" y="9"/>
                            <a:pt x="8" y="8"/>
                          </a:cubicBezTo>
                          <a:cubicBezTo>
                            <a:pt x="10" y="6"/>
                            <a:pt x="8" y="3"/>
                            <a:pt x="6" y="2"/>
                          </a:cubicBezTo>
                          <a:cubicBezTo>
                            <a:pt x="8" y="0"/>
                            <a:pt x="12" y="3"/>
                            <a:pt x="15" y="3"/>
                          </a:cubicBezTo>
                          <a:cubicBezTo>
                            <a:pt x="15" y="15"/>
                            <a:pt x="15" y="15"/>
                            <a:pt x="15" y="15"/>
                          </a:cubicBezTo>
                          <a:cubicBezTo>
                            <a:pt x="14" y="14"/>
                            <a:pt x="14" y="14"/>
                            <a:pt x="14" y="14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0" y="14"/>
                            <a:pt x="9" y="12"/>
                            <a:pt x="5" y="12"/>
                          </a:cubicBezTo>
                          <a:cubicBezTo>
                            <a:pt x="5" y="14"/>
                            <a:pt x="6" y="14"/>
                            <a:pt x="6" y="15"/>
                          </a:cubicBezTo>
                          <a:cubicBezTo>
                            <a:pt x="5" y="16"/>
                            <a:pt x="5" y="16"/>
                            <a:pt x="5" y="16"/>
                          </a:cubicBezTo>
                          <a:lnTo>
                            <a:pt x="4" y="1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6" name="Freeform 262"/>
                    <p:cNvSpPr>
                      <a:spLocks/>
                    </p:cNvSpPr>
                    <p:nvPr/>
                  </p:nvSpPr>
                  <p:spPr bwMode="auto">
                    <a:xfrm>
                      <a:off x="843" y="258"/>
                      <a:ext cx="14" cy="8"/>
                    </a:xfrm>
                    <a:custGeom>
                      <a:avLst/>
                      <a:gdLst>
                        <a:gd name="T0" fmla="*/ 9 w 10"/>
                        <a:gd name="T1" fmla="*/ 1 h 5"/>
                        <a:gd name="T2" fmla="*/ 10 w 10"/>
                        <a:gd name="T3" fmla="*/ 0 h 5"/>
                        <a:gd name="T4" fmla="*/ 10 w 10"/>
                        <a:gd name="T5" fmla="*/ 4 h 5"/>
                        <a:gd name="T6" fmla="*/ 2 w 10"/>
                        <a:gd name="T7" fmla="*/ 5 h 5"/>
                        <a:gd name="T8" fmla="*/ 2 w 10"/>
                        <a:gd name="T9" fmla="*/ 4 h 5"/>
                        <a:gd name="T10" fmla="*/ 0 w 10"/>
                        <a:gd name="T11" fmla="*/ 4 h 5"/>
                        <a:gd name="T12" fmla="*/ 0 w 10"/>
                        <a:gd name="T13" fmla="*/ 2 h 5"/>
                        <a:gd name="T14" fmla="*/ 3 w 10"/>
                        <a:gd name="T15" fmla="*/ 2 h 5"/>
                        <a:gd name="T16" fmla="*/ 3 w 10"/>
                        <a:gd name="T17" fmla="*/ 0 h 5"/>
                        <a:gd name="T18" fmla="*/ 8 w 10"/>
                        <a:gd name="T19" fmla="*/ 0 h 5"/>
                        <a:gd name="T20" fmla="*/ 9 w 10"/>
                        <a:gd name="T21" fmla="*/ 1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0" h="5">
                          <a:moveTo>
                            <a:pt x="9" y="1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10" y="4"/>
                            <a:pt x="10" y="4"/>
                            <a:pt x="10" y="4"/>
                          </a:cubicBezTo>
                          <a:cubicBezTo>
                            <a:pt x="7" y="5"/>
                            <a:pt x="4" y="4"/>
                            <a:pt x="2" y="5"/>
                          </a:cubicBezTo>
                          <a:cubicBezTo>
                            <a:pt x="2" y="4"/>
                            <a:pt x="2" y="4"/>
                            <a:pt x="2" y="4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0" y="2"/>
                            <a:pt x="0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8" y="0"/>
                            <a:pt x="8" y="0"/>
                            <a:pt x="8" y="0"/>
                          </a:cubicBezTo>
                          <a:lnTo>
                            <a:pt x="9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7" name="Freeform 263"/>
                    <p:cNvSpPr>
                      <a:spLocks/>
                    </p:cNvSpPr>
                    <p:nvPr/>
                  </p:nvSpPr>
                  <p:spPr bwMode="auto">
                    <a:xfrm>
                      <a:off x="835" y="264"/>
                      <a:ext cx="22" cy="35"/>
                    </a:xfrm>
                    <a:custGeom>
                      <a:avLst/>
                      <a:gdLst>
                        <a:gd name="T0" fmla="*/ 4 w 15"/>
                        <a:gd name="T1" fmla="*/ 3 h 24"/>
                        <a:gd name="T2" fmla="*/ 5 w 15"/>
                        <a:gd name="T3" fmla="*/ 3 h 24"/>
                        <a:gd name="T4" fmla="*/ 9 w 15"/>
                        <a:gd name="T5" fmla="*/ 9 h 24"/>
                        <a:gd name="T6" fmla="*/ 15 w 15"/>
                        <a:gd name="T7" fmla="*/ 5 h 24"/>
                        <a:gd name="T8" fmla="*/ 15 w 15"/>
                        <a:gd name="T9" fmla="*/ 14 h 24"/>
                        <a:gd name="T10" fmla="*/ 2 w 15"/>
                        <a:gd name="T11" fmla="*/ 24 h 24"/>
                        <a:gd name="T12" fmla="*/ 8 w 15"/>
                        <a:gd name="T13" fmla="*/ 12 h 24"/>
                        <a:gd name="T14" fmla="*/ 2 w 15"/>
                        <a:gd name="T15" fmla="*/ 13 h 24"/>
                        <a:gd name="T16" fmla="*/ 2 w 15"/>
                        <a:gd name="T17" fmla="*/ 0 h 24"/>
                        <a:gd name="T18" fmla="*/ 5 w 15"/>
                        <a:gd name="T19" fmla="*/ 1 h 24"/>
                        <a:gd name="T20" fmla="*/ 4 w 15"/>
                        <a:gd name="T21" fmla="*/ 3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5" h="24">
                          <a:moveTo>
                            <a:pt x="4" y="3"/>
                          </a:moveTo>
                          <a:cubicBezTo>
                            <a:pt x="5" y="3"/>
                            <a:pt x="5" y="3"/>
                            <a:pt x="5" y="3"/>
                          </a:cubicBezTo>
                          <a:cubicBezTo>
                            <a:pt x="6" y="5"/>
                            <a:pt x="7" y="8"/>
                            <a:pt x="9" y="9"/>
                          </a:cubicBezTo>
                          <a:cubicBezTo>
                            <a:pt x="12" y="9"/>
                            <a:pt x="11" y="4"/>
                            <a:pt x="15" y="5"/>
                          </a:cubicBezTo>
                          <a:cubicBezTo>
                            <a:pt x="15" y="14"/>
                            <a:pt x="15" y="14"/>
                            <a:pt x="15" y="14"/>
                          </a:cubicBezTo>
                          <a:cubicBezTo>
                            <a:pt x="9" y="16"/>
                            <a:pt x="10" y="24"/>
                            <a:pt x="2" y="24"/>
                          </a:cubicBezTo>
                          <a:cubicBezTo>
                            <a:pt x="0" y="17"/>
                            <a:pt x="6" y="16"/>
                            <a:pt x="8" y="12"/>
                          </a:cubicBezTo>
                          <a:cubicBezTo>
                            <a:pt x="5" y="12"/>
                            <a:pt x="5" y="14"/>
                            <a:pt x="2" y="13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3" y="1"/>
                            <a:pt x="3" y="1"/>
                            <a:pt x="5" y="1"/>
                          </a:cubicBezTo>
                          <a:lnTo>
                            <a:pt x="4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8" name="Freeform 264"/>
                    <p:cNvSpPr>
                      <a:spLocks/>
                    </p:cNvSpPr>
                    <p:nvPr/>
                  </p:nvSpPr>
                  <p:spPr bwMode="auto">
                    <a:xfrm>
                      <a:off x="781" y="289"/>
                      <a:ext cx="25" cy="103"/>
                    </a:xfrm>
                    <a:custGeom>
                      <a:avLst/>
                      <a:gdLst>
                        <a:gd name="T0" fmla="*/ 16 w 17"/>
                        <a:gd name="T1" fmla="*/ 39 h 70"/>
                        <a:gd name="T2" fmla="*/ 13 w 17"/>
                        <a:gd name="T3" fmla="*/ 56 h 70"/>
                        <a:gd name="T4" fmla="*/ 16 w 17"/>
                        <a:gd name="T5" fmla="*/ 56 h 70"/>
                        <a:gd name="T6" fmla="*/ 11 w 17"/>
                        <a:gd name="T7" fmla="*/ 57 h 70"/>
                        <a:gd name="T8" fmla="*/ 16 w 17"/>
                        <a:gd name="T9" fmla="*/ 62 h 70"/>
                        <a:gd name="T10" fmla="*/ 16 w 17"/>
                        <a:gd name="T11" fmla="*/ 67 h 70"/>
                        <a:gd name="T12" fmla="*/ 10 w 17"/>
                        <a:gd name="T13" fmla="*/ 69 h 70"/>
                        <a:gd name="T14" fmla="*/ 5 w 17"/>
                        <a:gd name="T15" fmla="*/ 63 h 70"/>
                        <a:gd name="T16" fmla="*/ 4 w 17"/>
                        <a:gd name="T17" fmla="*/ 62 h 70"/>
                        <a:gd name="T18" fmla="*/ 2 w 17"/>
                        <a:gd name="T19" fmla="*/ 62 h 70"/>
                        <a:gd name="T20" fmla="*/ 2 w 17"/>
                        <a:gd name="T21" fmla="*/ 52 h 70"/>
                        <a:gd name="T22" fmla="*/ 3 w 17"/>
                        <a:gd name="T23" fmla="*/ 53 h 70"/>
                        <a:gd name="T24" fmla="*/ 3 w 17"/>
                        <a:gd name="T25" fmla="*/ 51 h 70"/>
                        <a:gd name="T26" fmla="*/ 11 w 17"/>
                        <a:gd name="T27" fmla="*/ 49 h 70"/>
                        <a:gd name="T28" fmla="*/ 3 w 17"/>
                        <a:gd name="T29" fmla="*/ 49 h 70"/>
                        <a:gd name="T30" fmla="*/ 3 w 17"/>
                        <a:gd name="T31" fmla="*/ 47 h 70"/>
                        <a:gd name="T32" fmla="*/ 2 w 17"/>
                        <a:gd name="T33" fmla="*/ 48 h 70"/>
                        <a:gd name="T34" fmla="*/ 5 w 17"/>
                        <a:gd name="T35" fmla="*/ 41 h 70"/>
                        <a:gd name="T36" fmla="*/ 2 w 17"/>
                        <a:gd name="T37" fmla="*/ 38 h 70"/>
                        <a:gd name="T38" fmla="*/ 5 w 17"/>
                        <a:gd name="T39" fmla="*/ 5 h 70"/>
                        <a:gd name="T40" fmla="*/ 5 w 17"/>
                        <a:gd name="T41" fmla="*/ 3 h 70"/>
                        <a:gd name="T42" fmla="*/ 6 w 17"/>
                        <a:gd name="T43" fmla="*/ 4 h 70"/>
                        <a:gd name="T44" fmla="*/ 7 w 17"/>
                        <a:gd name="T45" fmla="*/ 2 h 70"/>
                        <a:gd name="T46" fmla="*/ 15 w 17"/>
                        <a:gd name="T47" fmla="*/ 0 h 70"/>
                        <a:gd name="T48" fmla="*/ 16 w 17"/>
                        <a:gd name="T49" fmla="*/ 7 h 70"/>
                        <a:gd name="T50" fmla="*/ 11 w 17"/>
                        <a:gd name="T51" fmla="*/ 8 h 70"/>
                        <a:gd name="T52" fmla="*/ 16 w 17"/>
                        <a:gd name="T53" fmla="*/ 11 h 70"/>
                        <a:gd name="T54" fmla="*/ 16 w 17"/>
                        <a:gd name="T55" fmla="*/ 18 h 70"/>
                        <a:gd name="T56" fmla="*/ 10 w 17"/>
                        <a:gd name="T57" fmla="*/ 17 h 70"/>
                        <a:gd name="T58" fmla="*/ 11 w 17"/>
                        <a:gd name="T59" fmla="*/ 23 h 70"/>
                        <a:gd name="T60" fmla="*/ 10 w 17"/>
                        <a:gd name="T61" fmla="*/ 22 h 70"/>
                        <a:gd name="T62" fmla="*/ 10 w 17"/>
                        <a:gd name="T63" fmla="*/ 24 h 70"/>
                        <a:gd name="T64" fmla="*/ 5 w 17"/>
                        <a:gd name="T65" fmla="*/ 24 h 70"/>
                        <a:gd name="T66" fmla="*/ 5 w 17"/>
                        <a:gd name="T67" fmla="*/ 27 h 70"/>
                        <a:gd name="T68" fmla="*/ 10 w 17"/>
                        <a:gd name="T69" fmla="*/ 27 h 70"/>
                        <a:gd name="T70" fmla="*/ 10 w 17"/>
                        <a:gd name="T71" fmla="*/ 25 h 70"/>
                        <a:gd name="T72" fmla="*/ 11 w 17"/>
                        <a:gd name="T73" fmla="*/ 25 h 70"/>
                        <a:gd name="T74" fmla="*/ 11 w 17"/>
                        <a:gd name="T75" fmla="*/ 24 h 70"/>
                        <a:gd name="T76" fmla="*/ 16 w 17"/>
                        <a:gd name="T77" fmla="*/ 24 h 70"/>
                        <a:gd name="T78" fmla="*/ 16 w 17"/>
                        <a:gd name="T79" fmla="*/ 35 h 70"/>
                        <a:gd name="T80" fmla="*/ 14 w 17"/>
                        <a:gd name="T81" fmla="*/ 34 h 70"/>
                        <a:gd name="T82" fmla="*/ 13 w 17"/>
                        <a:gd name="T83" fmla="*/ 36 h 70"/>
                        <a:gd name="T84" fmla="*/ 11 w 17"/>
                        <a:gd name="T85" fmla="*/ 36 h 70"/>
                        <a:gd name="T86" fmla="*/ 13 w 17"/>
                        <a:gd name="T87" fmla="*/ 38 h 70"/>
                        <a:gd name="T88" fmla="*/ 14 w 17"/>
                        <a:gd name="T89" fmla="*/ 40 h 70"/>
                        <a:gd name="T90" fmla="*/ 16 w 17"/>
                        <a:gd name="T91" fmla="*/ 39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</a:cxnLst>
                      <a:rect l="0" t="0" r="r" b="b"/>
                      <a:pathLst>
                        <a:path w="17" h="70">
                          <a:moveTo>
                            <a:pt x="16" y="39"/>
                          </a:moveTo>
                          <a:cubicBezTo>
                            <a:pt x="16" y="46"/>
                            <a:pt x="17" y="53"/>
                            <a:pt x="13" y="56"/>
                          </a:cubicBezTo>
                          <a:cubicBezTo>
                            <a:pt x="16" y="56"/>
                            <a:pt x="16" y="56"/>
                            <a:pt x="16" y="56"/>
                          </a:cubicBezTo>
                          <a:cubicBezTo>
                            <a:pt x="16" y="58"/>
                            <a:pt x="11" y="55"/>
                            <a:pt x="11" y="57"/>
                          </a:cubicBezTo>
                          <a:cubicBezTo>
                            <a:pt x="11" y="61"/>
                            <a:pt x="14" y="60"/>
                            <a:pt x="16" y="62"/>
                          </a:cubicBezTo>
                          <a:cubicBezTo>
                            <a:pt x="15" y="64"/>
                            <a:pt x="16" y="64"/>
                            <a:pt x="16" y="67"/>
                          </a:cubicBezTo>
                          <a:cubicBezTo>
                            <a:pt x="12" y="66"/>
                            <a:pt x="13" y="70"/>
                            <a:pt x="10" y="69"/>
                          </a:cubicBezTo>
                          <a:cubicBezTo>
                            <a:pt x="9" y="67"/>
                            <a:pt x="8" y="64"/>
                            <a:pt x="5" y="63"/>
                          </a:cubicBezTo>
                          <a:cubicBezTo>
                            <a:pt x="4" y="62"/>
                            <a:pt x="4" y="62"/>
                            <a:pt x="4" y="62"/>
                          </a:cubicBezTo>
                          <a:cubicBezTo>
                            <a:pt x="2" y="62"/>
                            <a:pt x="2" y="62"/>
                            <a:pt x="2" y="62"/>
                          </a:cubicBezTo>
                          <a:cubicBezTo>
                            <a:pt x="2" y="52"/>
                            <a:pt x="2" y="52"/>
                            <a:pt x="2" y="52"/>
                          </a:cubicBezTo>
                          <a:cubicBezTo>
                            <a:pt x="3" y="53"/>
                            <a:pt x="3" y="53"/>
                            <a:pt x="3" y="53"/>
                          </a:cubicBezTo>
                          <a:cubicBezTo>
                            <a:pt x="3" y="51"/>
                            <a:pt x="3" y="51"/>
                            <a:pt x="3" y="51"/>
                          </a:cubicBezTo>
                          <a:cubicBezTo>
                            <a:pt x="7" y="51"/>
                            <a:pt x="10" y="51"/>
                            <a:pt x="11" y="49"/>
                          </a:cubicBezTo>
                          <a:cubicBezTo>
                            <a:pt x="3" y="49"/>
                            <a:pt x="3" y="49"/>
                            <a:pt x="3" y="49"/>
                          </a:cubicBezTo>
                          <a:cubicBezTo>
                            <a:pt x="3" y="47"/>
                            <a:pt x="3" y="47"/>
                            <a:pt x="3" y="47"/>
                          </a:cubicBezTo>
                          <a:cubicBezTo>
                            <a:pt x="2" y="48"/>
                            <a:pt x="2" y="48"/>
                            <a:pt x="2" y="48"/>
                          </a:cubicBezTo>
                          <a:cubicBezTo>
                            <a:pt x="1" y="43"/>
                            <a:pt x="3" y="42"/>
                            <a:pt x="5" y="41"/>
                          </a:cubicBezTo>
                          <a:cubicBezTo>
                            <a:pt x="6" y="38"/>
                            <a:pt x="3" y="40"/>
                            <a:pt x="2" y="38"/>
                          </a:cubicBezTo>
                          <a:cubicBezTo>
                            <a:pt x="3" y="27"/>
                            <a:pt x="0" y="12"/>
                            <a:pt x="5" y="5"/>
                          </a:cubicBezTo>
                          <a:cubicBezTo>
                            <a:pt x="5" y="3"/>
                            <a:pt x="5" y="3"/>
                            <a:pt x="5" y="3"/>
                          </a:cubicBezTo>
                          <a:cubicBezTo>
                            <a:pt x="6" y="4"/>
                            <a:pt x="6" y="4"/>
                            <a:pt x="6" y="4"/>
                          </a:cubicBez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10" y="2"/>
                            <a:pt x="15" y="3"/>
                            <a:pt x="15" y="0"/>
                          </a:cubicBezTo>
                          <a:cubicBezTo>
                            <a:pt x="17" y="1"/>
                            <a:pt x="15" y="5"/>
                            <a:pt x="16" y="7"/>
                          </a:cubicBezTo>
                          <a:cubicBezTo>
                            <a:pt x="16" y="12"/>
                            <a:pt x="13" y="5"/>
                            <a:pt x="11" y="8"/>
                          </a:cubicBezTo>
                          <a:cubicBezTo>
                            <a:pt x="11" y="11"/>
                            <a:pt x="14" y="11"/>
                            <a:pt x="16" y="11"/>
                          </a:cubicBezTo>
                          <a:cubicBezTo>
                            <a:pt x="16" y="18"/>
                            <a:pt x="16" y="18"/>
                            <a:pt x="16" y="18"/>
                          </a:cubicBezTo>
                          <a:cubicBezTo>
                            <a:pt x="15" y="16"/>
                            <a:pt x="12" y="15"/>
                            <a:pt x="10" y="17"/>
                          </a:cubicBezTo>
                          <a:cubicBezTo>
                            <a:pt x="9" y="20"/>
                            <a:pt x="13" y="19"/>
                            <a:pt x="11" y="23"/>
                          </a:cubicBezTo>
                          <a:cubicBezTo>
                            <a:pt x="10" y="22"/>
                            <a:pt x="10" y="22"/>
                            <a:pt x="10" y="22"/>
                          </a:cubicBezTo>
                          <a:cubicBezTo>
                            <a:pt x="10" y="24"/>
                            <a:pt x="10" y="24"/>
                            <a:pt x="10" y="24"/>
                          </a:cubicBezTo>
                          <a:cubicBezTo>
                            <a:pt x="5" y="24"/>
                            <a:pt x="5" y="24"/>
                            <a:pt x="5" y="24"/>
                          </a:cubicBezTo>
                          <a:cubicBezTo>
                            <a:pt x="5" y="27"/>
                            <a:pt x="5" y="27"/>
                            <a:pt x="5" y="27"/>
                          </a:cubicBezTo>
                          <a:cubicBezTo>
                            <a:pt x="10" y="27"/>
                            <a:pt x="10" y="27"/>
                            <a:pt x="10" y="27"/>
                          </a:cubicBezTo>
                          <a:cubicBezTo>
                            <a:pt x="10" y="25"/>
                            <a:pt x="10" y="25"/>
                            <a:pt x="10" y="25"/>
                          </a:cubicBezTo>
                          <a:cubicBezTo>
                            <a:pt x="11" y="25"/>
                            <a:pt x="11" y="25"/>
                            <a:pt x="11" y="25"/>
                          </a:cubicBezTo>
                          <a:cubicBezTo>
                            <a:pt x="11" y="24"/>
                            <a:pt x="11" y="24"/>
                            <a:pt x="11" y="24"/>
                          </a:cubicBezTo>
                          <a:cubicBezTo>
                            <a:pt x="16" y="24"/>
                            <a:pt x="16" y="24"/>
                            <a:pt x="16" y="24"/>
                          </a:cubicBezTo>
                          <a:cubicBezTo>
                            <a:pt x="16" y="35"/>
                            <a:pt x="16" y="35"/>
                            <a:pt x="16" y="35"/>
                          </a:cubicBezTo>
                          <a:cubicBezTo>
                            <a:pt x="14" y="34"/>
                            <a:pt x="14" y="34"/>
                            <a:pt x="14" y="34"/>
                          </a:cubicBezTo>
                          <a:cubicBezTo>
                            <a:pt x="13" y="36"/>
                            <a:pt x="13" y="36"/>
                            <a:pt x="13" y="36"/>
                          </a:cubicBezTo>
                          <a:cubicBezTo>
                            <a:pt x="11" y="36"/>
                            <a:pt x="11" y="36"/>
                            <a:pt x="11" y="36"/>
                          </a:cubicBezTo>
                          <a:cubicBezTo>
                            <a:pt x="11" y="37"/>
                            <a:pt x="12" y="38"/>
                            <a:pt x="13" y="38"/>
                          </a:cubicBezTo>
                          <a:cubicBezTo>
                            <a:pt x="14" y="40"/>
                            <a:pt x="14" y="40"/>
                            <a:pt x="14" y="40"/>
                          </a:cubicBezTo>
                          <a:lnTo>
                            <a:pt x="16" y="3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9" name="Freeform 265"/>
                    <p:cNvSpPr>
                      <a:spLocks/>
                    </p:cNvSpPr>
                    <p:nvPr/>
                  </p:nvSpPr>
                  <p:spPr bwMode="auto">
                    <a:xfrm>
                      <a:off x="784" y="383"/>
                      <a:ext cx="10" cy="9"/>
                    </a:xfrm>
                    <a:custGeom>
                      <a:avLst/>
                      <a:gdLst>
                        <a:gd name="T0" fmla="*/ 2 w 7"/>
                        <a:gd name="T1" fmla="*/ 1 h 6"/>
                        <a:gd name="T2" fmla="*/ 3 w 7"/>
                        <a:gd name="T3" fmla="*/ 0 h 6"/>
                        <a:gd name="T4" fmla="*/ 7 w 7"/>
                        <a:gd name="T5" fmla="*/ 4 h 6"/>
                        <a:gd name="T6" fmla="*/ 0 w 7"/>
                        <a:gd name="T7" fmla="*/ 4 h 6"/>
                        <a:gd name="T8" fmla="*/ 0 w 7"/>
                        <a:gd name="T9" fmla="*/ 1 h 6"/>
                        <a:gd name="T10" fmla="*/ 2 w 7"/>
                        <a:gd name="T11" fmla="*/ 1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6">
                          <a:moveTo>
                            <a:pt x="2" y="1"/>
                          </a:move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6" y="0"/>
                            <a:pt x="5" y="4"/>
                            <a:pt x="7" y="4"/>
                          </a:cubicBezTo>
                          <a:cubicBezTo>
                            <a:pt x="6" y="6"/>
                            <a:pt x="1" y="5"/>
                            <a:pt x="0" y="4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lnTo>
                            <a:pt x="2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0" name="Freeform 266"/>
                    <p:cNvSpPr>
                      <a:spLocks/>
                    </p:cNvSpPr>
                    <p:nvPr/>
                  </p:nvSpPr>
                  <p:spPr bwMode="auto">
                    <a:xfrm>
                      <a:off x="780" y="264"/>
                      <a:ext cx="20" cy="30"/>
                    </a:xfrm>
                    <a:custGeom>
                      <a:avLst/>
                      <a:gdLst>
                        <a:gd name="T0" fmla="*/ 7 w 14"/>
                        <a:gd name="T1" fmla="*/ 19 h 20"/>
                        <a:gd name="T2" fmla="*/ 6 w 14"/>
                        <a:gd name="T3" fmla="*/ 20 h 20"/>
                        <a:gd name="T4" fmla="*/ 5 w 14"/>
                        <a:gd name="T5" fmla="*/ 1 h 20"/>
                        <a:gd name="T6" fmla="*/ 8 w 14"/>
                        <a:gd name="T7" fmla="*/ 0 h 20"/>
                        <a:gd name="T8" fmla="*/ 10 w 14"/>
                        <a:gd name="T9" fmla="*/ 1 h 20"/>
                        <a:gd name="T10" fmla="*/ 11 w 14"/>
                        <a:gd name="T11" fmla="*/ 0 h 20"/>
                        <a:gd name="T12" fmla="*/ 14 w 14"/>
                        <a:gd name="T13" fmla="*/ 0 h 20"/>
                        <a:gd name="T14" fmla="*/ 14 w 14"/>
                        <a:gd name="T15" fmla="*/ 12 h 20"/>
                        <a:gd name="T16" fmla="*/ 13 w 14"/>
                        <a:gd name="T17" fmla="*/ 11 h 20"/>
                        <a:gd name="T18" fmla="*/ 12 w 14"/>
                        <a:gd name="T19" fmla="*/ 12 h 20"/>
                        <a:gd name="T20" fmla="*/ 9 w 14"/>
                        <a:gd name="T21" fmla="*/ 12 h 20"/>
                        <a:gd name="T22" fmla="*/ 8 w 14"/>
                        <a:gd name="T23" fmla="*/ 19 h 20"/>
                        <a:gd name="T24" fmla="*/ 7 w 14"/>
                        <a:gd name="T25" fmla="*/ 19 h 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14" h="20">
                          <a:moveTo>
                            <a:pt x="7" y="19"/>
                          </a:moveTo>
                          <a:cubicBezTo>
                            <a:pt x="6" y="20"/>
                            <a:pt x="6" y="20"/>
                            <a:pt x="6" y="20"/>
                          </a:cubicBezTo>
                          <a:cubicBezTo>
                            <a:pt x="0" y="18"/>
                            <a:pt x="4" y="6"/>
                            <a:pt x="5" y="1"/>
                          </a:cubicBezTo>
                          <a:cubicBezTo>
                            <a:pt x="6" y="1"/>
                            <a:pt x="8" y="2"/>
                            <a:pt x="8" y="0"/>
                          </a:cubicBezTo>
                          <a:cubicBezTo>
                            <a:pt x="10" y="1"/>
                            <a:pt x="10" y="1"/>
                            <a:pt x="10" y="1"/>
                          </a:cubicBezTo>
                          <a:cubicBezTo>
                            <a:pt x="11" y="0"/>
                            <a:pt x="11" y="0"/>
                            <a:pt x="11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3" y="4"/>
                            <a:pt x="14" y="6"/>
                            <a:pt x="14" y="12"/>
                          </a:cubicBezTo>
                          <a:cubicBezTo>
                            <a:pt x="13" y="11"/>
                            <a:pt x="13" y="11"/>
                            <a:pt x="13" y="11"/>
                          </a:cubicBezTo>
                          <a:cubicBezTo>
                            <a:pt x="12" y="12"/>
                            <a:pt x="12" y="12"/>
                            <a:pt x="12" y="12"/>
                          </a:cubicBezTo>
                          <a:cubicBezTo>
                            <a:pt x="9" y="12"/>
                            <a:pt x="9" y="12"/>
                            <a:pt x="9" y="12"/>
                          </a:cubicBezTo>
                          <a:cubicBezTo>
                            <a:pt x="7" y="13"/>
                            <a:pt x="9" y="17"/>
                            <a:pt x="8" y="19"/>
                          </a:cubicBezTo>
                          <a:lnTo>
                            <a:pt x="7" y="1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1" name="Freeform 267"/>
                    <p:cNvSpPr>
                      <a:spLocks/>
                    </p:cNvSpPr>
                    <p:nvPr/>
                  </p:nvSpPr>
                  <p:spPr bwMode="auto">
                    <a:xfrm>
                      <a:off x="783" y="245"/>
                      <a:ext cx="23" cy="19"/>
                    </a:xfrm>
                    <a:custGeom>
                      <a:avLst/>
                      <a:gdLst>
                        <a:gd name="T0" fmla="*/ 7 w 16"/>
                        <a:gd name="T1" fmla="*/ 11 h 13"/>
                        <a:gd name="T2" fmla="*/ 6 w 16"/>
                        <a:gd name="T3" fmla="*/ 11 h 13"/>
                        <a:gd name="T4" fmla="*/ 2 w 16"/>
                        <a:gd name="T5" fmla="*/ 13 h 13"/>
                        <a:gd name="T6" fmla="*/ 1 w 16"/>
                        <a:gd name="T7" fmla="*/ 5 h 13"/>
                        <a:gd name="T8" fmla="*/ 14 w 16"/>
                        <a:gd name="T9" fmla="*/ 0 h 13"/>
                        <a:gd name="T10" fmla="*/ 15 w 16"/>
                        <a:gd name="T11" fmla="*/ 11 h 13"/>
                        <a:gd name="T12" fmla="*/ 9 w 16"/>
                        <a:gd name="T13" fmla="*/ 11 h 13"/>
                        <a:gd name="T14" fmla="*/ 9 w 16"/>
                        <a:gd name="T15" fmla="*/ 12 h 13"/>
                        <a:gd name="T16" fmla="*/ 7 w 16"/>
                        <a:gd name="T17" fmla="*/ 11 h 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6" h="13">
                          <a:moveTo>
                            <a:pt x="7" y="11"/>
                          </a:moveTo>
                          <a:cubicBezTo>
                            <a:pt x="6" y="11"/>
                            <a:pt x="6" y="11"/>
                            <a:pt x="6" y="11"/>
                          </a:cubicBezTo>
                          <a:cubicBezTo>
                            <a:pt x="3" y="10"/>
                            <a:pt x="2" y="12"/>
                            <a:pt x="2" y="13"/>
                          </a:cubicBezTo>
                          <a:cubicBezTo>
                            <a:pt x="0" y="12"/>
                            <a:pt x="2" y="7"/>
                            <a:pt x="1" y="5"/>
                          </a:cubicBezTo>
                          <a:cubicBezTo>
                            <a:pt x="5" y="3"/>
                            <a:pt x="10" y="2"/>
                            <a:pt x="14" y="0"/>
                          </a:cubicBezTo>
                          <a:cubicBezTo>
                            <a:pt x="16" y="2"/>
                            <a:pt x="14" y="7"/>
                            <a:pt x="15" y="11"/>
                          </a:cubicBezTo>
                          <a:cubicBezTo>
                            <a:pt x="9" y="11"/>
                            <a:pt x="9" y="11"/>
                            <a:pt x="9" y="11"/>
                          </a:cubicBezTo>
                          <a:cubicBezTo>
                            <a:pt x="9" y="12"/>
                            <a:pt x="9" y="12"/>
                            <a:pt x="9" y="12"/>
                          </a:cubicBezTo>
                          <a:lnTo>
                            <a:pt x="7" y="1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2" name="Freeform 268"/>
                    <p:cNvSpPr>
                      <a:spLocks/>
                    </p:cNvSpPr>
                    <p:nvPr/>
                  </p:nvSpPr>
                  <p:spPr bwMode="auto">
                    <a:xfrm>
                      <a:off x="1103" y="245"/>
                      <a:ext cx="20" cy="28"/>
                    </a:xfrm>
                    <a:custGeom>
                      <a:avLst/>
                      <a:gdLst>
                        <a:gd name="T0" fmla="*/ 0 w 14"/>
                        <a:gd name="T1" fmla="*/ 17 h 19"/>
                        <a:gd name="T2" fmla="*/ 0 w 14"/>
                        <a:gd name="T3" fmla="*/ 0 h 19"/>
                        <a:gd name="T4" fmla="*/ 14 w 14"/>
                        <a:gd name="T5" fmla="*/ 5 h 19"/>
                        <a:gd name="T6" fmla="*/ 14 w 14"/>
                        <a:gd name="T7" fmla="*/ 17 h 19"/>
                        <a:gd name="T8" fmla="*/ 13 w 14"/>
                        <a:gd name="T9" fmla="*/ 16 h 19"/>
                        <a:gd name="T10" fmla="*/ 12 w 14"/>
                        <a:gd name="T11" fmla="*/ 18 h 19"/>
                        <a:gd name="T12" fmla="*/ 8 w 14"/>
                        <a:gd name="T13" fmla="*/ 19 h 19"/>
                        <a:gd name="T14" fmla="*/ 7 w 14"/>
                        <a:gd name="T15" fmla="*/ 18 h 19"/>
                        <a:gd name="T16" fmla="*/ 6 w 14"/>
                        <a:gd name="T17" fmla="*/ 18 h 19"/>
                        <a:gd name="T18" fmla="*/ 1 w 14"/>
                        <a:gd name="T19" fmla="*/ 18 h 19"/>
                        <a:gd name="T20" fmla="*/ 2 w 14"/>
                        <a:gd name="T21" fmla="*/ 16 h 19"/>
                        <a:gd name="T22" fmla="*/ 0 w 14"/>
                        <a:gd name="T23" fmla="*/ 17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4" h="19">
                          <a:moveTo>
                            <a:pt x="0" y="17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5" y="1"/>
                            <a:pt x="9" y="3"/>
                            <a:pt x="14" y="5"/>
                          </a:cubicBezTo>
                          <a:cubicBezTo>
                            <a:pt x="14" y="17"/>
                            <a:pt x="14" y="17"/>
                            <a:pt x="14" y="17"/>
                          </a:cubicBezTo>
                          <a:cubicBezTo>
                            <a:pt x="13" y="16"/>
                            <a:pt x="13" y="16"/>
                            <a:pt x="13" y="16"/>
                          </a:cubicBezTo>
                          <a:cubicBezTo>
                            <a:pt x="12" y="18"/>
                            <a:pt x="12" y="18"/>
                            <a:pt x="12" y="18"/>
                          </a:cubicBezTo>
                          <a:cubicBezTo>
                            <a:pt x="11" y="18"/>
                            <a:pt x="8" y="17"/>
                            <a:pt x="8" y="19"/>
                          </a:cubicBezTo>
                          <a:cubicBezTo>
                            <a:pt x="7" y="18"/>
                            <a:pt x="7" y="18"/>
                            <a:pt x="7" y="18"/>
                          </a:cubicBezTo>
                          <a:cubicBezTo>
                            <a:pt x="6" y="18"/>
                            <a:pt x="6" y="18"/>
                            <a:pt x="6" y="18"/>
                          </a:cubicBezTo>
                          <a:cubicBezTo>
                            <a:pt x="1" y="18"/>
                            <a:pt x="1" y="18"/>
                            <a:pt x="1" y="18"/>
                          </a:cubicBezTo>
                          <a:cubicBezTo>
                            <a:pt x="2" y="16"/>
                            <a:pt x="2" y="16"/>
                            <a:pt x="2" y="16"/>
                          </a:cubicBez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3" name="Freeform 269"/>
                    <p:cNvSpPr>
                      <a:spLocks/>
                    </p:cNvSpPr>
                    <p:nvPr/>
                  </p:nvSpPr>
                  <p:spPr bwMode="auto">
                    <a:xfrm>
                      <a:off x="1101" y="273"/>
                      <a:ext cx="27" cy="111"/>
                    </a:xfrm>
                    <a:custGeom>
                      <a:avLst/>
                      <a:gdLst>
                        <a:gd name="T0" fmla="*/ 13 w 18"/>
                        <a:gd name="T1" fmla="*/ 2 h 76"/>
                        <a:gd name="T2" fmla="*/ 15 w 18"/>
                        <a:gd name="T3" fmla="*/ 1 h 76"/>
                        <a:gd name="T4" fmla="*/ 15 w 18"/>
                        <a:gd name="T5" fmla="*/ 10 h 76"/>
                        <a:gd name="T6" fmla="*/ 13 w 18"/>
                        <a:gd name="T7" fmla="*/ 10 h 76"/>
                        <a:gd name="T8" fmla="*/ 13 w 18"/>
                        <a:gd name="T9" fmla="*/ 12 h 76"/>
                        <a:gd name="T10" fmla="*/ 6 w 18"/>
                        <a:gd name="T11" fmla="*/ 10 h 76"/>
                        <a:gd name="T12" fmla="*/ 6 w 18"/>
                        <a:gd name="T13" fmla="*/ 15 h 76"/>
                        <a:gd name="T14" fmla="*/ 13 w 18"/>
                        <a:gd name="T15" fmla="*/ 15 h 76"/>
                        <a:gd name="T16" fmla="*/ 13 w 18"/>
                        <a:gd name="T17" fmla="*/ 17 h 76"/>
                        <a:gd name="T18" fmla="*/ 15 w 18"/>
                        <a:gd name="T19" fmla="*/ 17 h 76"/>
                        <a:gd name="T20" fmla="*/ 15 w 18"/>
                        <a:gd name="T21" fmla="*/ 19 h 76"/>
                        <a:gd name="T22" fmla="*/ 14 w 18"/>
                        <a:gd name="T23" fmla="*/ 19 h 76"/>
                        <a:gd name="T24" fmla="*/ 13 w 18"/>
                        <a:gd name="T25" fmla="*/ 20 h 76"/>
                        <a:gd name="T26" fmla="*/ 11 w 18"/>
                        <a:gd name="T27" fmla="*/ 19 h 76"/>
                        <a:gd name="T28" fmla="*/ 13 w 18"/>
                        <a:gd name="T29" fmla="*/ 22 h 76"/>
                        <a:gd name="T30" fmla="*/ 14 w 18"/>
                        <a:gd name="T31" fmla="*/ 23 h 76"/>
                        <a:gd name="T32" fmla="*/ 15 w 18"/>
                        <a:gd name="T33" fmla="*/ 23 h 76"/>
                        <a:gd name="T34" fmla="*/ 13 w 18"/>
                        <a:gd name="T35" fmla="*/ 29 h 76"/>
                        <a:gd name="T36" fmla="*/ 15 w 18"/>
                        <a:gd name="T37" fmla="*/ 38 h 76"/>
                        <a:gd name="T38" fmla="*/ 14 w 18"/>
                        <a:gd name="T39" fmla="*/ 38 h 76"/>
                        <a:gd name="T40" fmla="*/ 12 w 18"/>
                        <a:gd name="T41" fmla="*/ 38 h 76"/>
                        <a:gd name="T42" fmla="*/ 7 w 18"/>
                        <a:gd name="T43" fmla="*/ 43 h 76"/>
                        <a:gd name="T44" fmla="*/ 13 w 18"/>
                        <a:gd name="T45" fmla="*/ 41 h 76"/>
                        <a:gd name="T46" fmla="*/ 14 w 18"/>
                        <a:gd name="T47" fmla="*/ 42 h 76"/>
                        <a:gd name="T48" fmla="*/ 15 w 18"/>
                        <a:gd name="T49" fmla="*/ 42 h 76"/>
                        <a:gd name="T50" fmla="*/ 12 w 18"/>
                        <a:gd name="T51" fmla="*/ 67 h 76"/>
                        <a:gd name="T52" fmla="*/ 10 w 18"/>
                        <a:gd name="T53" fmla="*/ 67 h 76"/>
                        <a:gd name="T54" fmla="*/ 9 w 18"/>
                        <a:gd name="T55" fmla="*/ 67 h 76"/>
                        <a:gd name="T56" fmla="*/ 7 w 18"/>
                        <a:gd name="T57" fmla="*/ 65 h 76"/>
                        <a:gd name="T58" fmla="*/ 9 w 18"/>
                        <a:gd name="T59" fmla="*/ 68 h 76"/>
                        <a:gd name="T60" fmla="*/ 9 w 18"/>
                        <a:gd name="T61" fmla="*/ 70 h 76"/>
                        <a:gd name="T62" fmla="*/ 12 w 18"/>
                        <a:gd name="T63" fmla="*/ 70 h 76"/>
                        <a:gd name="T64" fmla="*/ 14 w 18"/>
                        <a:gd name="T65" fmla="*/ 68 h 76"/>
                        <a:gd name="T66" fmla="*/ 15 w 18"/>
                        <a:gd name="T67" fmla="*/ 76 h 76"/>
                        <a:gd name="T68" fmla="*/ 1 w 18"/>
                        <a:gd name="T69" fmla="*/ 70 h 76"/>
                        <a:gd name="T70" fmla="*/ 1 w 18"/>
                        <a:gd name="T71" fmla="*/ 61 h 76"/>
                        <a:gd name="T72" fmla="*/ 7 w 18"/>
                        <a:gd name="T73" fmla="*/ 61 h 76"/>
                        <a:gd name="T74" fmla="*/ 1 w 18"/>
                        <a:gd name="T75" fmla="*/ 56 h 76"/>
                        <a:gd name="T76" fmla="*/ 1 w 18"/>
                        <a:gd name="T77" fmla="*/ 21 h 76"/>
                        <a:gd name="T78" fmla="*/ 5 w 18"/>
                        <a:gd name="T79" fmla="*/ 18 h 76"/>
                        <a:gd name="T80" fmla="*/ 1 w 18"/>
                        <a:gd name="T81" fmla="*/ 6 h 76"/>
                        <a:gd name="T82" fmla="*/ 12 w 18"/>
                        <a:gd name="T83" fmla="*/ 5 h 76"/>
                        <a:gd name="T84" fmla="*/ 2 w 18"/>
                        <a:gd name="T85" fmla="*/ 6 h 76"/>
                        <a:gd name="T86" fmla="*/ 1 w 18"/>
                        <a:gd name="T87" fmla="*/ 0 h 76"/>
                        <a:gd name="T88" fmla="*/ 3 w 18"/>
                        <a:gd name="T89" fmla="*/ 1 h 76"/>
                        <a:gd name="T90" fmla="*/ 2 w 18"/>
                        <a:gd name="T91" fmla="*/ 0 h 76"/>
                        <a:gd name="T92" fmla="*/ 7 w 18"/>
                        <a:gd name="T93" fmla="*/ 0 h 76"/>
                        <a:gd name="T94" fmla="*/ 8 w 18"/>
                        <a:gd name="T95" fmla="*/ 2 h 76"/>
                        <a:gd name="T96" fmla="*/ 9 w 18"/>
                        <a:gd name="T97" fmla="*/ 0 h 76"/>
                        <a:gd name="T98" fmla="*/ 13 w 18"/>
                        <a:gd name="T99" fmla="*/ 0 h 76"/>
                        <a:gd name="T100" fmla="*/ 13 w 18"/>
                        <a:gd name="T101" fmla="*/ 2 h 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</a:cxnLst>
                      <a:rect l="0" t="0" r="r" b="b"/>
                      <a:pathLst>
                        <a:path w="18" h="76">
                          <a:moveTo>
                            <a:pt x="13" y="2"/>
                          </a:moveTo>
                          <a:cubicBezTo>
                            <a:pt x="15" y="1"/>
                            <a:pt x="15" y="1"/>
                            <a:pt x="15" y="1"/>
                          </a:cubicBezTo>
                          <a:cubicBezTo>
                            <a:pt x="15" y="10"/>
                            <a:pt x="15" y="10"/>
                            <a:pt x="15" y="10"/>
                          </a:cubicBezTo>
                          <a:cubicBezTo>
                            <a:pt x="13" y="10"/>
                            <a:pt x="13" y="10"/>
                            <a:pt x="13" y="10"/>
                          </a:cubicBezTo>
                          <a:cubicBezTo>
                            <a:pt x="13" y="12"/>
                            <a:pt x="13" y="12"/>
                            <a:pt x="13" y="12"/>
                          </a:cubicBezTo>
                          <a:cubicBezTo>
                            <a:pt x="10" y="12"/>
                            <a:pt x="10" y="9"/>
                            <a:pt x="6" y="10"/>
                          </a:cubicBezTo>
                          <a:cubicBezTo>
                            <a:pt x="6" y="15"/>
                            <a:pt x="6" y="15"/>
                            <a:pt x="6" y="15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3" y="17"/>
                            <a:pt x="13" y="17"/>
                            <a:pt x="13" y="17"/>
                          </a:cubicBezTo>
                          <a:cubicBezTo>
                            <a:pt x="15" y="17"/>
                            <a:pt x="15" y="17"/>
                            <a:pt x="15" y="17"/>
                          </a:cubicBezTo>
                          <a:cubicBezTo>
                            <a:pt x="15" y="19"/>
                            <a:pt x="15" y="19"/>
                            <a:pt x="15" y="19"/>
                          </a:cubicBezTo>
                          <a:cubicBezTo>
                            <a:pt x="14" y="19"/>
                            <a:pt x="14" y="19"/>
                            <a:pt x="14" y="19"/>
                          </a:cubicBezTo>
                          <a:cubicBezTo>
                            <a:pt x="13" y="20"/>
                            <a:pt x="13" y="20"/>
                            <a:pt x="13" y="20"/>
                          </a:cubicBezTo>
                          <a:cubicBezTo>
                            <a:pt x="12" y="20"/>
                            <a:pt x="12" y="16"/>
                            <a:pt x="11" y="19"/>
                          </a:cubicBezTo>
                          <a:cubicBezTo>
                            <a:pt x="12" y="19"/>
                            <a:pt x="11" y="22"/>
                            <a:pt x="13" y="22"/>
                          </a:cubicBezTo>
                          <a:cubicBezTo>
                            <a:pt x="14" y="23"/>
                            <a:pt x="14" y="23"/>
                            <a:pt x="14" y="23"/>
                          </a:cubicBezTo>
                          <a:cubicBezTo>
                            <a:pt x="15" y="23"/>
                            <a:pt x="15" y="23"/>
                            <a:pt x="15" y="23"/>
                          </a:cubicBezTo>
                          <a:cubicBezTo>
                            <a:pt x="15" y="26"/>
                            <a:pt x="15" y="29"/>
                            <a:pt x="13" y="29"/>
                          </a:cubicBezTo>
                          <a:cubicBezTo>
                            <a:pt x="14" y="32"/>
                            <a:pt x="16" y="33"/>
                            <a:pt x="15" y="38"/>
                          </a:cubicBezTo>
                          <a:cubicBezTo>
                            <a:pt x="14" y="38"/>
                            <a:pt x="14" y="38"/>
                            <a:pt x="14" y="38"/>
                          </a:cubicBezTo>
                          <a:cubicBezTo>
                            <a:pt x="12" y="38"/>
                            <a:pt x="12" y="38"/>
                            <a:pt x="12" y="38"/>
                          </a:cubicBezTo>
                          <a:cubicBezTo>
                            <a:pt x="10" y="39"/>
                            <a:pt x="8" y="41"/>
                            <a:pt x="7" y="43"/>
                          </a:cubicBezTo>
                          <a:cubicBezTo>
                            <a:pt x="11" y="44"/>
                            <a:pt x="11" y="42"/>
                            <a:pt x="13" y="41"/>
                          </a:cubicBezTo>
                          <a:cubicBezTo>
                            <a:pt x="14" y="42"/>
                            <a:pt x="14" y="42"/>
                            <a:pt x="14" y="42"/>
                          </a:cubicBezTo>
                          <a:cubicBezTo>
                            <a:pt x="15" y="42"/>
                            <a:pt x="15" y="42"/>
                            <a:pt x="15" y="42"/>
                          </a:cubicBezTo>
                          <a:cubicBezTo>
                            <a:pt x="14" y="51"/>
                            <a:pt x="18" y="64"/>
                            <a:pt x="12" y="67"/>
                          </a:cubicBezTo>
                          <a:cubicBezTo>
                            <a:pt x="10" y="67"/>
                            <a:pt x="10" y="67"/>
                            <a:pt x="10" y="67"/>
                          </a:cubicBezTo>
                          <a:cubicBezTo>
                            <a:pt x="9" y="67"/>
                            <a:pt x="9" y="67"/>
                            <a:pt x="9" y="67"/>
                          </a:cubicBezTo>
                          <a:cubicBezTo>
                            <a:pt x="8" y="66"/>
                            <a:pt x="8" y="65"/>
                            <a:pt x="7" y="65"/>
                          </a:cubicBezTo>
                          <a:cubicBezTo>
                            <a:pt x="7" y="67"/>
                            <a:pt x="7" y="68"/>
                            <a:pt x="9" y="68"/>
                          </a:cubicBezTo>
                          <a:cubicBezTo>
                            <a:pt x="9" y="70"/>
                            <a:pt x="9" y="70"/>
                            <a:pt x="9" y="70"/>
                          </a:cubicBezTo>
                          <a:cubicBezTo>
                            <a:pt x="12" y="70"/>
                            <a:pt x="12" y="70"/>
                            <a:pt x="12" y="70"/>
                          </a:cubicBezTo>
                          <a:cubicBezTo>
                            <a:pt x="12" y="72"/>
                            <a:pt x="15" y="70"/>
                            <a:pt x="14" y="68"/>
                          </a:cubicBezTo>
                          <a:cubicBezTo>
                            <a:pt x="16" y="69"/>
                            <a:pt x="14" y="74"/>
                            <a:pt x="15" y="76"/>
                          </a:cubicBezTo>
                          <a:cubicBezTo>
                            <a:pt x="11" y="74"/>
                            <a:pt x="6" y="71"/>
                            <a:pt x="1" y="70"/>
                          </a:cubicBezTo>
                          <a:cubicBezTo>
                            <a:pt x="1" y="61"/>
                            <a:pt x="1" y="61"/>
                            <a:pt x="1" y="61"/>
                          </a:cubicBezTo>
                          <a:cubicBezTo>
                            <a:pt x="7" y="61"/>
                            <a:pt x="7" y="61"/>
                            <a:pt x="7" y="61"/>
                          </a:cubicBezTo>
                          <a:cubicBezTo>
                            <a:pt x="7" y="58"/>
                            <a:pt x="4" y="57"/>
                            <a:pt x="1" y="56"/>
                          </a:cubicBezTo>
                          <a:cubicBezTo>
                            <a:pt x="1" y="21"/>
                            <a:pt x="1" y="21"/>
                            <a:pt x="1" y="21"/>
                          </a:cubicBezTo>
                          <a:cubicBezTo>
                            <a:pt x="1" y="19"/>
                            <a:pt x="3" y="18"/>
                            <a:pt x="5" y="18"/>
                          </a:cubicBezTo>
                          <a:cubicBezTo>
                            <a:pt x="1" y="16"/>
                            <a:pt x="1" y="12"/>
                            <a:pt x="1" y="6"/>
                          </a:cubicBezTo>
                          <a:cubicBezTo>
                            <a:pt x="5" y="6"/>
                            <a:pt x="11" y="8"/>
                            <a:pt x="12" y="5"/>
                          </a:cubicBezTo>
                          <a:cubicBezTo>
                            <a:pt x="11" y="2"/>
                            <a:pt x="4" y="4"/>
                            <a:pt x="2" y="6"/>
                          </a:cubicBezTo>
                          <a:cubicBezTo>
                            <a:pt x="0" y="5"/>
                            <a:pt x="2" y="2"/>
                            <a:pt x="1" y="0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7" y="0"/>
                            <a:pt x="7" y="0"/>
                            <a:pt x="7" y="0"/>
                          </a:cubicBezTo>
                          <a:cubicBezTo>
                            <a:pt x="8" y="2"/>
                            <a:pt x="8" y="2"/>
                            <a:pt x="8" y="2"/>
                          </a:cubicBezTo>
                          <a:cubicBezTo>
                            <a:pt x="9" y="0"/>
                            <a:pt x="9" y="0"/>
                            <a:pt x="9" y="0"/>
                          </a:cubicBezTo>
                          <a:cubicBezTo>
                            <a:pt x="13" y="0"/>
                            <a:pt x="13" y="0"/>
                            <a:pt x="13" y="0"/>
                          </a:cubicBezTo>
                          <a:lnTo>
                            <a:pt x="13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4" name="Freeform 270"/>
                    <p:cNvSpPr>
                      <a:spLocks/>
                    </p:cNvSpPr>
                    <p:nvPr/>
                  </p:nvSpPr>
                  <p:spPr bwMode="auto">
                    <a:xfrm>
                      <a:off x="1151" y="269"/>
                      <a:ext cx="25" cy="114"/>
                    </a:xfrm>
                    <a:custGeom>
                      <a:avLst/>
                      <a:gdLst>
                        <a:gd name="T0" fmla="*/ 3 w 17"/>
                        <a:gd name="T1" fmla="*/ 77 h 78"/>
                        <a:gd name="T2" fmla="*/ 6 w 17"/>
                        <a:gd name="T3" fmla="*/ 54 h 78"/>
                        <a:gd name="T4" fmla="*/ 3 w 17"/>
                        <a:gd name="T5" fmla="*/ 24 h 78"/>
                        <a:gd name="T6" fmla="*/ 14 w 17"/>
                        <a:gd name="T7" fmla="*/ 10 h 78"/>
                        <a:gd name="T8" fmla="*/ 7 w 17"/>
                        <a:gd name="T9" fmla="*/ 14 h 78"/>
                        <a:gd name="T10" fmla="*/ 9 w 17"/>
                        <a:gd name="T11" fmla="*/ 19 h 78"/>
                        <a:gd name="T12" fmla="*/ 5 w 17"/>
                        <a:gd name="T13" fmla="*/ 21 h 78"/>
                        <a:gd name="T14" fmla="*/ 3 w 17"/>
                        <a:gd name="T15" fmla="*/ 0 h 78"/>
                        <a:gd name="T16" fmla="*/ 17 w 17"/>
                        <a:gd name="T17" fmla="*/ 7 h 78"/>
                        <a:gd name="T18" fmla="*/ 17 w 17"/>
                        <a:gd name="T19" fmla="*/ 66 h 78"/>
                        <a:gd name="T20" fmla="*/ 8 w 17"/>
                        <a:gd name="T21" fmla="*/ 64 h 78"/>
                        <a:gd name="T22" fmla="*/ 17 w 17"/>
                        <a:gd name="T23" fmla="*/ 70 h 78"/>
                        <a:gd name="T24" fmla="*/ 5 w 17"/>
                        <a:gd name="T25" fmla="*/ 78 h 78"/>
                        <a:gd name="T26" fmla="*/ 5 w 17"/>
                        <a:gd name="T27" fmla="*/ 77 h 78"/>
                        <a:gd name="T28" fmla="*/ 3 w 17"/>
                        <a:gd name="T29" fmla="*/ 77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3" y="77"/>
                          </a:moveTo>
                          <a:cubicBezTo>
                            <a:pt x="4" y="69"/>
                            <a:pt x="1" y="58"/>
                            <a:pt x="6" y="54"/>
                          </a:cubicBezTo>
                          <a:cubicBezTo>
                            <a:pt x="0" y="47"/>
                            <a:pt x="6" y="33"/>
                            <a:pt x="3" y="24"/>
                          </a:cubicBezTo>
                          <a:cubicBezTo>
                            <a:pt x="14" y="25"/>
                            <a:pt x="11" y="15"/>
                            <a:pt x="14" y="10"/>
                          </a:cubicBezTo>
                          <a:cubicBezTo>
                            <a:pt x="11" y="11"/>
                            <a:pt x="9" y="12"/>
                            <a:pt x="7" y="14"/>
                          </a:cubicBezTo>
                          <a:cubicBezTo>
                            <a:pt x="6" y="17"/>
                            <a:pt x="8" y="17"/>
                            <a:pt x="9" y="19"/>
                          </a:cubicBezTo>
                          <a:cubicBezTo>
                            <a:pt x="9" y="21"/>
                            <a:pt x="5" y="19"/>
                            <a:pt x="5" y="21"/>
                          </a:cubicBezTo>
                          <a:cubicBezTo>
                            <a:pt x="1" y="16"/>
                            <a:pt x="6" y="6"/>
                            <a:pt x="3" y="0"/>
                          </a:cubicBezTo>
                          <a:cubicBezTo>
                            <a:pt x="8" y="2"/>
                            <a:pt x="13" y="4"/>
                            <a:pt x="17" y="7"/>
                          </a:cubicBezTo>
                          <a:cubicBezTo>
                            <a:pt x="17" y="28"/>
                            <a:pt x="17" y="45"/>
                            <a:pt x="17" y="66"/>
                          </a:cubicBezTo>
                          <a:cubicBezTo>
                            <a:pt x="13" y="67"/>
                            <a:pt x="13" y="64"/>
                            <a:pt x="8" y="64"/>
                          </a:cubicBezTo>
                          <a:cubicBezTo>
                            <a:pt x="8" y="70"/>
                            <a:pt x="14" y="69"/>
                            <a:pt x="17" y="70"/>
                          </a:cubicBezTo>
                          <a:cubicBezTo>
                            <a:pt x="17" y="76"/>
                            <a:pt x="9" y="75"/>
                            <a:pt x="5" y="78"/>
                          </a:cubicBezTo>
                          <a:cubicBezTo>
                            <a:pt x="5" y="77"/>
                            <a:pt x="5" y="77"/>
                            <a:pt x="5" y="77"/>
                          </a:cubicBezTo>
                          <a:lnTo>
                            <a:pt x="3" y="7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5" name="Freeform 271"/>
                    <p:cNvSpPr>
                      <a:spLocks/>
                    </p:cNvSpPr>
                    <p:nvPr/>
                  </p:nvSpPr>
                  <p:spPr bwMode="auto">
                    <a:xfrm>
                      <a:off x="904" y="276"/>
                      <a:ext cx="9" cy="10"/>
                    </a:xfrm>
                    <a:custGeom>
                      <a:avLst/>
                      <a:gdLst>
                        <a:gd name="T0" fmla="*/ 3 w 6"/>
                        <a:gd name="T1" fmla="*/ 0 h 7"/>
                        <a:gd name="T2" fmla="*/ 5 w 6"/>
                        <a:gd name="T3" fmla="*/ 7 h 7"/>
                        <a:gd name="T4" fmla="*/ 1 w 6"/>
                        <a:gd name="T5" fmla="*/ 4 h 7"/>
                        <a:gd name="T6" fmla="*/ 3 w 6"/>
                        <a:gd name="T7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3" y="0"/>
                          </a:moveTo>
                          <a:cubicBezTo>
                            <a:pt x="6" y="0"/>
                            <a:pt x="4" y="5"/>
                            <a:pt x="5" y="7"/>
                          </a:cubicBezTo>
                          <a:cubicBezTo>
                            <a:pt x="2" y="7"/>
                            <a:pt x="1" y="6"/>
                            <a:pt x="1" y="4"/>
                          </a:cubicBezTo>
                          <a:cubicBezTo>
                            <a:pt x="0" y="2"/>
                            <a:pt x="3" y="2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6" name="Freeform 272"/>
                    <p:cNvSpPr>
                      <a:spLocks/>
                    </p:cNvSpPr>
                    <p:nvPr/>
                  </p:nvSpPr>
                  <p:spPr bwMode="auto">
                    <a:xfrm>
                      <a:off x="732" y="279"/>
                      <a:ext cx="21" cy="111"/>
                    </a:xfrm>
                    <a:custGeom>
                      <a:avLst/>
                      <a:gdLst>
                        <a:gd name="T0" fmla="*/ 2 w 15"/>
                        <a:gd name="T1" fmla="*/ 76 h 76"/>
                        <a:gd name="T2" fmla="*/ 0 w 15"/>
                        <a:gd name="T3" fmla="*/ 76 h 76"/>
                        <a:gd name="T4" fmla="*/ 0 w 15"/>
                        <a:gd name="T5" fmla="*/ 52 h 76"/>
                        <a:gd name="T6" fmla="*/ 6 w 15"/>
                        <a:gd name="T7" fmla="*/ 52 h 76"/>
                        <a:gd name="T8" fmla="*/ 0 w 15"/>
                        <a:gd name="T9" fmla="*/ 48 h 76"/>
                        <a:gd name="T10" fmla="*/ 0 w 15"/>
                        <a:gd name="T11" fmla="*/ 38 h 76"/>
                        <a:gd name="T12" fmla="*/ 4 w 15"/>
                        <a:gd name="T13" fmla="*/ 39 h 76"/>
                        <a:gd name="T14" fmla="*/ 0 w 15"/>
                        <a:gd name="T15" fmla="*/ 32 h 76"/>
                        <a:gd name="T16" fmla="*/ 0 w 15"/>
                        <a:gd name="T17" fmla="*/ 0 h 76"/>
                        <a:gd name="T18" fmla="*/ 9 w 15"/>
                        <a:gd name="T19" fmla="*/ 3 h 76"/>
                        <a:gd name="T20" fmla="*/ 7 w 15"/>
                        <a:gd name="T21" fmla="*/ 4 h 76"/>
                        <a:gd name="T22" fmla="*/ 8 w 15"/>
                        <a:gd name="T23" fmla="*/ 6 h 76"/>
                        <a:gd name="T24" fmla="*/ 7 w 15"/>
                        <a:gd name="T25" fmla="*/ 6 h 76"/>
                        <a:gd name="T26" fmla="*/ 8 w 15"/>
                        <a:gd name="T27" fmla="*/ 9 h 76"/>
                        <a:gd name="T28" fmla="*/ 6 w 15"/>
                        <a:gd name="T29" fmla="*/ 10 h 76"/>
                        <a:gd name="T30" fmla="*/ 7 w 15"/>
                        <a:gd name="T31" fmla="*/ 11 h 76"/>
                        <a:gd name="T32" fmla="*/ 6 w 15"/>
                        <a:gd name="T33" fmla="*/ 11 h 76"/>
                        <a:gd name="T34" fmla="*/ 6 w 15"/>
                        <a:gd name="T35" fmla="*/ 16 h 76"/>
                        <a:gd name="T36" fmla="*/ 12 w 15"/>
                        <a:gd name="T37" fmla="*/ 15 h 76"/>
                        <a:gd name="T38" fmla="*/ 12 w 15"/>
                        <a:gd name="T39" fmla="*/ 17 h 76"/>
                        <a:gd name="T40" fmla="*/ 14 w 15"/>
                        <a:gd name="T41" fmla="*/ 16 h 76"/>
                        <a:gd name="T42" fmla="*/ 14 w 15"/>
                        <a:gd name="T43" fmla="*/ 22 h 76"/>
                        <a:gd name="T44" fmla="*/ 6 w 15"/>
                        <a:gd name="T45" fmla="*/ 29 h 76"/>
                        <a:gd name="T46" fmla="*/ 14 w 15"/>
                        <a:gd name="T47" fmla="*/ 34 h 76"/>
                        <a:gd name="T48" fmla="*/ 10 w 15"/>
                        <a:gd name="T49" fmla="*/ 44 h 76"/>
                        <a:gd name="T50" fmla="*/ 14 w 15"/>
                        <a:gd name="T51" fmla="*/ 45 h 76"/>
                        <a:gd name="T52" fmla="*/ 14 w 15"/>
                        <a:gd name="T53" fmla="*/ 60 h 76"/>
                        <a:gd name="T54" fmla="*/ 8 w 15"/>
                        <a:gd name="T55" fmla="*/ 59 h 76"/>
                        <a:gd name="T56" fmla="*/ 14 w 15"/>
                        <a:gd name="T57" fmla="*/ 76 h 76"/>
                        <a:gd name="T58" fmla="*/ 7 w 15"/>
                        <a:gd name="T59" fmla="*/ 76 h 76"/>
                        <a:gd name="T60" fmla="*/ 7 w 15"/>
                        <a:gd name="T61" fmla="*/ 75 h 76"/>
                        <a:gd name="T62" fmla="*/ 6 w 15"/>
                        <a:gd name="T63" fmla="*/ 75 h 76"/>
                        <a:gd name="T64" fmla="*/ 7 w 15"/>
                        <a:gd name="T65" fmla="*/ 71 h 76"/>
                        <a:gd name="T66" fmla="*/ 3 w 15"/>
                        <a:gd name="T67" fmla="*/ 71 h 76"/>
                        <a:gd name="T68" fmla="*/ 3 w 15"/>
                        <a:gd name="T69" fmla="*/ 75 h 76"/>
                        <a:gd name="T70" fmla="*/ 2 w 15"/>
                        <a:gd name="T71" fmla="*/ 75 h 76"/>
                        <a:gd name="T72" fmla="*/ 2 w 15"/>
                        <a:gd name="T73" fmla="*/ 76 h 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</a:cxnLst>
                      <a:rect l="0" t="0" r="r" b="b"/>
                      <a:pathLst>
                        <a:path w="15" h="76">
                          <a:moveTo>
                            <a:pt x="2" y="76"/>
                          </a:moveTo>
                          <a:cubicBezTo>
                            <a:pt x="0" y="76"/>
                            <a:pt x="0" y="76"/>
                            <a:pt x="0" y="76"/>
                          </a:cubicBezTo>
                          <a:cubicBezTo>
                            <a:pt x="0" y="52"/>
                            <a:pt x="0" y="52"/>
                            <a:pt x="0" y="52"/>
                          </a:cubicBezTo>
                          <a:cubicBezTo>
                            <a:pt x="6" y="52"/>
                            <a:pt x="6" y="52"/>
                            <a:pt x="6" y="52"/>
                          </a:cubicBezTo>
                          <a:cubicBezTo>
                            <a:pt x="6" y="48"/>
                            <a:pt x="4" y="48"/>
                            <a:pt x="0" y="48"/>
                          </a:cubicBezTo>
                          <a:cubicBezTo>
                            <a:pt x="0" y="38"/>
                            <a:pt x="0" y="38"/>
                            <a:pt x="0" y="38"/>
                          </a:cubicBezTo>
                          <a:cubicBezTo>
                            <a:pt x="1" y="39"/>
                            <a:pt x="3" y="38"/>
                            <a:pt x="4" y="39"/>
                          </a:cubicBezTo>
                          <a:cubicBezTo>
                            <a:pt x="4" y="36"/>
                            <a:pt x="2" y="34"/>
                            <a:pt x="0" y="32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4" y="0"/>
                            <a:pt x="7" y="1"/>
                            <a:pt x="9" y="3"/>
                          </a:cubicBezTo>
                          <a:cubicBezTo>
                            <a:pt x="7" y="4"/>
                            <a:pt x="7" y="4"/>
                            <a:pt x="7" y="4"/>
                          </a:cubicBezTo>
                          <a:cubicBezTo>
                            <a:pt x="8" y="6"/>
                            <a:pt x="8" y="6"/>
                            <a:pt x="8" y="6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cubicBezTo>
                            <a:pt x="7" y="7"/>
                            <a:pt x="8" y="8"/>
                            <a:pt x="8" y="9"/>
                          </a:cubicBezTo>
                          <a:cubicBezTo>
                            <a:pt x="6" y="10"/>
                            <a:pt x="6" y="10"/>
                            <a:pt x="6" y="10"/>
                          </a:cubicBezTo>
                          <a:cubicBezTo>
                            <a:pt x="7" y="11"/>
                            <a:pt x="7" y="11"/>
                            <a:pt x="7" y="11"/>
                          </a:cubicBezTo>
                          <a:cubicBezTo>
                            <a:pt x="6" y="11"/>
                            <a:pt x="6" y="11"/>
                            <a:pt x="6" y="11"/>
                          </a:cubicBezTo>
                          <a:cubicBezTo>
                            <a:pt x="6" y="16"/>
                            <a:pt x="6" y="16"/>
                            <a:pt x="6" y="16"/>
                          </a:cubicBezTo>
                          <a:cubicBezTo>
                            <a:pt x="9" y="17"/>
                            <a:pt x="9" y="15"/>
                            <a:pt x="12" y="15"/>
                          </a:cubicBezTo>
                          <a:cubicBezTo>
                            <a:pt x="12" y="17"/>
                            <a:pt x="12" y="17"/>
                            <a:pt x="12" y="17"/>
                          </a:cubicBezTo>
                          <a:cubicBezTo>
                            <a:pt x="14" y="16"/>
                            <a:pt x="14" y="16"/>
                            <a:pt x="14" y="16"/>
                          </a:cubicBezTo>
                          <a:cubicBezTo>
                            <a:pt x="14" y="22"/>
                            <a:pt x="14" y="22"/>
                            <a:pt x="14" y="22"/>
                          </a:cubicBezTo>
                          <a:cubicBezTo>
                            <a:pt x="11" y="25"/>
                            <a:pt x="7" y="25"/>
                            <a:pt x="6" y="29"/>
                          </a:cubicBezTo>
                          <a:cubicBezTo>
                            <a:pt x="7" y="33"/>
                            <a:pt x="12" y="32"/>
                            <a:pt x="14" y="34"/>
                          </a:cubicBezTo>
                          <a:cubicBezTo>
                            <a:pt x="13" y="38"/>
                            <a:pt x="12" y="41"/>
                            <a:pt x="10" y="44"/>
                          </a:cubicBezTo>
                          <a:cubicBezTo>
                            <a:pt x="11" y="45"/>
                            <a:pt x="12" y="44"/>
                            <a:pt x="14" y="45"/>
                          </a:cubicBezTo>
                          <a:cubicBezTo>
                            <a:pt x="15" y="51"/>
                            <a:pt x="12" y="55"/>
                            <a:pt x="14" y="60"/>
                          </a:cubicBezTo>
                          <a:cubicBezTo>
                            <a:pt x="11" y="60"/>
                            <a:pt x="11" y="58"/>
                            <a:pt x="8" y="59"/>
                          </a:cubicBezTo>
                          <a:cubicBezTo>
                            <a:pt x="8" y="67"/>
                            <a:pt x="15" y="67"/>
                            <a:pt x="14" y="76"/>
                          </a:cubicBezTo>
                          <a:cubicBezTo>
                            <a:pt x="7" y="76"/>
                            <a:pt x="7" y="76"/>
                            <a:pt x="7" y="76"/>
                          </a:cubicBezTo>
                          <a:cubicBezTo>
                            <a:pt x="7" y="75"/>
                            <a:pt x="7" y="75"/>
                            <a:pt x="7" y="75"/>
                          </a:cubicBezTo>
                          <a:cubicBezTo>
                            <a:pt x="6" y="75"/>
                            <a:pt x="6" y="75"/>
                            <a:pt x="6" y="75"/>
                          </a:cubicBezTo>
                          <a:cubicBezTo>
                            <a:pt x="7" y="74"/>
                            <a:pt x="7" y="73"/>
                            <a:pt x="7" y="71"/>
                          </a:cubicBezTo>
                          <a:cubicBezTo>
                            <a:pt x="3" y="71"/>
                            <a:pt x="3" y="71"/>
                            <a:pt x="3" y="71"/>
                          </a:cubicBezTo>
                          <a:cubicBezTo>
                            <a:pt x="3" y="75"/>
                            <a:pt x="3" y="75"/>
                            <a:pt x="3" y="75"/>
                          </a:cubicBezTo>
                          <a:cubicBezTo>
                            <a:pt x="2" y="75"/>
                            <a:pt x="2" y="75"/>
                            <a:pt x="2" y="75"/>
                          </a:cubicBezTo>
                          <a:lnTo>
                            <a:pt x="2" y="7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7" name="Freeform 273"/>
                    <p:cNvSpPr>
                      <a:spLocks/>
                    </p:cNvSpPr>
                    <p:nvPr/>
                  </p:nvSpPr>
                  <p:spPr bwMode="auto">
                    <a:xfrm>
                      <a:off x="891" y="282"/>
                      <a:ext cx="23" cy="85"/>
                    </a:xfrm>
                    <a:custGeom>
                      <a:avLst/>
                      <a:gdLst>
                        <a:gd name="T0" fmla="*/ 10 w 16"/>
                        <a:gd name="T1" fmla="*/ 58 h 58"/>
                        <a:gd name="T2" fmla="*/ 5 w 16"/>
                        <a:gd name="T3" fmla="*/ 49 h 58"/>
                        <a:gd name="T4" fmla="*/ 0 w 16"/>
                        <a:gd name="T5" fmla="*/ 49 h 58"/>
                        <a:gd name="T6" fmla="*/ 1 w 16"/>
                        <a:gd name="T7" fmla="*/ 30 h 58"/>
                        <a:gd name="T8" fmla="*/ 9 w 16"/>
                        <a:gd name="T9" fmla="*/ 16 h 58"/>
                        <a:gd name="T10" fmla="*/ 7 w 16"/>
                        <a:gd name="T11" fmla="*/ 18 h 58"/>
                        <a:gd name="T12" fmla="*/ 0 w 16"/>
                        <a:gd name="T13" fmla="*/ 16 h 58"/>
                        <a:gd name="T14" fmla="*/ 0 w 16"/>
                        <a:gd name="T15" fmla="*/ 0 h 58"/>
                        <a:gd name="T16" fmla="*/ 8 w 16"/>
                        <a:gd name="T17" fmla="*/ 6 h 58"/>
                        <a:gd name="T18" fmla="*/ 6 w 16"/>
                        <a:gd name="T19" fmla="*/ 7 h 58"/>
                        <a:gd name="T20" fmla="*/ 7 w 16"/>
                        <a:gd name="T21" fmla="*/ 9 h 58"/>
                        <a:gd name="T22" fmla="*/ 3 w 16"/>
                        <a:gd name="T23" fmla="*/ 9 h 58"/>
                        <a:gd name="T24" fmla="*/ 7 w 16"/>
                        <a:gd name="T25" fmla="*/ 12 h 58"/>
                        <a:gd name="T26" fmla="*/ 7 w 16"/>
                        <a:gd name="T27" fmla="*/ 10 h 58"/>
                        <a:gd name="T28" fmla="*/ 9 w 16"/>
                        <a:gd name="T29" fmla="*/ 10 h 58"/>
                        <a:gd name="T30" fmla="*/ 10 w 16"/>
                        <a:gd name="T31" fmla="*/ 9 h 58"/>
                        <a:gd name="T32" fmla="*/ 14 w 16"/>
                        <a:gd name="T33" fmla="*/ 12 h 58"/>
                        <a:gd name="T34" fmla="*/ 14 w 16"/>
                        <a:gd name="T35" fmla="*/ 30 h 58"/>
                        <a:gd name="T36" fmla="*/ 7 w 16"/>
                        <a:gd name="T37" fmla="*/ 33 h 58"/>
                        <a:gd name="T38" fmla="*/ 14 w 16"/>
                        <a:gd name="T39" fmla="*/ 34 h 58"/>
                        <a:gd name="T40" fmla="*/ 14 w 16"/>
                        <a:gd name="T41" fmla="*/ 38 h 58"/>
                        <a:gd name="T42" fmla="*/ 5 w 16"/>
                        <a:gd name="T43" fmla="*/ 40 h 58"/>
                        <a:gd name="T44" fmla="*/ 14 w 16"/>
                        <a:gd name="T45" fmla="*/ 48 h 58"/>
                        <a:gd name="T46" fmla="*/ 11 w 16"/>
                        <a:gd name="T47" fmla="*/ 49 h 58"/>
                        <a:gd name="T48" fmla="*/ 11 w 16"/>
                        <a:gd name="T49" fmla="*/ 57 h 58"/>
                        <a:gd name="T50" fmla="*/ 10 w 16"/>
                        <a:gd name="T51" fmla="*/ 57 h 58"/>
                        <a:gd name="T52" fmla="*/ 10 w 16"/>
                        <a:gd name="T53" fmla="*/ 58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</a:cxnLst>
                      <a:rect l="0" t="0" r="r" b="b"/>
                      <a:pathLst>
                        <a:path w="16" h="58">
                          <a:moveTo>
                            <a:pt x="10" y="58"/>
                          </a:moveTo>
                          <a:cubicBezTo>
                            <a:pt x="6" y="57"/>
                            <a:pt x="7" y="52"/>
                            <a:pt x="5" y="49"/>
                          </a:cubicBezTo>
                          <a:cubicBezTo>
                            <a:pt x="3" y="48"/>
                            <a:pt x="2" y="49"/>
                            <a:pt x="0" y="49"/>
                          </a:cubicBezTo>
                          <a:cubicBezTo>
                            <a:pt x="0" y="42"/>
                            <a:pt x="0" y="37"/>
                            <a:pt x="1" y="30"/>
                          </a:cubicBezTo>
                          <a:cubicBezTo>
                            <a:pt x="4" y="27"/>
                            <a:pt x="10" y="21"/>
                            <a:pt x="9" y="16"/>
                          </a:cubicBezTo>
                          <a:cubicBezTo>
                            <a:pt x="7" y="15"/>
                            <a:pt x="7" y="17"/>
                            <a:pt x="7" y="18"/>
                          </a:cubicBezTo>
                          <a:cubicBezTo>
                            <a:pt x="4" y="18"/>
                            <a:pt x="2" y="17"/>
                            <a:pt x="0" y="16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4" y="0"/>
                            <a:pt x="6" y="4"/>
                            <a:pt x="8" y="6"/>
                          </a:cubicBezTo>
                          <a:cubicBezTo>
                            <a:pt x="6" y="7"/>
                            <a:pt x="6" y="7"/>
                            <a:pt x="6" y="7"/>
                          </a:cubicBezTo>
                          <a:cubicBezTo>
                            <a:pt x="7" y="9"/>
                            <a:pt x="7" y="9"/>
                            <a:pt x="7" y="9"/>
                          </a:cubicBezTo>
                          <a:cubicBezTo>
                            <a:pt x="3" y="9"/>
                            <a:pt x="3" y="9"/>
                            <a:pt x="3" y="9"/>
                          </a:cubicBezTo>
                          <a:cubicBezTo>
                            <a:pt x="3" y="12"/>
                            <a:pt x="4" y="13"/>
                            <a:pt x="7" y="12"/>
                          </a:cubicBezTo>
                          <a:cubicBezTo>
                            <a:pt x="7" y="10"/>
                            <a:pt x="7" y="10"/>
                            <a:pt x="7" y="10"/>
                          </a:cubicBezTo>
                          <a:cubicBezTo>
                            <a:pt x="9" y="10"/>
                            <a:pt x="9" y="10"/>
                            <a:pt x="9" y="10"/>
                          </a:cubicBezTo>
                          <a:cubicBezTo>
                            <a:pt x="10" y="9"/>
                            <a:pt x="10" y="9"/>
                            <a:pt x="10" y="9"/>
                          </a:cubicBezTo>
                          <a:cubicBezTo>
                            <a:pt x="11" y="10"/>
                            <a:pt x="12" y="12"/>
                            <a:pt x="14" y="12"/>
                          </a:cubicBezTo>
                          <a:cubicBezTo>
                            <a:pt x="13" y="18"/>
                            <a:pt x="14" y="22"/>
                            <a:pt x="14" y="30"/>
                          </a:cubicBezTo>
                          <a:cubicBezTo>
                            <a:pt x="10" y="29"/>
                            <a:pt x="8" y="31"/>
                            <a:pt x="7" y="33"/>
                          </a:cubicBezTo>
                          <a:cubicBezTo>
                            <a:pt x="8" y="35"/>
                            <a:pt x="12" y="33"/>
                            <a:pt x="14" y="34"/>
                          </a:cubicBezTo>
                          <a:cubicBezTo>
                            <a:pt x="14" y="38"/>
                            <a:pt x="14" y="38"/>
                            <a:pt x="14" y="38"/>
                          </a:cubicBezTo>
                          <a:cubicBezTo>
                            <a:pt x="10" y="38"/>
                            <a:pt x="7" y="38"/>
                            <a:pt x="5" y="40"/>
                          </a:cubicBezTo>
                          <a:cubicBezTo>
                            <a:pt x="7" y="43"/>
                            <a:pt x="13" y="43"/>
                            <a:pt x="14" y="48"/>
                          </a:cubicBezTo>
                          <a:cubicBezTo>
                            <a:pt x="14" y="49"/>
                            <a:pt x="13" y="49"/>
                            <a:pt x="11" y="49"/>
                          </a:cubicBezTo>
                          <a:cubicBezTo>
                            <a:pt x="12" y="52"/>
                            <a:pt x="16" y="56"/>
                            <a:pt x="11" y="57"/>
                          </a:cubicBezTo>
                          <a:cubicBezTo>
                            <a:pt x="10" y="57"/>
                            <a:pt x="10" y="57"/>
                            <a:pt x="10" y="57"/>
                          </a:cubicBezTo>
                          <a:lnTo>
                            <a:pt x="10" y="58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8" name="Freeform 274"/>
                    <p:cNvSpPr>
                      <a:spLocks/>
                    </p:cNvSpPr>
                    <p:nvPr/>
                  </p:nvSpPr>
                  <p:spPr bwMode="auto">
                    <a:xfrm>
                      <a:off x="888" y="362"/>
                      <a:ext cx="25" cy="28"/>
                    </a:xfrm>
                    <a:custGeom>
                      <a:avLst/>
                      <a:gdLst>
                        <a:gd name="T0" fmla="*/ 14 w 17"/>
                        <a:gd name="T1" fmla="*/ 5 h 19"/>
                        <a:gd name="T2" fmla="*/ 14 w 17"/>
                        <a:gd name="T3" fmla="*/ 4 h 19"/>
                        <a:gd name="T4" fmla="*/ 15 w 17"/>
                        <a:gd name="T5" fmla="*/ 19 h 19"/>
                        <a:gd name="T6" fmla="*/ 2 w 17"/>
                        <a:gd name="T7" fmla="*/ 19 h 19"/>
                        <a:gd name="T8" fmla="*/ 5 w 17"/>
                        <a:gd name="T9" fmla="*/ 15 h 19"/>
                        <a:gd name="T10" fmla="*/ 2 w 17"/>
                        <a:gd name="T11" fmla="*/ 0 h 19"/>
                        <a:gd name="T12" fmla="*/ 13 w 17"/>
                        <a:gd name="T13" fmla="*/ 5 h 19"/>
                        <a:gd name="T14" fmla="*/ 14 w 17"/>
                        <a:gd name="T15" fmla="*/ 5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7" h="19">
                          <a:moveTo>
                            <a:pt x="14" y="5"/>
                          </a:moveTo>
                          <a:cubicBezTo>
                            <a:pt x="14" y="4"/>
                            <a:pt x="14" y="4"/>
                            <a:pt x="14" y="4"/>
                          </a:cubicBezTo>
                          <a:cubicBezTo>
                            <a:pt x="17" y="6"/>
                            <a:pt x="16" y="16"/>
                            <a:pt x="15" y="19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cubicBezTo>
                            <a:pt x="2" y="16"/>
                            <a:pt x="2" y="14"/>
                            <a:pt x="5" y="15"/>
                          </a:cubicBezTo>
                          <a:cubicBezTo>
                            <a:pt x="0" y="15"/>
                            <a:pt x="3" y="5"/>
                            <a:pt x="2" y="0"/>
                          </a:cubicBezTo>
                          <a:cubicBezTo>
                            <a:pt x="6" y="1"/>
                            <a:pt x="8" y="7"/>
                            <a:pt x="13" y="5"/>
                          </a:cubicBezTo>
                          <a:lnTo>
                            <a:pt x="14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9" name="Freeform 275"/>
                    <p:cNvSpPr>
                      <a:spLocks/>
                    </p:cNvSpPr>
                    <p:nvPr/>
                  </p:nvSpPr>
                  <p:spPr bwMode="auto">
                    <a:xfrm>
                      <a:off x="946" y="279"/>
                      <a:ext cx="15" cy="10"/>
                    </a:xfrm>
                    <a:custGeom>
                      <a:avLst/>
                      <a:gdLst>
                        <a:gd name="T0" fmla="*/ 9 w 10"/>
                        <a:gd name="T1" fmla="*/ 5 h 7"/>
                        <a:gd name="T2" fmla="*/ 1 w 10"/>
                        <a:gd name="T3" fmla="*/ 6 h 7"/>
                        <a:gd name="T4" fmla="*/ 9 w 10"/>
                        <a:gd name="T5" fmla="*/ 5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0" h="7">
                          <a:moveTo>
                            <a:pt x="9" y="5"/>
                          </a:moveTo>
                          <a:cubicBezTo>
                            <a:pt x="8" y="7"/>
                            <a:pt x="4" y="6"/>
                            <a:pt x="1" y="6"/>
                          </a:cubicBezTo>
                          <a:cubicBezTo>
                            <a:pt x="0" y="2"/>
                            <a:pt x="10" y="0"/>
                            <a:pt x="9" y="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0" name="Freeform 276"/>
                    <p:cNvSpPr>
                      <a:spLocks/>
                    </p:cNvSpPr>
                    <p:nvPr/>
                  </p:nvSpPr>
                  <p:spPr bwMode="auto">
                    <a:xfrm>
                      <a:off x="957" y="291"/>
                      <a:ext cx="7" cy="7"/>
                    </a:xfrm>
                    <a:custGeom>
                      <a:avLst/>
                      <a:gdLst>
                        <a:gd name="T0" fmla="*/ 2 w 5"/>
                        <a:gd name="T1" fmla="*/ 5 h 5"/>
                        <a:gd name="T2" fmla="*/ 0 w 5"/>
                        <a:gd name="T3" fmla="*/ 2 h 5"/>
                        <a:gd name="T4" fmla="*/ 5 w 5"/>
                        <a:gd name="T5" fmla="*/ 0 h 5"/>
                        <a:gd name="T6" fmla="*/ 5 w 5"/>
                        <a:gd name="T7" fmla="*/ 4 h 5"/>
                        <a:gd name="T8" fmla="*/ 3 w 5"/>
                        <a:gd name="T9" fmla="*/ 3 h 5"/>
                        <a:gd name="T10" fmla="*/ 2 w 5"/>
                        <a:gd name="T11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5" h="5">
                          <a:moveTo>
                            <a:pt x="2" y="5"/>
                          </a:moveTo>
                          <a:cubicBezTo>
                            <a:pt x="1" y="5"/>
                            <a:pt x="2" y="2"/>
                            <a:pt x="0" y="2"/>
                          </a:cubicBezTo>
                          <a:cubicBezTo>
                            <a:pt x="1" y="0"/>
                            <a:pt x="2" y="0"/>
                            <a:pt x="5" y="0"/>
                          </a:cubicBezTo>
                          <a:cubicBezTo>
                            <a:pt x="5" y="4"/>
                            <a:pt x="5" y="4"/>
                            <a:pt x="5" y="4"/>
                          </a:cubicBezTo>
                          <a:cubicBezTo>
                            <a:pt x="3" y="3"/>
                            <a:pt x="3" y="3"/>
                            <a:pt x="3" y="3"/>
                          </a:cubicBezTo>
                          <a:lnTo>
                            <a:pt x="2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1" name="Freeform 277"/>
                    <p:cNvSpPr>
                      <a:spLocks/>
                    </p:cNvSpPr>
                    <p:nvPr/>
                  </p:nvSpPr>
                  <p:spPr bwMode="auto">
                    <a:xfrm>
                      <a:off x="837" y="299"/>
                      <a:ext cx="17" cy="9"/>
                    </a:xfrm>
                    <a:custGeom>
                      <a:avLst/>
                      <a:gdLst>
                        <a:gd name="T0" fmla="*/ 3 w 12"/>
                        <a:gd name="T1" fmla="*/ 5 h 6"/>
                        <a:gd name="T2" fmla="*/ 1 w 12"/>
                        <a:gd name="T3" fmla="*/ 1 h 6"/>
                        <a:gd name="T4" fmla="*/ 11 w 12"/>
                        <a:gd name="T5" fmla="*/ 0 h 6"/>
                        <a:gd name="T6" fmla="*/ 12 w 12"/>
                        <a:gd name="T7" fmla="*/ 5 h 6"/>
                        <a:gd name="T8" fmla="*/ 11 w 12"/>
                        <a:gd name="T9" fmla="*/ 5 h 6"/>
                        <a:gd name="T10" fmla="*/ 10 w 12"/>
                        <a:gd name="T11" fmla="*/ 6 h 6"/>
                        <a:gd name="T12" fmla="*/ 4 w 12"/>
                        <a:gd name="T13" fmla="*/ 6 h 6"/>
                        <a:gd name="T14" fmla="*/ 4 w 12"/>
                        <a:gd name="T15" fmla="*/ 4 h 6"/>
                        <a:gd name="T16" fmla="*/ 3 w 12"/>
                        <a:gd name="T17" fmla="*/ 5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2" h="6">
                          <a:moveTo>
                            <a:pt x="3" y="5"/>
                          </a:moveTo>
                          <a:cubicBezTo>
                            <a:pt x="2" y="3"/>
                            <a:pt x="0" y="4"/>
                            <a:pt x="1" y="1"/>
                          </a:cubicBezTo>
                          <a:cubicBezTo>
                            <a:pt x="5" y="2"/>
                            <a:pt x="7" y="0"/>
                            <a:pt x="11" y="0"/>
                          </a:cubicBezTo>
                          <a:cubicBezTo>
                            <a:pt x="11" y="3"/>
                            <a:pt x="12" y="3"/>
                            <a:pt x="12" y="5"/>
                          </a:cubicBezTo>
                          <a:cubicBezTo>
                            <a:pt x="11" y="5"/>
                            <a:pt x="11" y="5"/>
                            <a:pt x="11" y="5"/>
                          </a:cubicBezTo>
                          <a:cubicBezTo>
                            <a:pt x="10" y="6"/>
                            <a:pt x="10" y="6"/>
                            <a:pt x="10" y="6"/>
                          </a:cubicBezTo>
                          <a:cubicBezTo>
                            <a:pt x="9" y="5"/>
                            <a:pt x="7" y="6"/>
                            <a:pt x="4" y="6"/>
                          </a:cubicBezTo>
                          <a:cubicBezTo>
                            <a:pt x="4" y="4"/>
                            <a:pt x="4" y="4"/>
                            <a:pt x="4" y="4"/>
                          </a:cubicBezTo>
                          <a:lnTo>
                            <a:pt x="3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2" name="Freeform 278"/>
                    <p:cNvSpPr>
                      <a:spLocks/>
                    </p:cNvSpPr>
                    <p:nvPr/>
                  </p:nvSpPr>
                  <p:spPr bwMode="auto">
                    <a:xfrm>
                      <a:off x="835" y="310"/>
                      <a:ext cx="24" cy="48"/>
                    </a:xfrm>
                    <a:custGeom>
                      <a:avLst/>
                      <a:gdLst>
                        <a:gd name="T0" fmla="*/ 13 w 16"/>
                        <a:gd name="T1" fmla="*/ 6 h 33"/>
                        <a:gd name="T2" fmla="*/ 15 w 16"/>
                        <a:gd name="T3" fmla="*/ 6 h 33"/>
                        <a:gd name="T4" fmla="*/ 11 w 16"/>
                        <a:gd name="T5" fmla="*/ 16 h 33"/>
                        <a:gd name="T6" fmla="*/ 15 w 16"/>
                        <a:gd name="T7" fmla="*/ 30 h 33"/>
                        <a:gd name="T8" fmla="*/ 11 w 16"/>
                        <a:gd name="T9" fmla="*/ 30 h 33"/>
                        <a:gd name="T10" fmla="*/ 12 w 16"/>
                        <a:gd name="T11" fmla="*/ 28 h 33"/>
                        <a:gd name="T12" fmla="*/ 11 w 16"/>
                        <a:gd name="T13" fmla="*/ 28 h 33"/>
                        <a:gd name="T14" fmla="*/ 11 w 16"/>
                        <a:gd name="T15" fmla="*/ 25 h 33"/>
                        <a:gd name="T16" fmla="*/ 4 w 16"/>
                        <a:gd name="T17" fmla="*/ 32 h 33"/>
                        <a:gd name="T18" fmla="*/ 3 w 16"/>
                        <a:gd name="T19" fmla="*/ 31 h 33"/>
                        <a:gd name="T20" fmla="*/ 2 w 16"/>
                        <a:gd name="T21" fmla="*/ 31 h 33"/>
                        <a:gd name="T22" fmla="*/ 2 w 16"/>
                        <a:gd name="T23" fmla="*/ 18 h 33"/>
                        <a:gd name="T24" fmla="*/ 5 w 16"/>
                        <a:gd name="T25" fmla="*/ 17 h 33"/>
                        <a:gd name="T26" fmla="*/ 2 w 16"/>
                        <a:gd name="T27" fmla="*/ 15 h 33"/>
                        <a:gd name="T28" fmla="*/ 4 w 16"/>
                        <a:gd name="T29" fmla="*/ 0 h 33"/>
                        <a:gd name="T30" fmla="*/ 4 w 16"/>
                        <a:gd name="T31" fmla="*/ 2 h 33"/>
                        <a:gd name="T32" fmla="*/ 5 w 16"/>
                        <a:gd name="T33" fmla="*/ 1 h 33"/>
                        <a:gd name="T34" fmla="*/ 9 w 16"/>
                        <a:gd name="T35" fmla="*/ 8 h 33"/>
                        <a:gd name="T36" fmla="*/ 13 w 16"/>
                        <a:gd name="T37" fmla="*/ 5 h 33"/>
                        <a:gd name="T38" fmla="*/ 13 w 16"/>
                        <a:gd name="T39" fmla="*/ 6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6" h="33">
                          <a:moveTo>
                            <a:pt x="13" y="6"/>
                          </a:moveTo>
                          <a:cubicBezTo>
                            <a:pt x="15" y="6"/>
                            <a:pt x="15" y="6"/>
                            <a:pt x="15" y="6"/>
                          </a:cubicBezTo>
                          <a:cubicBezTo>
                            <a:pt x="13" y="9"/>
                            <a:pt x="11" y="12"/>
                            <a:pt x="11" y="16"/>
                          </a:cubicBezTo>
                          <a:cubicBezTo>
                            <a:pt x="15" y="18"/>
                            <a:pt x="16" y="23"/>
                            <a:pt x="15" y="30"/>
                          </a:cubicBezTo>
                          <a:cubicBezTo>
                            <a:pt x="11" y="30"/>
                            <a:pt x="11" y="30"/>
                            <a:pt x="11" y="30"/>
                          </a:cubicBezTo>
                          <a:cubicBezTo>
                            <a:pt x="12" y="28"/>
                            <a:pt x="12" y="28"/>
                            <a:pt x="12" y="28"/>
                          </a:cubicBezTo>
                          <a:cubicBezTo>
                            <a:pt x="11" y="28"/>
                            <a:pt x="11" y="28"/>
                            <a:pt x="11" y="28"/>
                          </a:cubicBezTo>
                          <a:cubicBezTo>
                            <a:pt x="11" y="27"/>
                            <a:pt x="11" y="26"/>
                            <a:pt x="11" y="25"/>
                          </a:cubicBezTo>
                          <a:cubicBezTo>
                            <a:pt x="6" y="25"/>
                            <a:pt x="9" y="33"/>
                            <a:pt x="4" y="32"/>
                          </a:cubicBezTo>
                          <a:cubicBezTo>
                            <a:pt x="3" y="31"/>
                            <a:pt x="3" y="31"/>
                            <a:pt x="3" y="31"/>
                          </a:cubicBezTo>
                          <a:cubicBezTo>
                            <a:pt x="2" y="31"/>
                            <a:pt x="2" y="31"/>
                            <a:pt x="2" y="31"/>
                          </a:cubicBezTo>
                          <a:cubicBezTo>
                            <a:pt x="2" y="18"/>
                            <a:pt x="2" y="18"/>
                            <a:pt x="2" y="18"/>
                          </a:cubicBezTo>
                          <a:cubicBezTo>
                            <a:pt x="3" y="18"/>
                            <a:pt x="5" y="19"/>
                            <a:pt x="5" y="17"/>
                          </a:cubicBezTo>
                          <a:cubicBezTo>
                            <a:pt x="6" y="15"/>
                            <a:pt x="4" y="15"/>
                            <a:pt x="2" y="15"/>
                          </a:cubicBezTo>
                          <a:cubicBezTo>
                            <a:pt x="3" y="10"/>
                            <a:pt x="0" y="2"/>
                            <a:pt x="4" y="0"/>
                          </a:cubicBezTo>
                          <a:cubicBezTo>
                            <a:pt x="4" y="2"/>
                            <a:pt x="4" y="2"/>
                            <a:pt x="4" y="2"/>
                          </a:cubicBezTo>
                          <a:cubicBezTo>
                            <a:pt x="5" y="1"/>
                            <a:pt x="5" y="1"/>
                            <a:pt x="5" y="1"/>
                          </a:cubicBezTo>
                          <a:cubicBezTo>
                            <a:pt x="5" y="5"/>
                            <a:pt x="6" y="8"/>
                            <a:pt x="9" y="8"/>
                          </a:cubicBezTo>
                          <a:cubicBezTo>
                            <a:pt x="11" y="8"/>
                            <a:pt x="10" y="4"/>
                            <a:pt x="13" y="5"/>
                          </a:cubicBezTo>
                          <a:lnTo>
                            <a:pt x="13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3" name="Freeform 279"/>
                    <p:cNvSpPr>
                      <a:spLocks/>
                    </p:cNvSpPr>
                    <p:nvPr/>
                  </p:nvSpPr>
                  <p:spPr bwMode="auto">
                    <a:xfrm>
                      <a:off x="851" y="355"/>
                      <a:ext cx="8" cy="10"/>
                    </a:xfrm>
                    <a:custGeom>
                      <a:avLst/>
                      <a:gdLst>
                        <a:gd name="T0" fmla="*/ 1 w 5"/>
                        <a:gd name="T1" fmla="*/ 2 h 7"/>
                        <a:gd name="T2" fmla="*/ 0 w 5"/>
                        <a:gd name="T3" fmla="*/ 0 h 7"/>
                        <a:gd name="T4" fmla="*/ 3 w 5"/>
                        <a:gd name="T5" fmla="*/ 0 h 7"/>
                        <a:gd name="T6" fmla="*/ 4 w 5"/>
                        <a:gd name="T7" fmla="*/ 6 h 7"/>
                        <a:gd name="T8" fmla="*/ 0 w 5"/>
                        <a:gd name="T9" fmla="*/ 2 h 7"/>
                        <a:gd name="T10" fmla="*/ 1 w 5"/>
                        <a:gd name="T11" fmla="*/ 2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5" h="7">
                          <a:moveTo>
                            <a:pt x="1" y="2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" y="0"/>
                            <a:pt x="3" y="2"/>
                            <a:pt x="3" y="0"/>
                          </a:cubicBezTo>
                          <a:cubicBezTo>
                            <a:pt x="5" y="1"/>
                            <a:pt x="3" y="4"/>
                            <a:pt x="4" y="6"/>
                          </a:cubicBezTo>
                          <a:cubicBezTo>
                            <a:pt x="0" y="7"/>
                            <a:pt x="0" y="4"/>
                            <a:pt x="0" y="2"/>
                          </a:cubicBezTo>
                          <a:lnTo>
                            <a:pt x="1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4" name="Freeform 280"/>
                    <p:cNvSpPr>
                      <a:spLocks/>
                    </p:cNvSpPr>
                    <p:nvPr/>
                  </p:nvSpPr>
                  <p:spPr bwMode="auto">
                    <a:xfrm>
                      <a:off x="1208" y="299"/>
                      <a:ext cx="20" cy="91"/>
                    </a:xfrm>
                    <a:custGeom>
                      <a:avLst/>
                      <a:gdLst>
                        <a:gd name="T0" fmla="*/ 14 w 14"/>
                        <a:gd name="T1" fmla="*/ 37 h 62"/>
                        <a:gd name="T2" fmla="*/ 14 w 14"/>
                        <a:gd name="T3" fmla="*/ 62 h 62"/>
                        <a:gd name="T4" fmla="*/ 1 w 14"/>
                        <a:gd name="T5" fmla="*/ 62 h 62"/>
                        <a:gd name="T6" fmla="*/ 1 w 14"/>
                        <a:gd name="T7" fmla="*/ 45 h 62"/>
                        <a:gd name="T8" fmla="*/ 11 w 14"/>
                        <a:gd name="T9" fmla="*/ 47 h 62"/>
                        <a:gd name="T10" fmla="*/ 0 w 14"/>
                        <a:gd name="T11" fmla="*/ 43 h 62"/>
                        <a:gd name="T12" fmla="*/ 0 w 14"/>
                        <a:gd name="T13" fmla="*/ 0 h 62"/>
                        <a:gd name="T14" fmla="*/ 14 w 14"/>
                        <a:gd name="T15" fmla="*/ 10 h 62"/>
                        <a:gd name="T16" fmla="*/ 14 w 14"/>
                        <a:gd name="T17" fmla="*/ 33 h 62"/>
                        <a:gd name="T18" fmla="*/ 13 w 14"/>
                        <a:gd name="T19" fmla="*/ 33 h 62"/>
                        <a:gd name="T20" fmla="*/ 13 w 14"/>
                        <a:gd name="T21" fmla="*/ 34 h 62"/>
                        <a:gd name="T22" fmla="*/ 6 w 14"/>
                        <a:gd name="T23" fmla="*/ 34 h 62"/>
                        <a:gd name="T24" fmla="*/ 6 w 14"/>
                        <a:gd name="T25" fmla="*/ 37 h 62"/>
                        <a:gd name="T26" fmla="*/ 13 w 14"/>
                        <a:gd name="T27" fmla="*/ 37 h 62"/>
                        <a:gd name="T28" fmla="*/ 13 w 14"/>
                        <a:gd name="T29" fmla="*/ 38 h 62"/>
                        <a:gd name="T30" fmla="*/ 14 w 14"/>
                        <a:gd name="T31" fmla="*/ 37 h 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14" h="62">
                          <a:moveTo>
                            <a:pt x="14" y="37"/>
                          </a:moveTo>
                          <a:cubicBezTo>
                            <a:pt x="14" y="62"/>
                            <a:pt x="14" y="62"/>
                            <a:pt x="14" y="62"/>
                          </a:cubicBezTo>
                          <a:cubicBezTo>
                            <a:pt x="10" y="58"/>
                            <a:pt x="7" y="61"/>
                            <a:pt x="1" y="62"/>
                          </a:cubicBezTo>
                          <a:cubicBezTo>
                            <a:pt x="0" y="58"/>
                            <a:pt x="0" y="49"/>
                            <a:pt x="1" y="45"/>
                          </a:cubicBezTo>
                          <a:cubicBezTo>
                            <a:pt x="6" y="44"/>
                            <a:pt x="7" y="47"/>
                            <a:pt x="11" y="47"/>
                          </a:cubicBezTo>
                          <a:cubicBezTo>
                            <a:pt x="10" y="41"/>
                            <a:pt x="4" y="40"/>
                            <a:pt x="0" y="43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6" y="3"/>
                            <a:pt x="10" y="7"/>
                            <a:pt x="14" y="10"/>
                          </a:cubicBezTo>
                          <a:cubicBezTo>
                            <a:pt x="14" y="33"/>
                            <a:pt x="14" y="33"/>
                            <a:pt x="14" y="33"/>
                          </a:cubicBezTo>
                          <a:cubicBezTo>
                            <a:pt x="13" y="33"/>
                            <a:pt x="13" y="33"/>
                            <a:pt x="13" y="33"/>
                          </a:cubicBezTo>
                          <a:cubicBezTo>
                            <a:pt x="13" y="34"/>
                            <a:pt x="13" y="34"/>
                            <a:pt x="13" y="34"/>
                          </a:cubicBezTo>
                          <a:cubicBezTo>
                            <a:pt x="12" y="33"/>
                            <a:pt x="8" y="33"/>
                            <a:pt x="6" y="34"/>
                          </a:cubicBezTo>
                          <a:cubicBezTo>
                            <a:pt x="6" y="37"/>
                            <a:pt x="6" y="37"/>
                            <a:pt x="6" y="37"/>
                          </a:cubicBezTo>
                          <a:cubicBezTo>
                            <a:pt x="13" y="37"/>
                            <a:pt x="13" y="37"/>
                            <a:pt x="13" y="37"/>
                          </a:cubicBezTo>
                          <a:cubicBezTo>
                            <a:pt x="13" y="38"/>
                            <a:pt x="13" y="38"/>
                            <a:pt x="13" y="38"/>
                          </a:cubicBezTo>
                          <a:lnTo>
                            <a:pt x="14" y="3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5" name="Freeform 281"/>
                    <p:cNvSpPr>
                      <a:spLocks/>
                    </p:cNvSpPr>
                    <p:nvPr/>
                  </p:nvSpPr>
                  <p:spPr bwMode="auto">
                    <a:xfrm>
                      <a:off x="941" y="326"/>
                      <a:ext cx="26" cy="64"/>
                    </a:xfrm>
                    <a:custGeom>
                      <a:avLst/>
                      <a:gdLst>
                        <a:gd name="T0" fmla="*/ 16 w 18"/>
                        <a:gd name="T1" fmla="*/ 0 h 44"/>
                        <a:gd name="T2" fmla="*/ 12 w 18"/>
                        <a:gd name="T3" fmla="*/ 10 h 44"/>
                        <a:gd name="T4" fmla="*/ 16 w 18"/>
                        <a:gd name="T5" fmla="*/ 14 h 44"/>
                        <a:gd name="T6" fmla="*/ 13 w 18"/>
                        <a:gd name="T7" fmla="*/ 21 h 44"/>
                        <a:gd name="T8" fmla="*/ 16 w 18"/>
                        <a:gd name="T9" fmla="*/ 44 h 44"/>
                        <a:gd name="T10" fmla="*/ 2 w 18"/>
                        <a:gd name="T11" fmla="*/ 44 h 44"/>
                        <a:gd name="T12" fmla="*/ 3 w 18"/>
                        <a:gd name="T13" fmla="*/ 25 h 44"/>
                        <a:gd name="T14" fmla="*/ 6 w 18"/>
                        <a:gd name="T15" fmla="*/ 23 h 44"/>
                        <a:gd name="T16" fmla="*/ 3 w 18"/>
                        <a:gd name="T17" fmla="*/ 24 h 44"/>
                        <a:gd name="T18" fmla="*/ 2 w 18"/>
                        <a:gd name="T19" fmla="*/ 13 h 44"/>
                        <a:gd name="T20" fmla="*/ 9 w 18"/>
                        <a:gd name="T21" fmla="*/ 4 h 44"/>
                        <a:gd name="T22" fmla="*/ 11 w 18"/>
                        <a:gd name="T23" fmla="*/ 3 h 44"/>
                        <a:gd name="T24" fmla="*/ 13 w 18"/>
                        <a:gd name="T25" fmla="*/ 3 h 44"/>
                        <a:gd name="T26" fmla="*/ 12 w 18"/>
                        <a:gd name="T27" fmla="*/ 0 h 44"/>
                        <a:gd name="T28" fmla="*/ 14 w 18"/>
                        <a:gd name="T29" fmla="*/ 0 h 44"/>
                        <a:gd name="T30" fmla="*/ 15 w 18"/>
                        <a:gd name="T31" fmla="*/ 1 h 44"/>
                        <a:gd name="T32" fmla="*/ 16 w 18"/>
                        <a:gd name="T33" fmla="*/ 0 h 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8" h="44">
                          <a:moveTo>
                            <a:pt x="16" y="0"/>
                          </a:moveTo>
                          <a:cubicBezTo>
                            <a:pt x="17" y="6"/>
                            <a:pt x="15" y="8"/>
                            <a:pt x="12" y="10"/>
                          </a:cubicBezTo>
                          <a:cubicBezTo>
                            <a:pt x="12" y="13"/>
                            <a:pt x="16" y="12"/>
                            <a:pt x="16" y="14"/>
                          </a:cubicBezTo>
                          <a:cubicBezTo>
                            <a:pt x="17" y="18"/>
                            <a:pt x="12" y="17"/>
                            <a:pt x="13" y="21"/>
                          </a:cubicBezTo>
                          <a:cubicBezTo>
                            <a:pt x="18" y="25"/>
                            <a:pt x="15" y="36"/>
                            <a:pt x="16" y="44"/>
                          </a:cubicBezTo>
                          <a:cubicBezTo>
                            <a:pt x="2" y="44"/>
                            <a:pt x="2" y="44"/>
                            <a:pt x="2" y="44"/>
                          </a:cubicBezTo>
                          <a:cubicBezTo>
                            <a:pt x="0" y="36"/>
                            <a:pt x="5" y="29"/>
                            <a:pt x="3" y="25"/>
                          </a:cubicBezTo>
                          <a:cubicBezTo>
                            <a:pt x="5" y="26"/>
                            <a:pt x="7" y="26"/>
                            <a:pt x="6" y="23"/>
                          </a:cubicBezTo>
                          <a:cubicBezTo>
                            <a:pt x="6" y="21"/>
                            <a:pt x="3" y="22"/>
                            <a:pt x="3" y="24"/>
                          </a:cubicBezTo>
                          <a:cubicBezTo>
                            <a:pt x="1" y="22"/>
                            <a:pt x="3" y="16"/>
                            <a:pt x="2" y="13"/>
                          </a:cubicBezTo>
                          <a:cubicBezTo>
                            <a:pt x="6" y="12"/>
                            <a:pt x="9" y="9"/>
                            <a:pt x="9" y="4"/>
                          </a:cubicBezTo>
                          <a:cubicBezTo>
                            <a:pt x="10" y="5"/>
                            <a:pt x="11" y="7"/>
                            <a:pt x="11" y="3"/>
                          </a:cubicBezTo>
                          <a:cubicBezTo>
                            <a:pt x="13" y="3"/>
                            <a:pt x="13" y="3"/>
                            <a:pt x="13" y="3"/>
                          </a:cubicBezTo>
                          <a:cubicBezTo>
                            <a:pt x="12" y="0"/>
                            <a:pt x="12" y="0"/>
                            <a:pt x="12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5" y="1"/>
                            <a:pt x="15" y="1"/>
                            <a:pt x="15" y="1"/>
                          </a:cubicBezTo>
                          <a:lnTo>
                            <a:pt x="16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6" name="Freeform 282"/>
                    <p:cNvSpPr>
                      <a:spLocks/>
                    </p:cNvSpPr>
                    <p:nvPr/>
                  </p:nvSpPr>
                  <p:spPr bwMode="auto">
                    <a:xfrm>
                      <a:off x="942" y="317"/>
                      <a:ext cx="12" cy="18"/>
                    </a:xfrm>
                    <a:custGeom>
                      <a:avLst/>
                      <a:gdLst>
                        <a:gd name="T0" fmla="*/ 7 w 8"/>
                        <a:gd name="T1" fmla="*/ 8 h 12"/>
                        <a:gd name="T2" fmla="*/ 8 w 8"/>
                        <a:gd name="T3" fmla="*/ 9 h 12"/>
                        <a:gd name="T4" fmla="*/ 2 w 8"/>
                        <a:gd name="T5" fmla="*/ 12 h 12"/>
                        <a:gd name="T6" fmla="*/ 2 w 8"/>
                        <a:gd name="T7" fmla="*/ 0 h 12"/>
                        <a:gd name="T8" fmla="*/ 5 w 8"/>
                        <a:gd name="T9" fmla="*/ 1 h 12"/>
                        <a:gd name="T10" fmla="*/ 5 w 8"/>
                        <a:gd name="T11" fmla="*/ 6 h 12"/>
                        <a:gd name="T12" fmla="*/ 7 w 8"/>
                        <a:gd name="T13" fmla="*/ 6 h 12"/>
                        <a:gd name="T14" fmla="*/ 7 w 8"/>
                        <a:gd name="T15" fmla="*/ 8 h 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8" h="12">
                          <a:moveTo>
                            <a:pt x="7" y="8"/>
                          </a:moveTo>
                          <a:cubicBezTo>
                            <a:pt x="8" y="9"/>
                            <a:pt x="8" y="9"/>
                            <a:pt x="8" y="9"/>
                          </a:cubicBezTo>
                          <a:cubicBezTo>
                            <a:pt x="7" y="11"/>
                            <a:pt x="2" y="9"/>
                            <a:pt x="2" y="12"/>
                          </a:cubicBezTo>
                          <a:cubicBezTo>
                            <a:pt x="0" y="10"/>
                            <a:pt x="1" y="2"/>
                            <a:pt x="2" y="0"/>
                          </a:cubicBezTo>
                          <a:cubicBezTo>
                            <a:pt x="3" y="1"/>
                            <a:pt x="4" y="1"/>
                            <a:pt x="5" y="1"/>
                          </a:cubicBezTo>
                          <a:cubicBezTo>
                            <a:pt x="5" y="6"/>
                            <a:pt x="5" y="6"/>
                            <a:pt x="5" y="6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lnTo>
                            <a:pt x="7" y="8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7" name="Freeform 283"/>
                    <p:cNvSpPr>
                      <a:spLocks/>
                    </p:cNvSpPr>
                    <p:nvPr/>
                  </p:nvSpPr>
                  <p:spPr bwMode="auto">
                    <a:xfrm>
                      <a:off x="961" y="324"/>
                      <a:ext cx="3" cy="2"/>
                    </a:xfrm>
                    <a:custGeom>
                      <a:avLst/>
                      <a:gdLst>
                        <a:gd name="T0" fmla="*/ 1 w 3"/>
                        <a:gd name="T1" fmla="*/ 0 h 2"/>
                        <a:gd name="T2" fmla="*/ 0 w 3"/>
                        <a:gd name="T3" fmla="*/ 2 h 2"/>
                        <a:gd name="T4" fmla="*/ 0 w 3"/>
                        <a:gd name="T5" fmla="*/ 0 h 2"/>
                        <a:gd name="T6" fmla="*/ 1 w 3"/>
                        <a:gd name="T7" fmla="*/ 0 h 2"/>
                        <a:gd name="T8" fmla="*/ 3 w 3"/>
                        <a:gd name="T9" fmla="*/ 0 h 2"/>
                        <a:gd name="T10" fmla="*/ 3 w 3"/>
                        <a:gd name="T11" fmla="*/ 2 h 2"/>
                        <a:gd name="T12" fmla="*/ 1 w 3"/>
                        <a:gd name="T1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" h="2">
                          <a:moveTo>
                            <a:pt x="1" y="0"/>
                          </a:moveTo>
                          <a:lnTo>
                            <a:pt x="0" y="2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3" y="0"/>
                          </a:lnTo>
                          <a:lnTo>
                            <a:pt x="3" y="2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8" name="Freeform 284"/>
                    <p:cNvSpPr>
                      <a:spLocks/>
                    </p:cNvSpPr>
                    <p:nvPr/>
                  </p:nvSpPr>
                  <p:spPr bwMode="auto">
                    <a:xfrm>
                      <a:off x="949" y="307"/>
                      <a:ext cx="15" cy="16"/>
                    </a:xfrm>
                    <a:custGeom>
                      <a:avLst/>
                      <a:gdLst>
                        <a:gd name="T0" fmla="*/ 9 w 10"/>
                        <a:gd name="T1" fmla="*/ 9 h 11"/>
                        <a:gd name="T2" fmla="*/ 9 w 10"/>
                        <a:gd name="T3" fmla="*/ 10 h 11"/>
                        <a:gd name="T4" fmla="*/ 0 w 10"/>
                        <a:gd name="T5" fmla="*/ 2 h 11"/>
                        <a:gd name="T6" fmla="*/ 2 w 10"/>
                        <a:gd name="T7" fmla="*/ 1 h 11"/>
                        <a:gd name="T8" fmla="*/ 10 w 10"/>
                        <a:gd name="T9" fmla="*/ 5 h 11"/>
                        <a:gd name="T10" fmla="*/ 10 w 10"/>
                        <a:gd name="T11" fmla="*/ 9 h 11"/>
                        <a:gd name="T12" fmla="*/ 9 w 10"/>
                        <a:gd name="T13" fmla="*/ 9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0" h="11">
                          <a:moveTo>
                            <a:pt x="9" y="9"/>
                          </a:moveTo>
                          <a:cubicBezTo>
                            <a:pt x="9" y="10"/>
                            <a:pt x="9" y="10"/>
                            <a:pt x="9" y="10"/>
                          </a:cubicBezTo>
                          <a:cubicBezTo>
                            <a:pt x="1" y="11"/>
                            <a:pt x="2" y="8"/>
                            <a:pt x="0" y="2"/>
                          </a:cubicBezTo>
                          <a:cubicBezTo>
                            <a:pt x="1" y="2"/>
                            <a:pt x="2" y="2"/>
                            <a:pt x="2" y="1"/>
                          </a:cubicBezTo>
                          <a:cubicBezTo>
                            <a:pt x="7" y="0"/>
                            <a:pt x="6" y="5"/>
                            <a:pt x="10" y="5"/>
                          </a:cubicBezTo>
                          <a:cubicBezTo>
                            <a:pt x="10" y="9"/>
                            <a:pt x="10" y="9"/>
                            <a:pt x="10" y="9"/>
                          </a:cubicBezTo>
                          <a:lnTo>
                            <a:pt x="9" y="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9" name="Freeform 285"/>
                    <p:cNvSpPr>
                      <a:spLocks/>
                    </p:cNvSpPr>
                    <p:nvPr/>
                  </p:nvSpPr>
                  <p:spPr bwMode="auto">
                    <a:xfrm>
                      <a:off x="749" y="317"/>
                      <a:ext cx="4" cy="7"/>
                    </a:xfrm>
                    <a:custGeom>
                      <a:avLst/>
                      <a:gdLst>
                        <a:gd name="T0" fmla="*/ 0 w 3"/>
                        <a:gd name="T1" fmla="*/ 1 h 5"/>
                        <a:gd name="T2" fmla="*/ 2 w 3"/>
                        <a:gd name="T3" fmla="*/ 5 h 5"/>
                        <a:gd name="T4" fmla="*/ 0 w 3"/>
                        <a:gd name="T5" fmla="*/ 1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1"/>
                          </a:moveTo>
                          <a:cubicBezTo>
                            <a:pt x="3" y="0"/>
                            <a:pt x="1" y="3"/>
                            <a:pt x="2" y="5"/>
                          </a:cubicBezTo>
                          <a:cubicBezTo>
                            <a:pt x="0" y="5"/>
                            <a:pt x="0" y="3"/>
                            <a:pt x="0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0" name="Freeform 286"/>
                    <p:cNvSpPr>
                      <a:spLocks/>
                    </p:cNvSpPr>
                    <p:nvPr/>
                  </p:nvSpPr>
                  <p:spPr bwMode="auto">
                    <a:xfrm>
                      <a:off x="622" y="345"/>
                      <a:ext cx="25" cy="45"/>
                    </a:xfrm>
                    <a:custGeom>
                      <a:avLst/>
                      <a:gdLst>
                        <a:gd name="T0" fmla="*/ 2 w 17"/>
                        <a:gd name="T1" fmla="*/ 20 h 31"/>
                        <a:gd name="T2" fmla="*/ 15 w 17"/>
                        <a:gd name="T3" fmla="*/ 0 h 31"/>
                        <a:gd name="T4" fmla="*/ 16 w 17"/>
                        <a:gd name="T5" fmla="*/ 31 h 31"/>
                        <a:gd name="T6" fmla="*/ 9 w 17"/>
                        <a:gd name="T7" fmla="*/ 31 h 31"/>
                        <a:gd name="T8" fmla="*/ 4 w 17"/>
                        <a:gd name="T9" fmla="*/ 21 h 31"/>
                        <a:gd name="T10" fmla="*/ 3 w 17"/>
                        <a:gd name="T11" fmla="*/ 20 h 31"/>
                        <a:gd name="T12" fmla="*/ 2 w 17"/>
                        <a:gd name="T13" fmla="*/ 2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7" h="31">
                          <a:moveTo>
                            <a:pt x="2" y="20"/>
                          </a:moveTo>
                          <a:cubicBezTo>
                            <a:pt x="0" y="8"/>
                            <a:pt x="11" y="7"/>
                            <a:pt x="15" y="0"/>
                          </a:cubicBezTo>
                          <a:cubicBezTo>
                            <a:pt x="17" y="8"/>
                            <a:pt x="15" y="21"/>
                            <a:pt x="16" y="31"/>
                          </a:cubicBezTo>
                          <a:cubicBezTo>
                            <a:pt x="9" y="31"/>
                            <a:pt x="9" y="31"/>
                            <a:pt x="9" y="31"/>
                          </a:cubicBezTo>
                          <a:cubicBezTo>
                            <a:pt x="11" y="27"/>
                            <a:pt x="9" y="15"/>
                            <a:pt x="4" y="21"/>
                          </a:cubicBezTo>
                          <a:cubicBezTo>
                            <a:pt x="3" y="20"/>
                            <a:pt x="3" y="20"/>
                            <a:pt x="3" y="20"/>
                          </a:cubicBezTo>
                          <a:lnTo>
                            <a:pt x="2" y="2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1" name="Freeform 287"/>
                    <p:cNvSpPr>
                      <a:spLocks/>
                    </p:cNvSpPr>
                    <p:nvPr/>
                  </p:nvSpPr>
                  <p:spPr bwMode="auto">
                    <a:xfrm>
                      <a:off x="1262" y="345"/>
                      <a:ext cx="20" cy="45"/>
                    </a:xfrm>
                    <a:custGeom>
                      <a:avLst/>
                      <a:gdLst>
                        <a:gd name="T0" fmla="*/ 0 w 14"/>
                        <a:gd name="T1" fmla="*/ 0 h 31"/>
                        <a:gd name="T2" fmla="*/ 14 w 14"/>
                        <a:gd name="T3" fmla="*/ 13 h 31"/>
                        <a:gd name="T4" fmla="*/ 14 w 14"/>
                        <a:gd name="T5" fmla="*/ 30 h 31"/>
                        <a:gd name="T6" fmla="*/ 0 w 14"/>
                        <a:gd name="T7" fmla="*/ 31 h 31"/>
                        <a:gd name="T8" fmla="*/ 0 w 14"/>
                        <a:gd name="T9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" h="31">
                          <a:moveTo>
                            <a:pt x="0" y="0"/>
                          </a:moveTo>
                          <a:cubicBezTo>
                            <a:pt x="5" y="4"/>
                            <a:pt x="10" y="8"/>
                            <a:pt x="14" y="13"/>
                          </a:cubicBezTo>
                          <a:cubicBezTo>
                            <a:pt x="14" y="30"/>
                            <a:pt x="14" y="30"/>
                            <a:pt x="14" y="30"/>
                          </a:cubicBezTo>
                          <a:cubicBezTo>
                            <a:pt x="10" y="31"/>
                            <a:pt x="6" y="31"/>
                            <a:pt x="0" y="31"/>
                          </a:cubicBezTo>
                          <a:cubicBezTo>
                            <a:pt x="0" y="19"/>
                            <a:pt x="1" y="1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2" name="Freeform 288"/>
                    <p:cNvSpPr>
                      <a:spLocks/>
                    </p:cNvSpPr>
                    <p:nvPr/>
                  </p:nvSpPr>
                  <p:spPr bwMode="auto">
                    <a:xfrm>
                      <a:off x="838" y="362"/>
                      <a:ext cx="19" cy="24"/>
                    </a:xfrm>
                    <a:custGeom>
                      <a:avLst/>
                      <a:gdLst>
                        <a:gd name="T0" fmla="*/ 3 w 13"/>
                        <a:gd name="T1" fmla="*/ 15 h 16"/>
                        <a:gd name="T2" fmla="*/ 0 w 13"/>
                        <a:gd name="T3" fmla="*/ 3 h 16"/>
                        <a:gd name="T4" fmla="*/ 4 w 13"/>
                        <a:gd name="T5" fmla="*/ 0 h 16"/>
                        <a:gd name="T6" fmla="*/ 9 w 13"/>
                        <a:gd name="T7" fmla="*/ 11 h 16"/>
                        <a:gd name="T8" fmla="*/ 13 w 13"/>
                        <a:gd name="T9" fmla="*/ 15 h 16"/>
                        <a:gd name="T10" fmla="*/ 3 w 13"/>
                        <a:gd name="T11" fmla="*/ 16 h 16"/>
                        <a:gd name="T12" fmla="*/ 3 w 13"/>
                        <a:gd name="T13" fmla="*/ 15 h 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3" h="16">
                          <a:moveTo>
                            <a:pt x="3" y="15"/>
                          </a:moveTo>
                          <a:cubicBezTo>
                            <a:pt x="1" y="12"/>
                            <a:pt x="0" y="8"/>
                            <a:pt x="0" y="3"/>
                          </a:cubicBezTo>
                          <a:cubicBezTo>
                            <a:pt x="2" y="5"/>
                            <a:pt x="6" y="4"/>
                            <a:pt x="4" y="0"/>
                          </a:cubicBezTo>
                          <a:cubicBezTo>
                            <a:pt x="6" y="1"/>
                            <a:pt x="7" y="8"/>
                            <a:pt x="9" y="11"/>
                          </a:cubicBezTo>
                          <a:cubicBezTo>
                            <a:pt x="10" y="13"/>
                            <a:pt x="13" y="12"/>
                            <a:pt x="13" y="15"/>
                          </a:cubicBezTo>
                          <a:cubicBezTo>
                            <a:pt x="10" y="15"/>
                            <a:pt x="5" y="14"/>
                            <a:pt x="3" y="16"/>
                          </a:cubicBezTo>
                          <a:cubicBezTo>
                            <a:pt x="3" y="15"/>
                            <a:pt x="3" y="15"/>
                            <a:pt x="3" y="15"/>
                          </a:cubicBez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3" name="Freeform 289"/>
                    <p:cNvSpPr>
                      <a:spLocks/>
                    </p:cNvSpPr>
                    <p:nvPr/>
                  </p:nvSpPr>
                  <p:spPr bwMode="auto">
                    <a:xfrm>
                      <a:off x="1103" y="380"/>
                      <a:ext cx="20" cy="15"/>
                    </a:xfrm>
                    <a:custGeom>
                      <a:avLst/>
                      <a:gdLst>
                        <a:gd name="T0" fmla="*/ 0 w 14"/>
                        <a:gd name="T1" fmla="*/ 0 h 10"/>
                        <a:gd name="T2" fmla="*/ 14 w 14"/>
                        <a:gd name="T3" fmla="*/ 5 h 10"/>
                        <a:gd name="T4" fmla="*/ 0 w 14"/>
                        <a:gd name="T5" fmla="*/ 7 h 10"/>
                        <a:gd name="T6" fmla="*/ 0 w 14"/>
                        <a:gd name="T7" fmla="*/ 0 h 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14" h="10">
                          <a:moveTo>
                            <a:pt x="0" y="0"/>
                          </a:moveTo>
                          <a:cubicBezTo>
                            <a:pt x="3" y="3"/>
                            <a:pt x="9" y="4"/>
                            <a:pt x="14" y="5"/>
                          </a:cubicBezTo>
                          <a:cubicBezTo>
                            <a:pt x="14" y="10"/>
                            <a:pt x="4" y="6"/>
                            <a:pt x="0" y="7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4" name="Freeform 290"/>
                    <p:cNvSpPr>
                      <a:spLocks/>
                    </p:cNvSpPr>
                    <p:nvPr/>
                  </p:nvSpPr>
                  <p:spPr bwMode="auto">
                    <a:xfrm>
                      <a:off x="848" y="411"/>
                      <a:ext cx="12" cy="5"/>
                    </a:xfrm>
                    <a:custGeom>
                      <a:avLst/>
                      <a:gdLst>
                        <a:gd name="T0" fmla="*/ 1 w 8"/>
                        <a:gd name="T1" fmla="*/ 0 h 4"/>
                        <a:gd name="T2" fmla="*/ 8 w 8"/>
                        <a:gd name="T3" fmla="*/ 1 h 4"/>
                        <a:gd name="T4" fmla="*/ 1 w 8"/>
                        <a:gd name="T5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8" h="4">
                          <a:moveTo>
                            <a:pt x="1" y="0"/>
                          </a:moveTo>
                          <a:cubicBezTo>
                            <a:pt x="3" y="0"/>
                            <a:pt x="6" y="0"/>
                            <a:pt x="8" y="1"/>
                          </a:cubicBezTo>
                          <a:cubicBezTo>
                            <a:pt x="7" y="4"/>
                            <a:pt x="0" y="3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5" name="Freeform 291"/>
                    <p:cNvSpPr>
                      <a:spLocks/>
                    </p:cNvSpPr>
                    <p:nvPr/>
                  </p:nvSpPr>
                  <p:spPr bwMode="auto">
                    <a:xfrm>
                      <a:off x="1239" y="411"/>
                      <a:ext cx="30" cy="23"/>
                    </a:xfrm>
                    <a:custGeom>
                      <a:avLst/>
                      <a:gdLst>
                        <a:gd name="T0" fmla="*/ 15 w 21"/>
                        <a:gd name="T1" fmla="*/ 3 h 16"/>
                        <a:gd name="T2" fmla="*/ 20 w 21"/>
                        <a:gd name="T3" fmla="*/ 13 h 16"/>
                        <a:gd name="T4" fmla="*/ 12 w 21"/>
                        <a:gd name="T5" fmla="*/ 10 h 16"/>
                        <a:gd name="T6" fmla="*/ 9 w 21"/>
                        <a:gd name="T7" fmla="*/ 14 h 16"/>
                        <a:gd name="T8" fmla="*/ 0 w 21"/>
                        <a:gd name="T9" fmla="*/ 14 h 16"/>
                        <a:gd name="T10" fmla="*/ 3 w 21"/>
                        <a:gd name="T11" fmla="*/ 3 h 16"/>
                        <a:gd name="T12" fmla="*/ 5 w 21"/>
                        <a:gd name="T13" fmla="*/ 2 h 16"/>
                        <a:gd name="T14" fmla="*/ 4 w 21"/>
                        <a:gd name="T15" fmla="*/ 0 h 16"/>
                        <a:gd name="T16" fmla="*/ 14 w 21"/>
                        <a:gd name="T17" fmla="*/ 0 h 16"/>
                        <a:gd name="T18" fmla="*/ 13 w 21"/>
                        <a:gd name="T19" fmla="*/ 2 h 16"/>
                        <a:gd name="T20" fmla="*/ 15 w 21"/>
                        <a:gd name="T21" fmla="*/ 3 h 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21" h="16">
                          <a:moveTo>
                            <a:pt x="15" y="3"/>
                          </a:moveTo>
                          <a:cubicBezTo>
                            <a:pt x="14" y="9"/>
                            <a:pt x="21" y="7"/>
                            <a:pt x="20" y="13"/>
                          </a:cubicBezTo>
                          <a:cubicBezTo>
                            <a:pt x="16" y="16"/>
                            <a:pt x="15" y="11"/>
                            <a:pt x="12" y="10"/>
                          </a:cubicBezTo>
                          <a:cubicBezTo>
                            <a:pt x="9" y="10"/>
                            <a:pt x="11" y="14"/>
                            <a:pt x="9" y="14"/>
                          </a:cubicBezTo>
                          <a:cubicBezTo>
                            <a:pt x="0" y="14"/>
                            <a:pt x="0" y="14"/>
                            <a:pt x="0" y="14"/>
                          </a:cubicBezTo>
                          <a:cubicBezTo>
                            <a:pt x="1" y="10"/>
                            <a:pt x="7" y="8"/>
                            <a:pt x="3" y="3"/>
                          </a:cubicBezTo>
                          <a:cubicBezTo>
                            <a:pt x="5" y="2"/>
                            <a:pt x="5" y="2"/>
                            <a:pt x="5" y="2"/>
                          </a:cubicBez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3" y="2"/>
                            <a:pt x="13" y="2"/>
                            <a:pt x="13" y="2"/>
                          </a:cubicBezTo>
                          <a:lnTo>
                            <a:pt x="15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6" name="Freeform 292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266" y="411"/>
                      <a:ext cx="60" cy="20"/>
                    </a:xfrm>
                    <a:custGeom>
                      <a:avLst/>
                      <a:gdLst>
                        <a:gd name="T0" fmla="*/ 1 w 41"/>
                        <a:gd name="T1" fmla="*/ 2 h 14"/>
                        <a:gd name="T2" fmla="*/ 1 w 41"/>
                        <a:gd name="T3" fmla="*/ 0 h 14"/>
                        <a:gd name="T4" fmla="*/ 39 w 41"/>
                        <a:gd name="T5" fmla="*/ 0 h 14"/>
                        <a:gd name="T6" fmla="*/ 40 w 41"/>
                        <a:gd name="T7" fmla="*/ 14 h 14"/>
                        <a:gd name="T8" fmla="*/ 2 w 41"/>
                        <a:gd name="T9" fmla="*/ 14 h 14"/>
                        <a:gd name="T10" fmla="*/ 0 w 41"/>
                        <a:gd name="T11" fmla="*/ 3 h 14"/>
                        <a:gd name="T12" fmla="*/ 1 w 41"/>
                        <a:gd name="T13" fmla="*/ 2 h 14"/>
                        <a:gd name="T14" fmla="*/ 12 w 41"/>
                        <a:gd name="T15" fmla="*/ 9 h 14"/>
                        <a:gd name="T16" fmla="*/ 10 w 41"/>
                        <a:gd name="T17" fmla="*/ 4 h 14"/>
                        <a:gd name="T18" fmla="*/ 12 w 41"/>
                        <a:gd name="T19" fmla="*/ 9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1" y="2"/>
                          </a:moveTo>
                          <a:cubicBezTo>
                            <a:pt x="1" y="0"/>
                            <a:pt x="1" y="0"/>
                            <a:pt x="1" y="0"/>
                          </a:cubicBezTo>
                          <a:cubicBezTo>
                            <a:pt x="39" y="0"/>
                            <a:pt x="39" y="0"/>
                            <a:pt x="39" y="0"/>
                          </a:cubicBezTo>
                          <a:cubicBezTo>
                            <a:pt x="41" y="3"/>
                            <a:pt x="40" y="9"/>
                            <a:pt x="40" y="14"/>
                          </a:cubicBezTo>
                          <a:cubicBezTo>
                            <a:pt x="27" y="13"/>
                            <a:pt x="16" y="14"/>
                            <a:pt x="2" y="14"/>
                          </a:cubicBezTo>
                          <a:cubicBezTo>
                            <a:pt x="6" y="11"/>
                            <a:pt x="2" y="4"/>
                            <a:pt x="0" y="3"/>
                          </a:cubicBezTo>
                          <a:lnTo>
                            <a:pt x="1" y="2"/>
                          </a:lnTo>
                          <a:close/>
                          <a:moveTo>
                            <a:pt x="12" y="9"/>
                          </a:moveTo>
                          <a:cubicBezTo>
                            <a:pt x="12" y="7"/>
                            <a:pt x="13" y="3"/>
                            <a:pt x="10" y="4"/>
                          </a:cubicBezTo>
                          <a:cubicBezTo>
                            <a:pt x="10" y="6"/>
                            <a:pt x="10" y="9"/>
                            <a:pt x="12" y="9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7" name="Freeform 293"/>
                    <p:cNvSpPr>
                      <a:spLocks/>
                    </p:cNvSpPr>
                    <p:nvPr/>
                  </p:nvSpPr>
                  <p:spPr bwMode="auto">
                    <a:xfrm>
                      <a:off x="1133" y="428"/>
                      <a:ext cx="6" cy="5"/>
                    </a:xfrm>
                    <a:custGeom>
                      <a:avLst/>
                      <a:gdLst>
                        <a:gd name="T0" fmla="*/ 0 w 4"/>
                        <a:gd name="T1" fmla="*/ 2 h 3"/>
                        <a:gd name="T2" fmla="*/ 4 w 4"/>
                        <a:gd name="T3" fmla="*/ 1 h 3"/>
                        <a:gd name="T4" fmla="*/ 0 w 4"/>
                        <a:gd name="T5" fmla="*/ 2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" h="3">
                          <a:moveTo>
                            <a:pt x="0" y="2"/>
                          </a:moveTo>
                          <a:cubicBezTo>
                            <a:pt x="0" y="0"/>
                            <a:pt x="3" y="1"/>
                            <a:pt x="4" y="1"/>
                          </a:cubicBezTo>
                          <a:cubicBezTo>
                            <a:pt x="4" y="3"/>
                            <a:pt x="1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8" name="Freeform 294"/>
                    <p:cNvSpPr>
                      <a:spLocks/>
                    </p:cNvSpPr>
                    <p:nvPr/>
                  </p:nvSpPr>
                  <p:spPr bwMode="auto">
                    <a:xfrm>
                      <a:off x="1198" y="882"/>
                      <a:ext cx="4" cy="7"/>
                    </a:xfrm>
                    <a:custGeom>
                      <a:avLst/>
                      <a:gdLst>
                        <a:gd name="T0" fmla="*/ 1 w 3"/>
                        <a:gd name="T1" fmla="*/ 5 h 5"/>
                        <a:gd name="T2" fmla="*/ 2 w 3"/>
                        <a:gd name="T3" fmla="*/ 1 h 5"/>
                        <a:gd name="T4" fmla="*/ 1 w 3"/>
                        <a:gd name="T5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1" y="5"/>
                          </a:moveTo>
                          <a:cubicBezTo>
                            <a:pt x="0" y="5"/>
                            <a:pt x="0" y="0"/>
                            <a:pt x="2" y="1"/>
                          </a:cubicBezTo>
                          <a:cubicBezTo>
                            <a:pt x="3" y="3"/>
                            <a:pt x="2" y="3"/>
                            <a:pt x="1" y="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9" name="Freeform 295"/>
                    <p:cNvSpPr>
                      <a:spLocks/>
                    </p:cNvSpPr>
                    <p:nvPr/>
                  </p:nvSpPr>
                  <p:spPr bwMode="auto">
                    <a:xfrm>
                      <a:off x="1122" y="899"/>
                      <a:ext cx="6" cy="3"/>
                    </a:xfrm>
                    <a:custGeom>
                      <a:avLst/>
                      <a:gdLst>
                        <a:gd name="T0" fmla="*/ 4 w 4"/>
                        <a:gd name="T1" fmla="*/ 0 h 2"/>
                        <a:gd name="T2" fmla="*/ 0 w 4"/>
                        <a:gd name="T3" fmla="*/ 2 h 2"/>
                        <a:gd name="T4" fmla="*/ 4 w 4"/>
                        <a:gd name="T5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" h="2">
                          <a:moveTo>
                            <a:pt x="4" y="0"/>
                          </a:moveTo>
                          <a:cubicBezTo>
                            <a:pt x="3" y="2"/>
                            <a:pt x="2" y="2"/>
                            <a:pt x="0" y="2"/>
                          </a:cubicBezTo>
                          <a:cubicBezTo>
                            <a:pt x="1" y="1"/>
                            <a:pt x="2" y="0"/>
                            <a:pt x="4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0" name="Freeform 296"/>
                    <p:cNvSpPr>
                      <a:spLocks/>
                    </p:cNvSpPr>
                    <p:nvPr/>
                  </p:nvSpPr>
                  <p:spPr bwMode="auto">
                    <a:xfrm>
                      <a:off x="628" y="924"/>
                      <a:ext cx="20" cy="45"/>
                    </a:xfrm>
                    <a:custGeom>
                      <a:avLst/>
                      <a:gdLst>
                        <a:gd name="T0" fmla="*/ 10 w 14"/>
                        <a:gd name="T1" fmla="*/ 1 h 31"/>
                        <a:gd name="T2" fmla="*/ 9 w 14"/>
                        <a:gd name="T3" fmla="*/ 2 h 31"/>
                        <a:gd name="T4" fmla="*/ 14 w 14"/>
                        <a:gd name="T5" fmla="*/ 6 h 31"/>
                        <a:gd name="T6" fmla="*/ 14 w 14"/>
                        <a:gd name="T7" fmla="*/ 31 h 31"/>
                        <a:gd name="T8" fmla="*/ 0 w 14"/>
                        <a:gd name="T9" fmla="*/ 18 h 31"/>
                        <a:gd name="T10" fmla="*/ 0 w 14"/>
                        <a:gd name="T11" fmla="*/ 0 h 31"/>
                        <a:gd name="T12" fmla="*/ 9 w 14"/>
                        <a:gd name="T13" fmla="*/ 0 h 31"/>
                        <a:gd name="T14" fmla="*/ 9 w 14"/>
                        <a:gd name="T15" fmla="*/ 1 h 31"/>
                        <a:gd name="T16" fmla="*/ 10 w 14"/>
                        <a:gd name="T17" fmla="*/ 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4" h="31">
                          <a:moveTo>
                            <a:pt x="10" y="1"/>
                          </a:moveTo>
                          <a:cubicBezTo>
                            <a:pt x="10" y="2"/>
                            <a:pt x="10" y="2"/>
                            <a:pt x="9" y="2"/>
                          </a:cubicBezTo>
                          <a:cubicBezTo>
                            <a:pt x="12" y="4"/>
                            <a:pt x="10" y="6"/>
                            <a:pt x="14" y="6"/>
                          </a:cubicBezTo>
                          <a:cubicBezTo>
                            <a:pt x="14" y="31"/>
                            <a:pt x="14" y="31"/>
                            <a:pt x="14" y="31"/>
                          </a:cubicBezTo>
                          <a:cubicBezTo>
                            <a:pt x="8" y="27"/>
                            <a:pt x="5" y="22"/>
                            <a:pt x="0" y="18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9" y="0"/>
                            <a:pt x="9" y="0"/>
                            <a:pt x="9" y="0"/>
                          </a:cubicBezTo>
                          <a:cubicBezTo>
                            <a:pt x="9" y="1"/>
                            <a:pt x="9" y="1"/>
                            <a:pt x="9" y="1"/>
                          </a:cubicBezTo>
                          <a:lnTo>
                            <a:pt x="10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1" name="Freeform 297"/>
                    <p:cNvSpPr>
                      <a:spLocks/>
                    </p:cNvSpPr>
                    <p:nvPr/>
                  </p:nvSpPr>
                  <p:spPr bwMode="auto">
                    <a:xfrm>
                      <a:off x="682" y="923"/>
                      <a:ext cx="19" cy="90"/>
                    </a:xfrm>
                    <a:custGeom>
                      <a:avLst/>
                      <a:gdLst>
                        <a:gd name="T0" fmla="*/ 13 w 13"/>
                        <a:gd name="T1" fmla="*/ 53 h 62"/>
                        <a:gd name="T2" fmla="*/ 13 w 13"/>
                        <a:gd name="T3" fmla="*/ 62 h 62"/>
                        <a:gd name="T4" fmla="*/ 2 w 13"/>
                        <a:gd name="T5" fmla="*/ 55 h 62"/>
                        <a:gd name="T6" fmla="*/ 0 w 13"/>
                        <a:gd name="T7" fmla="*/ 50 h 62"/>
                        <a:gd name="T8" fmla="*/ 0 w 13"/>
                        <a:gd name="T9" fmla="*/ 1 h 62"/>
                        <a:gd name="T10" fmla="*/ 13 w 13"/>
                        <a:gd name="T11" fmla="*/ 1 h 62"/>
                        <a:gd name="T12" fmla="*/ 13 w 13"/>
                        <a:gd name="T13" fmla="*/ 13 h 62"/>
                        <a:gd name="T14" fmla="*/ 8 w 13"/>
                        <a:gd name="T15" fmla="*/ 17 h 62"/>
                        <a:gd name="T16" fmla="*/ 8 w 13"/>
                        <a:gd name="T17" fmla="*/ 18 h 62"/>
                        <a:gd name="T18" fmla="*/ 9 w 13"/>
                        <a:gd name="T19" fmla="*/ 19 h 62"/>
                        <a:gd name="T20" fmla="*/ 5 w 13"/>
                        <a:gd name="T21" fmla="*/ 29 h 62"/>
                        <a:gd name="T22" fmla="*/ 13 w 13"/>
                        <a:gd name="T23" fmla="*/ 36 h 62"/>
                        <a:gd name="T24" fmla="*/ 11 w 13"/>
                        <a:gd name="T25" fmla="*/ 35 h 62"/>
                        <a:gd name="T26" fmla="*/ 11 w 13"/>
                        <a:gd name="T27" fmla="*/ 37 h 62"/>
                        <a:gd name="T28" fmla="*/ 9 w 13"/>
                        <a:gd name="T29" fmla="*/ 36 h 62"/>
                        <a:gd name="T30" fmla="*/ 8 w 13"/>
                        <a:gd name="T31" fmla="*/ 38 h 62"/>
                        <a:gd name="T32" fmla="*/ 7 w 13"/>
                        <a:gd name="T33" fmla="*/ 38 h 62"/>
                        <a:gd name="T34" fmla="*/ 6 w 13"/>
                        <a:gd name="T35" fmla="*/ 38 h 62"/>
                        <a:gd name="T36" fmla="*/ 6 w 13"/>
                        <a:gd name="T37" fmla="*/ 40 h 62"/>
                        <a:gd name="T38" fmla="*/ 8 w 13"/>
                        <a:gd name="T39" fmla="*/ 40 h 62"/>
                        <a:gd name="T40" fmla="*/ 9 w 13"/>
                        <a:gd name="T41" fmla="*/ 41 h 62"/>
                        <a:gd name="T42" fmla="*/ 11 w 13"/>
                        <a:gd name="T43" fmla="*/ 41 h 62"/>
                        <a:gd name="T44" fmla="*/ 13 w 13"/>
                        <a:gd name="T45" fmla="*/ 45 h 62"/>
                        <a:gd name="T46" fmla="*/ 13 w 13"/>
                        <a:gd name="T47" fmla="*/ 48 h 62"/>
                        <a:gd name="T48" fmla="*/ 12 w 13"/>
                        <a:gd name="T49" fmla="*/ 47 h 62"/>
                        <a:gd name="T50" fmla="*/ 12 w 13"/>
                        <a:gd name="T51" fmla="*/ 49 h 62"/>
                        <a:gd name="T52" fmla="*/ 7 w 13"/>
                        <a:gd name="T53" fmla="*/ 49 h 62"/>
                        <a:gd name="T54" fmla="*/ 7 w 13"/>
                        <a:gd name="T55" fmla="*/ 53 h 62"/>
                        <a:gd name="T56" fmla="*/ 12 w 13"/>
                        <a:gd name="T57" fmla="*/ 52 h 62"/>
                        <a:gd name="T58" fmla="*/ 12 w 13"/>
                        <a:gd name="T59" fmla="*/ 53 h 62"/>
                        <a:gd name="T60" fmla="*/ 13 w 13"/>
                        <a:gd name="T61" fmla="*/ 53 h 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3" h="62">
                          <a:moveTo>
                            <a:pt x="13" y="53"/>
                          </a:moveTo>
                          <a:cubicBezTo>
                            <a:pt x="13" y="62"/>
                            <a:pt x="13" y="62"/>
                            <a:pt x="13" y="62"/>
                          </a:cubicBezTo>
                          <a:cubicBezTo>
                            <a:pt x="9" y="60"/>
                            <a:pt x="6" y="57"/>
                            <a:pt x="2" y="55"/>
                          </a:cubicBezTo>
                          <a:cubicBezTo>
                            <a:pt x="2" y="52"/>
                            <a:pt x="3" y="49"/>
                            <a:pt x="0" y="50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5" y="3"/>
                            <a:pt x="6" y="0"/>
                            <a:pt x="13" y="1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1" y="11"/>
                            <a:pt x="6" y="14"/>
                            <a:pt x="8" y="17"/>
                          </a:cubicBezTo>
                          <a:cubicBezTo>
                            <a:pt x="8" y="18"/>
                            <a:pt x="8" y="18"/>
                            <a:pt x="8" y="18"/>
                          </a:cubicBezTo>
                          <a:cubicBezTo>
                            <a:pt x="9" y="19"/>
                            <a:pt x="9" y="19"/>
                            <a:pt x="9" y="19"/>
                          </a:cubicBezTo>
                          <a:cubicBezTo>
                            <a:pt x="8" y="23"/>
                            <a:pt x="5" y="25"/>
                            <a:pt x="5" y="29"/>
                          </a:cubicBezTo>
                          <a:cubicBezTo>
                            <a:pt x="8" y="28"/>
                            <a:pt x="13" y="31"/>
                            <a:pt x="13" y="36"/>
                          </a:cubicBezTo>
                          <a:cubicBezTo>
                            <a:pt x="12" y="36"/>
                            <a:pt x="12" y="35"/>
                            <a:pt x="11" y="35"/>
                          </a:cubicBezTo>
                          <a:cubicBezTo>
                            <a:pt x="11" y="37"/>
                            <a:pt x="11" y="37"/>
                            <a:pt x="11" y="37"/>
                          </a:cubicBezTo>
                          <a:cubicBezTo>
                            <a:pt x="9" y="36"/>
                            <a:pt x="9" y="36"/>
                            <a:pt x="9" y="36"/>
                          </a:cubicBezTo>
                          <a:cubicBezTo>
                            <a:pt x="8" y="38"/>
                            <a:pt x="8" y="38"/>
                            <a:pt x="8" y="38"/>
                          </a:cubicBezTo>
                          <a:cubicBezTo>
                            <a:pt x="7" y="38"/>
                            <a:pt x="7" y="38"/>
                            <a:pt x="7" y="38"/>
                          </a:cubicBezTo>
                          <a:cubicBezTo>
                            <a:pt x="7" y="38"/>
                            <a:pt x="7" y="38"/>
                            <a:pt x="6" y="38"/>
                          </a:cubicBezTo>
                          <a:cubicBezTo>
                            <a:pt x="6" y="40"/>
                            <a:pt x="6" y="40"/>
                            <a:pt x="6" y="40"/>
                          </a:cubicBezTo>
                          <a:cubicBezTo>
                            <a:pt x="8" y="40"/>
                            <a:pt x="8" y="40"/>
                            <a:pt x="8" y="40"/>
                          </a:cubicBezTo>
                          <a:cubicBezTo>
                            <a:pt x="9" y="41"/>
                            <a:pt x="9" y="41"/>
                            <a:pt x="9" y="41"/>
                          </a:cubicBezTo>
                          <a:cubicBezTo>
                            <a:pt x="11" y="41"/>
                            <a:pt x="11" y="41"/>
                            <a:pt x="11" y="41"/>
                          </a:cubicBezTo>
                          <a:cubicBezTo>
                            <a:pt x="11" y="43"/>
                            <a:pt x="10" y="46"/>
                            <a:pt x="13" y="45"/>
                          </a:cubicBezTo>
                          <a:cubicBezTo>
                            <a:pt x="13" y="48"/>
                            <a:pt x="13" y="48"/>
                            <a:pt x="13" y="48"/>
                          </a:cubicBezTo>
                          <a:cubicBezTo>
                            <a:pt x="12" y="47"/>
                            <a:pt x="12" y="47"/>
                            <a:pt x="12" y="47"/>
                          </a:cubicBezTo>
                          <a:cubicBezTo>
                            <a:pt x="12" y="49"/>
                            <a:pt x="12" y="49"/>
                            <a:pt x="12" y="49"/>
                          </a:cubicBezTo>
                          <a:cubicBezTo>
                            <a:pt x="7" y="49"/>
                            <a:pt x="7" y="49"/>
                            <a:pt x="7" y="49"/>
                          </a:cubicBezTo>
                          <a:cubicBezTo>
                            <a:pt x="7" y="53"/>
                            <a:pt x="7" y="53"/>
                            <a:pt x="7" y="53"/>
                          </a:cubicBezTo>
                          <a:cubicBezTo>
                            <a:pt x="10" y="54"/>
                            <a:pt x="10" y="52"/>
                            <a:pt x="12" y="52"/>
                          </a:cubicBezTo>
                          <a:cubicBezTo>
                            <a:pt x="12" y="53"/>
                            <a:pt x="12" y="53"/>
                            <a:pt x="12" y="53"/>
                          </a:cubicBezTo>
                          <a:lnTo>
                            <a:pt x="13" y="5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2" name="Freeform 298"/>
                    <p:cNvSpPr>
                      <a:spLocks/>
                    </p:cNvSpPr>
                    <p:nvPr/>
                  </p:nvSpPr>
                  <p:spPr bwMode="auto">
                    <a:xfrm>
                      <a:off x="838" y="923"/>
                      <a:ext cx="25" cy="42"/>
                    </a:xfrm>
                    <a:custGeom>
                      <a:avLst/>
                      <a:gdLst>
                        <a:gd name="T0" fmla="*/ 12 w 17"/>
                        <a:gd name="T1" fmla="*/ 2 h 29"/>
                        <a:gd name="T2" fmla="*/ 9 w 17"/>
                        <a:gd name="T3" fmla="*/ 7 h 29"/>
                        <a:gd name="T4" fmla="*/ 15 w 17"/>
                        <a:gd name="T5" fmla="*/ 10 h 29"/>
                        <a:gd name="T6" fmla="*/ 12 w 17"/>
                        <a:gd name="T7" fmla="*/ 13 h 29"/>
                        <a:gd name="T8" fmla="*/ 15 w 17"/>
                        <a:gd name="T9" fmla="*/ 16 h 29"/>
                        <a:gd name="T10" fmla="*/ 4 w 17"/>
                        <a:gd name="T11" fmla="*/ 29 h 29"/>
                        <a:gd name="T12" fmla="*/ 3 w 17"/>
                        <a:gd name="T13" fmla="*/ 28 h 29"/>
                        <a:gd name="T14" fmla="*/ 2 w 17"/>
                        <a:gd name="T15" fmla="*/ 28 h 29"/>
                        <a:gd name="T16" fmla="*/ 2 w 17"/>
                        <a:gd name="T17" fmla="*/ 19 h 29"/>
                        <a:gd name="T18" fmla="*/ 6 w 17"/>
                        <a:gd name="T19" fmla="*/ 22 h 29"/>
                        <a:gd name="T20" fmla="*/ 2 w 17"/>
                        <a:gd name="T21" fmla="*/ 7 h 29"/>
                        <a:gd name="T22" fmla="*/ 3 w 17"/>
                        <a:gd name="T23" fmla="*/ 1 h 29"/>
                        <a:gd name="T24" fmla="*/ 11 w 17"/>
                        <a:gd name="T25" fmla="*/ 1 h 29"/>
                        <a:gd name="T26" fmla="*/ 11 w 17"/>
                        <a:gd name="T27" fmla="*/ 2 h 29"/>
                        <a:gd name="T28" fmla="*/ 12 w 17"/>
                        <a:gd name="T29" fmla="*/ 2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7" h="29">
                          <a:moveTo>
                            <a:pt x="12" y="2"/>
                          </a:moveTo>
                          <a:cubicBezTo>
                            <a:pt x="11" y="4"/>
                            <a:pt x="10" y="5"/>
                            <a:pt x="9" y="7"/>
                          </a:cubicBezTo>
                          <a:cubicBezTo>
                            <a:pt x="10" y="9"/>
                            <a:pt x="14" y="9"/>
                            <a:pt x="15" y="10"/>
                          </a:cubicBezTo>
                          <a:cubicBezTo>
                            <a:pt x="17" y="13"/>
                            <a:pt x="12" y="10"/>
                            <a:pt x="12" y="13"/>
                          </a:cubicBezTo>
                          <a:cubicBezTo>
                            <a:pt x="11" y="16"/>
                            <a:pt x="16" y="13"/>
                            <a:pt x="15" y="16"/>
                          </a:cubicBezTo>
                          <a:cubicBezTo>
                            <a:pt x="15" y="23"/>
                            <a:pt x="10" y="26"/>
                            <a:pt x="4" y="29"/>
                          </a:cubicBezTo>
                          <a:cubicBezTo>
                            <a:pt x="3" y="28"/>
                            <a:pt x="3" y="28"/>
                            <a:pt x="3" y="28"/>
                          </a:cubicBezTo>
                          <a:cubicBezTo>
                            <a:pt x="2" y="28"/>
                            <a:pt x="2" y="28"/>
                            <a:pt x="2" y="28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cubicBezTo>
                            <a:pt x="3" y="19"/>
                            <a:pt x="3" y="22"/>
                            <a:pt x="6" y="22"/>
                          </a:cubicBezTo>
                          <a:cubicBezTo>
                            <a:pt x="7" y="18"/>
                            <a:pt x="0" y="14"/>
                            <a:pt x="2" y="7"/>
                          </a:cubicBezTo>
                          <a:cubicBezTo>
                            <a:pt x="6" y="8"/>
                            <a:pt x="6" y="2"/>
                            <a:pt x="3" y="1"/>
                          </a:cubicBezTo>
                          <a:cubicBezTo>
                            <a:pt x="4" y="0"/>
                            <a:pt x="9" y="1"/>
                            <a:pt x="11" y="1"/>
                          </a:cubicBezTo>
                          <a:cubicBezTo>
                            <a:pt x="11" y="2"/>
                            <a:pt x="11" y="2"/>
                            <a:pt x="11" y="2"/>
                          </a:cubicBezTo>
                          <a:lnTo>
                            <a:pt x="12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3" name="Freeform 299"/>
                    <p:cNvSpPr>
                      <a:spLocks/>
                    </p:cNvSpPr>
                    <p:nvPr/>
                  </p:nvSpPr>
                  <p:spPr bwMode="auto">
                    <a:xfrm>
                      <a:off x="945" y="924"/>
                      <a:ext cx="16" cy="10"/>
                    </a:xfrm>
                    <a:custGeom>
                      <a:avLst/>
                      <a:gdLst>
                        <a:gd name="T0" fmla="*/ 5 w 11"/>
                        <a:gd name="T1" fmla="*/ 6 h 7"/>
                        <a:gd name="T2" fmla="*/ 1 w 11"/>
                        <a:gd name="T3" fmla="*/ 0 h 7"/>
                        <a:gd name="T4" fmla="*/ 9 w 11"/>
                        <a:gd name="T5" fmla="*/ 0 h 7"/>
                        <a:gd name="T6" fmla="*/ 8 w 11"/>
                        <a:gd name="T7" fmla="*/ 7 h 7"/>
                        <a:gd name="T8" fmla="*/ 7 w 11"/>
                        <a:gd name="T9" fmla="*/ 6 h 7"/>
                        <a:gd name="T10" fmla="*/ 5 w 11"/>
                        <a:gd name="T11" fmla="*/ 6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11" h="7">
                          <a:moveTo>
                            <a:pt x="5" y="6"/>
                          </a:moveTo>
                          <a:cubicBezTo>
                            <a:pt x="3" y="5"/>
                            <a:pt x="0" y="5"/>
                            <a:pt x="1" y="0"/>
                          </a:cubicBezTo>
                          <a:cubicBezTo>
                            <a:pt x="9" y="0"/>
                            <a:pt x="9" y="0"/>
                            <a:pt x="9" y="0"/>
                          </a:cubicBezTo>
                          <a:cubicBezTo>
                            <a:pt x="9" y="2"/>
                            <a:pt x="11" y="6"/>
                            <a:pt x="8" y="7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lnTo>
                            <a:pt x="5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4" name="Freeform 300"/>
                    <p:cNvSpPr>
                      <a:spLocks/>
                    </p:cNvSpPr>
                    <p:nvPr/>
                  </p:nvSpPr>
                  <p:spPr bwMode="auto">
                    <a:xfrm>
                      <a:off x="949" y="931"/>
                      <a:ext cx="19" cy="25"/>
                    </a:xfrm>
                    <a:custGeom>
                      <a:avLst/>
                      <a:gdLst>
                        <a:gd name="T0" fmla="*/ 3 w 13"/>
                        <a:gd name="T1" fmla="*/ 3 h 17"/>
                        <a:gd name="T2" fmla="*/ 5 w 13"/>
                        <a:gd name="T3" fmla="*/ 3 h 17"/>
                        <a:gd name="T4" fmla="*/ 9 w 13"/>
                        <a:gd name="T5" fmla="*/ 0 h 17"/>
                        <a:gd name="T6" fmla="*/ 10 w 13"/>
                        <a:gd name="T7" fmla="*/ 1 h 17"/>
                        <a:gd name="T8" fmla="*/ 12 w 13"/>
                        <a:gd name="T9" fmla="*/ 1 h 17"/>
                        <a:gd name="T10" fmla="*/ 10 w 13"/>
                        <a:gd name="T11" fmla="*/ 9 h 17"/>
                        <a:gd name="T12" fmla="*/ 12 w 13"/>
                        <a:gd name="T13" fmla="*/ 16 h 17"/>
                        <a:gd name="T14" fmla="*/ 10 w 13"/>
                        <a:gd name="T15" fmla="*/ 16 h 17"/>
                        <a:gd name="T16" fmla="*/ 9 w 13"/>
                        <a:gd name="T17" fmla="*/ 17 h 17"/>
                        <a:gd name="T18" fmla="*/ 6 w 13"/>
                        <a:gd name="T19" fmla="*/ 16 h 17"/>
                        <a:gd name="T20" fmla="*/ 6 w 13"/>
                        <a:gd name="T21" fmla="*/ 15 h 17"/>
                        <a:gd name="T22" fmla="*/ 5 w 13"/>
                        <a:gd name="T23" fmla="*/ 15 h 17"/>
                        <a:gd name="T24" fmla="*/ 5 w 13"/>
                        <a:gd name="T25" fmla="*/ 9 h 17"/>
                        <a:gd name="T26" fmla="*/ 0 w 13"/>
                        <a:gd name="T27" fmla="*/ 6 h 17"/>
                        <a:gd name="T28" fmla="*/ 1 w 13"/>
                        <a:gd name="T29" fmla="*/ 5 h 17"/>
                        <a:gd name="T30" fmla="*/ 0 w 13"/>
                        <a:gd name="T31" fmla="*/ 3 h 17"/>
                        <a:gd name="T32" fmla="*/ 2 w 13"/>
                        <a:gd name="T33" fmla="*/ 2 h 17"/>
                        <a:gd name="T34" fmla="*/ 3 w 13"/>
                        <a:gd name="T35" fmla="*/ 3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" h="17">
                          <a:moveTo>
                            <a:pt x="3" y="3"/>
                          </a:moveTo>
                          <a:cubicBezTo>
                            <a:pt x="5" y="3"/>
                            <a:pt x="5" y="3"/>
                            <a:pt x="5" y="3"/>
                          </a:cubicBezTo>
                          <a:cubicBezTo>
                            <a:pt x="8" y="4"/>
                            <a:pt x="7" y="1"/>
                            <a:pt x="9" y="0"/>
                          </a:cubicBezTo>
                          <a:cubicBezTo>
                            <a:pt x="10" y="1"/>
                            <a:pt x="10" y="1"/>
                            <a:pt x="10" y="1"/>
                          </a:cubicBezTo>
                          <a:cubicBezTo>
                            <a:pt x="12" y="1"/>
                            <a:pt x="12" y="1"/>
                            <a:pt x="12" y="1"/>
                          </a:cubicBezTo>
                          <a:cubicBezTo>
                            <a:pt x="11" y="4"/>
                            <a:pt x="13" y="8"/>
                            <a:pt x="10" y="9"/>
                          </a:cubicBezTo>
                          <a:cubicBezTo>
                            <a:pt x="11" y="11"/>
                            <a:pt x="12" y="12"/>
                            <a:pt x="12" y="16"/>
                          </a:cubicBezTo>
                          <a:cubicBezTo>
                            <a:pt x="10" y="16"/>
                            <a:pt x="10" y="16"/>
                            <a:pt x="10" y="16"/>
                          </a:cubicBezTo>
                          <a:cubicBezTo>
                            <a:pt x="9" y="17"/>
                            <a:pt x="9" y="17"/>
                            <a:pt x="9" y="17"/>
                          </a:cubicBezTo>
                          <a:cubicBezTo>
                            <a:pt x="8" y="16"/>
                            <a:pt x="8" y="16"/>
                            <a:pt x="6" y="16"/>
                          </a:cubicBezTo>
                          <a:cubicBezTo>
                            <a:pt x="6" y="15"/>
                            <a:pt x="6" y="15"/>
                            <a:pt x="6" y="15"/>
                          </a:cubicBezTo>
                          <a:cubicBezTo>
                            <a:pt x="5" y="15"/>
                            <a:pt x="5" y="15"/>
                            <a:pt x="5" y="15"/>
                          </a:cubicBezTo>
                          <a:cubicBezTo>
                            <a:pt x="5" y="9"/>
                            <a:pt x="5" y="9"/>
                            <a:pt x="5" y="9"/>
                          </a:cubicBezTo>
                          <a:cubicBezTo>
                            <a:pt x="4" y="7"/>
                            <a:pt x="1" y="8"/>
                            <a:pt x="0" y="6"/>
                          </a:cubicBezTo>
                          <a:cubicBezTo>
                            <a:pt x="1" y="5"/>
                            <a:pt x="1" y="5"/>
                            <a:pt x="1" y="5"/>
                          </a:cubicBez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1" y="3"/>
                            <a:pt x="2" y="3"/>
                            <a:pt x="2" y="2"/>
                          </a:cubicBezTo>
                          <a:lnTo>
                            <a:pt x="3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5" name="Freeform 301"/>
                    <p:cNvSpPr>
                      <a:spLocks/>
                    </p:cNvSpPr>
                    <p:nvPr/>
                  </p:nvSpPr>
                  <p:spPr bwMode="auto">
                    <a:xfrm>
                      <a:off x="999" y="975"/>
                      <a:ext cx="22" cy="24"/>
                    </a:xfrm>
                    <a:custGeom>
                      <a:avLst/>
                      <a:gdLst>
                        <a:gd name="T0" fmla="*/ 5 w 15"/>
                        <a:gd name="T1" fmla="*/ 1 h 16"/>
                        <a:gd name="T2" fmla="*/ 15 w 15"/>
                        <a:gd name="T3" fmla="*/ 0 h 16"/>
                        <a:gd name="T4" fmla="*/ 15 w 15"/>
                        <a:gd name="T5" fmla="*/ 9 h 16"/>
                        <a:gd name="T6" fmla="*/ 3 w 15"/>
                        <a:gd name="T7" fmla="*/ 16 h 16"/>
                        <a:gd name="T8" fmla="*/ 2 w 15"/>
                        <a:gd name="T9" fmla="*/ 15 h 16"/>
                        <a:gd name="T10" fmla="*/ 1 w 15"/>
                        <a:gd name="T11" fmla="*/ 15 h 16"/>
                        <a:gd name="T12" fmla="*/ 3 w 15"/>
                        <a:gd name="T13" fmla="*/ 2 h 16"/>
                        <a:gd name="T14" fmla="*/ 4 w 15"/>
                        <a:gd name="T15" fmla="*/ 2 h 16"/>
                        <a:gd name="T16" fmla="*/ 5 w 15"/>
                        <a:gd name="T17" fmla="*/ 1 h 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5" h="16">
                          <a:moveTo>
                            <a:pt x="5" y="1"/>
                          </a:moveTo>
                          <a:cubicBezTo>
                            <a:pt x="8" y="3"/>
                            <a:pt x="11" y="0"/>
                            <a:pt x="15" y="0"/>
                          </a:cubicBezTo>
                          <a:cubicBezTo>
                            <a:pt x="15" y="9"/>
                            <a:pt x="15" y="9"/>
                            <a:pt x="15" y="9"/>
                          </a:cubicBezTo>
                          <a:cubicBezTo>
                            <a:pt x="7" y="6"/>
                            <a:pt x="8" y="15"/>
                            <a:pt x="3" y="16"/>
                          </a:cubicBezTo>
                          <a:cubicBezTo>
                            <a:pt x="2" y="15"/>
                            <a:pt x="2" y="15"/>
                            <a:pt x="2" y="15"/>
                          </a:cubicBezTo>
                          <a:cubicBezTo>
                            <a:pt x="1" y="15"/>
                            <a:pt x="1" y="15"/>
                            <a:pt x="1" y="15"/>
                          </a:cubicBezTo>
                          <a:cubicBezTo>
                            <a:pt x="0" y="9"/>
                            <a:pt x="3" y="7"/>
                            <a:pt x="3" y="2"/>
                          </a:cubicBezTo>
                          <a:cubicBezTo>
                            <a:pt x="4" y="2"/>
                            <a:pt x="4" y="2"/>
                            <a:pt x="4" y="2"/>
                          </a:cubicBezTo>
                          <a:lnTo>
                            <a:pt x="5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6" name="Freeform 302"/>
                    <p:cNvSpPr>
                      <a:spLocks/>
                    </p:cNvSpPr>
                    <p:nvPr/>
                  </p:nvSpPr>
                  <p:spPr bwMode="auto">
                    <a:xfrm>
                      <a:off x="999" y="991"/>
                      <a:ext cx="25" cy="103"/>
                    </a:xfrm>
                    <a:custGeom>
                      <a:avLst/>
                      <a:gdLst>
                        <a:gd name="T0" fmla="*/ 2 w 17"/>
                        <a:gd name="T1" fmla="*/ 8 h 70"/>
                        <a:gd name="T2" fmla="*/ 3 w 17"/>
                        <a:gd name="T3" fmla="*/ 7 h 70"/>
                        <a:gd name="T4" fmla="*/ 15 w 17"/>
                        <a:gd name="T5" fmla="*/ 3 h 70"/>
                        <a:gd name="T6" fmla="*/ 15 w 17"/>
                        <a:gd name="T7" fmla="*/ 15 h 70"/>
                        <a:gd name="T8" fmla="*/ 13 w 17"/>
                        <a:gd name="T9" fmla="*/ 14 h 70"/>
                        <a:gd name="T10" fmla="*/ 13 w 17"/>
                        <a:gd name="T11" fmla="*/ 15 h 70"/>
                        <a:gd name="T12" fmla="*/ 9 w 17"/>
                        <a:gd name="T13" fmla="*/ 14 h 70"/>
                        <a:gd name="T14" fmla="*/ 13 w 17"/>
                        <a:gd name="T15" fmla="*/ 17 h 70"/>
                        <a:gd name="T16" fmla="*/ 13 w 17"/>
                        <a:gd name="T17" fmla="*/ 18 h 70"/>
                        <a:gd name="T18" fmla="*/ 15 w 17"/>
                        <a:gd name="T19" fmla="*/ 18 h 70"/>
                        <a:gd name="T20" fmla="*/ 12 w 17"/>
                        <a:gd name="T21" fmla="*/ 29 h 70"/>
                        <a:gd name="T22" fmla="*/ 15 w 17"/>
                        <a:gd name="T23" fmla="*/ 67 h 70"/>
                        <a:gd name="T24" fmla="*/ 1 w 17"/>
                        <a:gd name="T25" fmla="*/ 64 h 70"/>
                        <a:gd name="T26" fmla="*/ 3 w 17"/>
                        <a:gd name="T27" fmla="*/ 52 h 70"/>
                        <a:gd name="T28" fmla="*/ 4 w 17"/>
                        <a:gd name="T29" fmla="*/ 52 h 70"/>
                        <a:gd name="T30" fmla="*/ 4 w 17"/>
                        <a:gd name="T31" fmla="*/ 51 h 70"/>
                        <a:gd name="T32" fmla="*/ 9 w 17"/>
                        <a:gd name="T33" fmla="*/ 50 h 70"/>
                        <a:gd name="T34" fmla="*/ 9 w 17"/>
                        <a:gd name="T35" fmla="*/ 46 h 70"/>
                        <a:gd name="T36" fmla="*/ 3 w 17"/>
                        <a:gd name="T37" fmla="*/ 48 h 70"/>
                        <a:gd name="T38" fmla="*/ 2 w 17"/>
                        <a:gd name="T39" fmla="*/ 47 h 70"/>
                        <a:gd name="T40" fmla="*/ 1 w 17"/>
                        <a:gd name="T41" fmla="*/ 47 h 70"/>
                        <a:gd name="T42" fmla="*/ 1 w 17"/>
                        <a:gd name="T43" fmla="*/ 26 h 70"/>
                        <a:gd name="T44" fmla="*/ 8 w 17"/>
                        <a:gd name="T45" fmla="*/ 22 h 70"/>
                        <a:gd name="T46" fmla="*/ 1 w 17"/>
                        <a:gd name="T47" fmla="*/ 23 h 70"/>
                        <a:gd name="T48" fmla="*/ 1 w 17"/>
                        <a:gd name="T49" fmla="*/ 8 h 70"/>
                        <a:gd name="T50" fmla="*/ 2 w 17"/>
                        <a:gd name="T51" fmla="*/ 8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</a:cxnLst>
                      <a:rect l="0" t="0" r="r" b="b"/>
                      <a:pathLst>
                        <a:path w="17" h="70">
                          <a:moveTo>
                            <a:pt x="2" y="8"/>
                          </a:moveTo>
                          <a:cubicBezTo>
                            <a:pt x="3" y="7"/>
                            <a:pt x="3" y="7"/>
                            <a:pt x="3" y="7"/>
                          </a:cubicBezTo>
                          <a:cubicBezTo>
                            <a:pt x="7" y="7"/>
                            <a:pt x="10" y="0"/>
                            <a:pt x="15" y="3"/>
                          </a:cubicBezTo>
                          <a:cubicBezTo>
                            <a:pt x="12" y="8"/>
                            <a:pt x="15" y="8"/>
                            <a:pt x="15" y="15"/>
                          </a:cubicBezTo>
                          <a:cubicBezTo>
                            <a:pt x="13" y="14"/>
                            <a:pt x="13" y="14"/>
                            <a:pt x="13" y="14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1" y="15"/>
                            <a:pt x="12" y="13"/>
                            <a:pt x="9" y="14"/>
                          </a:cubicBezTo>
                          <a:cubicBezTo>
                            <a:pt x="9" y="16"/>
                            <a:pt x="11" y="17"/>
                            <a:pt x="13" y="17"/>
                          </a:cubicBezTo>
                          <a:cubicBezTo>
                            <a:pt x="13" y="18"/>
                            <a:pt x="13" y="18"/>
                            <a:pt x="13" y="18"/>
                          </a:cubicBezTo>
                          <a:cubicBezTo>
                            <a:pt x="15" y="18"/>
                            <a:pt x="15" y="18"/>
                            <a:pt x="15" y="18"/>
                          </a:cubicBezTo>
                          <a:cubicBezTo>
                            <a:pt x="14" y="22"/>
                            <a:pt x="16" y="29"/>
                            <a:pt x="12" y="29"/>
                          </a:cubicBezTo>
                          <a:cubicBezTo>
                            <a:pt x="17" y="38"/>
                            <a:pt x="14" y="54"/>
                            <a:pt x="15" y="67"/>
                          </a:cubicBezTo>
                          <a:cubicBezTo>
                            <a:pt x="8" y="70"/>
                            <a:pt x="6" y="65"/>
                            <a:pt x="1" y="64"/>
                          </a:cubicBezTo>
                          <a:cubicBezTo>
                            <a:pt x="1" y="59"/>
                            <a:pt x="0" y="54"/>
                            <a:pt x="3" y="52"/>
                          </a:cubicBezTo>
                          <a:cubicBezTo>
                            <a:pt x="4" y="52"/>
                            <a:pt x="4" y="52"/>
                            <a:pt x="4" y="52"/>
                          </a:cubicBezTo>
                          <a:cubicBezTo>
                            <a:pt x="4" y="51"/>
                            <a:pt x="4" y="51"/>
                            <a:pt x="4" y="51"/>
                          </a:cubicBezTo>
                          <a:cubicBezTo>
                            <a:pt x="6" y="51"/>
                            <a:pt x="8" y="51"/>
                            <a:pt x="9" y="50"/>
                          </a:cubicBezTo>
                          <a:cubicBezTo>
                            <a:pt x="9" y="46"/>
                            <a:pt x="9" y="46"/>
                            <a:pt x="9" y="46"/>
                          </a:cubicBezTo>
                          <a:cubicBezTo>
                            <a:pt x="5" y="46"/>
                            <a:pt x="4" y="47"/>
                            <a:pt x="3" y="48"/>
                          </a:cubicBezTo>
                          <a:cubicBezTo>
                            <a:pt x="2" y="47"/>
                            <a:pt x="2" y="47"/>
                            <a:pt x="2" y="47"/>
                          </a:cubicBezTo>
                          <a:cubicBezTo>
                            <a:pt x="1" y="47"/>
                            <a:pt x="1" y="47"/>
                            <a:pt x="1" y="47"/>
                          </a:cubicBezTo>
                          <a:cubicBezTo>
                            <a:pt x="1" y="38"/>
                            <a:pt x="1" y="35"/>
                            <a:pt x="1" y="26"/>
                          </a:cubicBezTo>
                          <a:cubicBezTo>
                            <a:pt x="3" y="28"/>
                            <a:pt x="6" y="24"/>
                            <a:pt x="8" y="22"/>
                          </a:cubicBezTo>
                          <a:cubicBezTo>
                            <a:pt x="4" y="20"/>
                            <a:pt x="4" y="23"/>
                            <a:pt x="1" y="23"/>
                          </a:cubicBezTo>
                          <a:cubicBezTo>
                            <a:pt x="1" y="8"/>
                            <a:pt x="1" y="8"/>
                            <a:pt x="1" y="8"/>
                          </a:cubicBezTo>
                          <a:lnTo>
                            <a:pt x="2" y="8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7" name="Freeform 303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96" y="921"/>
                      <a:ext cx="26" cy="57"/>
                    </a:xfrm>
                    <a:custGeom>
                      <a:avLst/>
                      <a:gdLst>
                        <a:gd name="T0" fmla="*/ 6 w 18"/>
                        <a:gd name="T1" fmla="*/ 37 h 39"/>
                        <a:gd name="T2" fmla="*/ 5 w 18"/>
                        <a:gd name="T3" fmla="*/ 39 h 39"/>
                        <a:gd name="T4" fmla="*/ 3 w 18"/>
                        <a:gd name="T5" fmla="*/ 23 h 39"/>
                        <a:gd name="T6" fmla="*/ 4 w 18"/>
                        <a:gd name="T7" fmla="*/ 23 h 39"/>
                        <a:gd name="T8" fmla="*/ 4 w 18"/>
                        <a:gd name="T9" fmla="*/ 22 h 39"/>
                        <a:gd name="T10" fmla="*/ 6 w 18"/>
                        <a:gd name="T11" fmla="*/ 22 h 39"/>
                        <a:gd name="T12" fmla="*/ 6 w 18"/>
                        <a:gd name="T13" fmla="*/ 20 h 39"/>
                        <a:gd name="T14" fmla="*/ 5 w 18"/>
                        <a:gd name="T15" fmla="*/ 20 h 39"/>
                        <a:gd name="T16" fmla="*/ 4 w 18"/>
                        <a:gd name="T17" fmla="*/ 20 h 39"/>
                        <a:gd name="T18" fmla="*/ 4 w 18"/>
                        <a:gd name="T19" fmla="*/ 18 h 39"/>
                        <a:gd name="T20" fmla="*/ 3 w 18"/>
                        <a:gd name="T21" fmla="*/ 19 h 39"/>
                        <a:gd name="T22" fmla="*/ 3 w 18"/>
                        <a:gd name="T23" fmla="*/ 2 h 39"/>
                        <a:gd name="T24" fmla="*/ 10 w 18"/>
                        <a:gd name="T25" fmla="*/ 4 h 39"/>
                        <a:gd name="T26" fmla="*/ 17 w 18"/>
                        <a:gd name="T27" fmla="*/ 2 h 39"/>
                        <a:gd name="T28" fmla="*/ 17 w 18"/>
                        <a:gd name="T29" fmla="*/ 18 h 39"/>
                        <a:gd name="T30" fmla="*/ 10 w 18"/>
                        <a:gd name="T31" fmla="*/ 18 h 39"/>
                        <a:gd name="T32" fmla="*/ 17 w 18"/>
                        <a:gd name="T33" fmla="*/ 24 h 39"/>
                        <a:gd name="T34" fmla="*/ 16 w 18"/>
                        <a:gd name="T35" fmla="*/ 36 h 39"/>
                        <a:gd name="T36" fmla="*/ 11 w 18"/>
                        <a:gd name="T37" fmla="*/ 33 h 39"/>
                        <a:gd name="T38" fmla="*/ 7 w 18"/>
                        <a:gd name="T39" fmla="*/ 38 h 39"/>
                        <a:gd name="T40" fmla="*/ 6 w 18"/>
                        <a:gd name="T41" fmla="*/ 37 h 39"/>
                        <a:gd name="T42" fmla="*/ 10 w 18"/>
                        <a:gd name="T43" fmla="*/ 8 h 39"/>
                        <a:gd name="T44" fmla="*/ 6 w 18"/>
                        <a:gd name="T45" fmla="*/ 8 h 39"/>
                        <a:gd name="T46" fmla="*/ 10 w 18"/>
                        <a:gd name="T47" fmla="*/ 8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8" h="39">
                          <a:moveTo>
                            <a:pt x="6" y="37"/>
                          </a:moveTo>
                          <a:cubicBezTo>
                            <a:pt x="5" y="39"/>
                            <a:pt x="5" y="39"/>
                            <a:pt x="5" y="39"/>
                          </a:cubicBezTo>
                          <a:cubicBezTo>
                            <a:pt x="0" y="36"/>
                            <a:pt x="4" y="26"/>
                            <a:pt x="3" y="23"/>
                          </a:cubicBezTo>
                          <a:cubicBezTo>
                            <a:pt x="4" y="23"/>
                            <a:pt x="4" y="23"/>
                            <a:pt x="4" y="23"/>
                          </a:cubicBezTo>
                          <a:cubicBezTo>
                            <a:pt x="4" y="22"/>
                            <a:pt x="4" y="22"/>
                            <a:pt x="4" y="22"/>
                          </a:cubicBezTo>
                          <a:cubicBezTo>
                            <a:pt x="6" y="22"/>
                            <a:pt x="6" y="22"/>
                            <a:pt x="6" y="22"/>
                          </a:cubicBezTo>
                          <a:cubicBezTo>
                            <a:pt x="6" y="20"/>
                            <a:pt x="6" y="20"/>
                            <a:pt x="6" y="20"/>
                          </a:cubicBezTo>
                          <a:cubicBezTo>
                            <a:pt x="5" y="20"/>
                            <a:pt x="5" y="20"/>
                            <a:pt x="5" y="20"/>
                          </a:cubicBezTo>
                          <a:cubicBezTo>
                            <a:pt x="4" y="20"/>
                            <a:pt x="4" y="20"/>
                            <a:pt x="4" y="20"/>
                          </a:cubicBezTo>
                          <a:cubicBezTo>
                            <a:pt x="4" y="18"/>
                            <a:pt x="4" y="18"/>
                            <a:pt x="4" y="18"/>
                          </a:cubicBezTo>
                          <a:cubicBezTo>
                            <a:pt x="3" y="19"/>
                            <a:pt x="3" y="19"/>
                            <a:pt x="3" y="19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5" y="2"/>
                            <a:pt x="11" y="0"/>
                            <a:pt x="10" y="4"/>
                          </a:cubicBezTo>
                          <a:cubicBezTo>
                            <a:pt x="12" y="4"/>
                            <a:pt x="13" y="1"/>
                            <a:pt x="17" y="2"/>
                          </a:cubicBezTo>
                          <a:cubicBezTo>
                            <a:pt x="14" y="7"/>
                            <a:pt x="18" y="10"/>
                            <a:pt x="17" y="18"/>
                          </a:cubicBezTo>
                          <a:cubicBezTo>
                            <a:pt x="10" y="18"/>
                            <a:pt x="10" y="18"/>
                            <a:pt x="10" y="18"/>
                          </a:cubicBezTo>
                          <a:cubicBezTo>
                            <a:pt x="11" y="21"/>
                            <a:pt x="14" y="22"/>
                            <a:pt x="17" y="24"/>
                          </a:cubicBezTo>
                          <a:cubicBezTo>
                            <a:pt x="16" y="28"/>
                            <a:pt x="17" y="33"/>
                            <a:pt x="16" y="36"/>
                          </a:cubicBezTo>
                          <a:cubicBezTo>
                            <a:pt x="12" y="37"/>
                            <a:pt x="13" y="33"/>
                            <a:pt x="11" y="33"/>
                          </a:cubicBezTo>
                          <a:cubicBezTo>
                            <a:pt x="9" y="34"/>
                            <a:pt x="7" y="34"/>
                            <a:pt x="7" y="38"/>
                          </a:cubicBezTo>
                          <a:lnTo>
                            <a:pt x="6" y="37"/>
                          </a:lnTo>
                          <a:close/>
                          <a:moveTo>
                            <a:pt x="10" y="8"/>
                          </a:moveTo>
                          <a:cubicBezTo>
                            <a:pt x="10" y="7"/>
                            <a:pt x="8" y="8"/>
                            <a:pt x="6" y="8"/>
                          </a:cubicBezTo>
                          <a:cubicBezTo>
                            <a:pt x="4" y="11"/>
                            <a:pt x="11" y="11"/>
                            <a:pt x="10" y="8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8" name="Freeform 304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049" y="924"/>
                      <a:ext cx="26" cy="158"/>
                    </a:xfrm>
                    <a:custGeom>
                      <a:avLst/>
                      <a:gdLst>
                        <a:gd name="T0" fmla="*/ 6 w 18"/>
                        <a:gd name="T1" fmla="*/ 42 h 108"/>
                        <a:gd name="T2" fmla="*/ 3 w 18"/>
                        <a:gd name="T3" fmla="*/ 30 h 108"/>
                        <a:gd name="T4" fmla="*/ 8 w 18"/>
                        <a:gd name="T5" fmla="*/ 31 h 108"/>
                        <a:gd name="T6" fmla="*/ 3 w 18"/>
                        <a:gd name="T7" fmla="*/ 25 h 108"/>
                        <a:gd name="T8" fmla="*/ 5 w 18"/>
                        <a:gd name="T9" fmla="*/ 18 h 108"/>
                        <a:gd name="T10" fmla="*/ 3 w 18"/>
                        <a:gd name="T11" fmla="*/ 0 h 108"/>
                        <a:gd name="T12" fmla="*/ 17 w 18"/>
                        <a:gd name="T13" fmla="*/ 0 h 108"/>
                        <a:gd name="T14" fmla="*/ 15 w 18"/>
                        <a:gd name="T15" fmla="*/ 13 h 108"/>
                        <a:gd name="T16" fmla="*/ 14 w 18"/>
                        <a:gd name="T17" fmla="*/ 14 h 108"/>
                        <a:gd name="T18" fmla="*/ 14 w 18"/>
                        <a:gd name="T19" fmla="*/ 15 h 108"/>
                        <a:gd name="T20" fmla="*/ 11 w 18"/>
                        <a:gd name="T21" fmla="*/ 15 h 108"/>
                        <a:gd name="T22" fmla="*/ 14 w 18"/>
                        <a:gd name="T23" fmla="*/ 17 h 108"/>
                        <a:gd name="T24" fmla="*/ 15 w 18"/>
                        <a:gd name="T25" fmla="*/ 18 h 108"/>
                        <a:gd name="T26" fmla="*/ 17 w 18"/>
                        <a:gd name="T27" fmla="*/ 18 h 108"/>
                        <a:gd name="T28" fmla="*/ 17 w 18"/>
                        <a:gd name="T29" fmla="*/ 25 h 108"/>
                        <a:gd name="T30" fmla="*/ 17 w 18"/>
                        <a:gd name="T31" fmla="*/ 34 h 108"/>
                        <a:gd name="T32" fmla="*/ 17 w 18"/>
                        <a:gd name="T33" fmla="*/ 57 h 108"/>
                        <a:gd name="T34" fmla="*/ 15 w 18"/>
                        <a:gd name="T35" fmla="*/ 57 h 108"/>
                        <a:gd name="T36" fmla="*/ 14 w 18"/>
                        <a:gd name="T37" fmla="*/ 58 h 108"/>
                        <a:gd name="T38" fmla="*/ 13 w 18"/>
                        <a:gd name="T39" fmla="*/ 58 h 108"/>
                        <a:gd name="T40" fmla="*/ 14 w 18"/>
                        <a:gd name="T41" fmla="*/ 57 h 108"/>
                        <a:gd name="T42" fmla="*/ 13 w 18"/>
                        <a:gd name="T43" fmla="*/ 55 h 108"/>
                        <a:gd name="T44" fmla="*/ 10 w 18"/>
                        <a:gd name="T45" fmla="*/ 45 h 108"/>
                        <a:gd name="T46" fmla="*/ 11 w 18"/>
                        <a:gd name="T47" fmla="*/ 55 h 108"/>
                        <a:gd name="T48" fmla="*/ 11 w 18"/>
                        <a:gd name="T49" fmla="*/ 57 h 108"/>
                        <a:gd name="T50" fmla="*/ 11 w 18"/>
                        <a:gd name="T51" fmla="*/ 58 h 108"/>
                        <a:gd name="T52" fmla="*/ 11 w 18"/>
                        <a:gd name="T53" fmla="*/ 58 h 108"/>
                        <a:gd name="T54" fmla="*/ 14 w 18"/>
                        <a:gd name="T55" fmla="*/ 61 h 108"/>
                        <a:gd name="T56" fmla="*/ 15 w 18"/>
                        <a:gd name="T57" fmla="*/ 62 h 108"/>
                        <a:gd name="T58" fmla="*/ 17 w 18"/>
                        <a:gd name="T59" fmla="*/ 61 h 108"/>
                        <a:gd name="T60" fmla="*/ 17 w 18"/>
                        <a:gd name="T61" fmla="*/ 79 h 108"/>
                        <a:gd name="T62" fmla="*/ 15 w 18"/>
                        <a:gd name="T63" fmla="*/ 78 h 108"/>
                        <a:gd name="T64" fmla="*/ 14 w 18"/>
                        <a:gd name="T65" fmla="*/ 79 h 108"/>
                        <a:gd name="T66" fmla="*/ 13 w 18"/>
                        <a:gd name="T67" fmla="*/ 76 h 108"/>
                        <a:gd name="T68" fmla="*/ 7 w 18"/>
                        <a:gd name="T69" fmla="*/ 78 h 108"/>
                        <a:gd name="T70" fmla="*/ 14 w 18"/>
                        <a:gd name="T71" fmla="*/ 82 h 108"/>
                        <a:gd name="T72" fmla="*/ 15 w 18"/>
                        <a:gd name="T73" fmla="*/ 82 h 108"/>
                        <a:gd name="T74" fmla="*/ 17 w 18"/>
                        <a:gd name="T75" fmla="*/ 83 h 108"/>
                        <a:gd name="T76" fmla="*/ 17 w 18"/>
                        <a:gd name="T77" fmla="*/ 96 h 108"/>
                        <a:gd name="T78" fmla="*/ 15 w 18"/>
                        <a:gd name="T79" fmla="*/ 95 h 108"/>
                        <a:gd name="T80" fmla="*/ 15 w 18"/>
                        <a:gd name="T81" fmla="*/ 97 h 108"/>
                        <a:gd name="T82" fmla="*/ 12 w 18"/>
                        <a:gd name="T83" fmla="*/ 96 h 108"/>
                        <a:gd name="T84" fmla="*/ 16 w 18"/>
                        <a:gd name="T85" fmla="*/ 98 h 108"/>
                        <a:gd name="T86" fmla="*/ 15 w 18"/>
                        <a:gd name="T87" fmla="*/ 100 h 108"/>
                        <a:gd name="T88" fmla="*/ 17 w 18"/>
                        <a:gd name="T89" fmla="*/ 100 h 108"/>
                        <a:gd name="T90" fmla="*/ 17 w 18"/>
                        <a:gd name="T91" fmla="*/ 106 h 108"/>
                        <a:gd name="T92" fmla="*/ 5 w 18"/>
                        <a:gd name="T93" fmla="*/ 108 h 108"/>
                        <a:gd name="T94" fmla="*/ 3 w 18"/>
                        <a:gd name="T95" fmla="*/ 101 h 108"/>
                        <a:gd name="T96" fmla="*/ 7 w 18"/>
                        <a:gd name="T97" fmla="*/ 88 h 108"/>
                        <a:gd name="T98" fmla="*/ 3 w 18"/>
                        <a:gd name="T99" fmla="*/ 87 h 108"/>
                        <a:gd name="T100" fmla="*/ 3 w 18"/>
                        <a:gd name="T101" fmla="*/ 65 h 108"/>
                        <a:gd name="T102" fmla="*/ 5 w 18"/>
                        <a:gd name="T103" fmla="*/ 63 h 108"/>
                        <a:gd name="T104" fmla="*/ 3 w 18"/>
                        <a:gd name="T105" fmla="*/ 47 h 108"/>
                        <a:gd name="T106" fmla="*/ 6 w 18"/>
                        <a:gd name="T107" fmla="*/ 43 h 108"/>
                        <a:gd name="T108" fmla="*/ 6 w 18"/>
                        <a:gd name="T109" fmla="*/ 42 h 108"/>
                        <a:gd name="T110" fmla="*/ 8 w 18"/>
                        <a:gd name="T111" fmla="*/ 42 h 108"/>
                        <a:gd name="T112" fmla="*/ 9 w 18"/>
                        <a:gd name="T113" fmla="*/ 41 h 108"/>
                        <a:gd name="T114" fmla="*/ 9 w 18"/>
                        <a:gd name="T115" fmla="*/ 39 h 108"/>
                        <a:gd name="T116" fmla="*/ 7 w 18"/>
                        <a:gd name="T117" fmla="*/ 40 h 108"/>
                        <a:gd name="T118" fmla="*/ 6 w 18"/>
                        <a:gd name="T119" fmla="*/ 42 h 108"/>
                        <a:gd name="T120" fmla="*/ 13 w 18"/>
                        <a:gd name="T121" fmla="*/ 71 h 108"/>
                        <a:gd name="T122" fmla="*/ 9 w 18"/>
                        <a:gd name="T123" fmla="*/ 71 h 108"/>
                        <a:gd name="T124" fmla="*/ 13 w 18"/>
                        <a:gd name="T125" fmla="*/ 71 h 10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  <a:cxn ang="0">
                          <a:pos x="T124" y="T125"/>
                        </a:cxn>
                      </a:cxnLst>
                      <a:rect l="0" t="0" r="r" b="b"/>
                      <a:pathLst>
                        <a:path w="18" h="108">
                          <a:moveTo>
                            <a:pt x="6" y="42"/>
                          </a:moveTo>
                          <a:cubicBezTo>
                            <a:pt x="3" y="40"/>
                            <a:pt x="2" y="35"/>
                            <a:pt x="3" y="30"/>
                          </a:cubicBezTo>
                          <a:cubicBezTo>
                            <a:pt x="5" y="30"/>
                            <a:pt x="5" y="31"/>
                            <a:pt x="8" y="31"/>
                          </a:cubicBezTo>
                          <a:cubicBezTo>
                            <a:pt x="8" y="27"/>
                            <a:pt x="6" y="25"/>
                            <a:pt x="3" y="25"/>
                          </a:cubicBezTo>
                          <a:cubicBezTo>
                            <a:pt x="2" y="21"/>
                            <a:pt x="3" y="18"/>
                            <a:pt x="5" y="18"/>
                          </a:cubicBezTo>
                          <a:cubicBezTo>
                            <a:pt x="0" y="13"/>
                            <a:pt x="7" y="5"/>
                            <a:pt x="3" y="0"/>
                          </a:cubicBezTo>
                          <a:cubicBezTo>
                            <a:pt x="17" y="0"/>
                            <a:pt x="17" y="0"/>
                            <a:pt x="17" y="0"/>
                          </a:cubicBezTo>
                          <a:cubicBezTo>
                            <a:pt x="17" y="5"/>
                            <a:pt x="17" y="10"/>
                            <a:pt x="15" y="13"/>
                          </a:cubicBezTo>
                          <a:cubicBezTo>
                            <a:pt x="14" y="14"/>
                            <a:pt x="14" y="14"/>
                            <a:pt x="14" y="14"/>
                          </a:cubicBezTo>
                          <a:cubicBezTo>
                            <a:pt x="14" y="15"/>
                            <a:pt x="14" y="15"/>
                            <a:pt x="14" y="15"/>
                          </a:cubicBezTo>
                          <a:cubicBezTo>
                            <a:pt x="11" y="15"/>
                            <a:pt x="11" y="15"/>
                            <a:pt x="11" y="15"/>
                          </a:cubicBezTo>
                          <a:cubicBezTo>
                            <a:pt x="10" y="18"/>
                            <a:pt x="13" y="18"/>
                            <a:pt x="14" y="17"/>
                          </a:cubicBezTo>
                          <a:cubicBezTo>
                            <a:pt x="15" y="18"/>
                            <a:pt x="15" y="18"/>
                            <a:pt x="15" y="18"/>
                          </a:cubicBezTo>
                          <a:cubicBezTo>
                            <a:pt x="17" y="18"/>
                            <a:pt x="17" y="18"/>
                            <a:pt x="17" y="18"/>
                          </a:cubicBezTo>
                          <a:cubicBezTo>
                            <a:pt x="17" y="25"/>
                            <a:pt x="17" y="25"/>
                            <a:pt x="17" y="25"/>
                          </a:cubicBezTo>
                          <a:cubicBezTo>
                            <a:pt x="15" y="26"/>
                            <a:pt x="11" y="32"/>
                            <a:pt x="17" y="34"/>
                          </a:cubicBezTo>
                          <a:cubicBezTo>
                            <a:pt x="17" y="57"/>
                            <a:pt x="17" y="57"/>
                            <a:pt x="17" y="57"/>
                          </a:cubicBezTo>
                          <a:cubicBezTo>
                            <a:pt x="15" y="57"/>
                            <a:pt x="15" y="57"/>
                            <a:pt x="15" y="57"/>
                          </a:cubicBezTo>
                          <a:cubicBezTo>
                            <a:pt x="14" y="58"/>
                            <a:pt x="14" y="58"/>
                            <a:pt x="14" y="58"/>
                          </a:cubicBezTo>
                          <a:cubicBezTo>
                            <a:pt x="13" y="58"/>
                            <a:pt x="13" y="58"/>
                            <a:pt x="13" y="58"/>
                          </a:cubicBezTo>
                          <a:cubicBezTo>
                            <a:pt x="14" y="57"/>
                            <a:pt x="14" y="57"/>
                            <a:pt x="14" y="57"/>
                          </a:cubicBezTo>
                          <a:cubicBezTo>
                            <a:pt x="13" y="55"/>
                            <a:pt x="13" y="55"/>
                            <a:pt x="13" y="55"/>
                          </a:cubicBezTo>
                          <a:cubicBezTo>
                            <a:pt x="11" y="53"/>
                            <a:pt x="14" y="46"/>
                            <a:pt x="10" y="45"/>
                          </a:cubicBezTo>
                          <a:cubicBezTo>
                            <a:pt x="8" y="48"/>
                            <a:pt x="9" y="53"/>
                            <a:pt x="11" y="55"/>
                          </a:cubicBezTo>
                          <a:cubicBezTo>
                            <a:pt x="11" y="57"/>
                            <a:pt x="11" y="57"/>
                            <a:pt x="11" y="57"/>
                          </a:cubicBezTo>
                          <a:cubicBezTo>
                            <a:pt x="11" y="58"/>
                            <a:pt x="11" y="58"/>
                            <a:pt x="11" y="58"/>
                          </a:cubicBezTo>
                          <a:cubicBezTo>
                            <a:pt x="11" y="58"/>
                            <a:pt x="11" y="58"/>
                            <a:pt x="11" y="58"/>
                          </a:cubicBezTo>
                          <a:cubicBezTo>
                            <a:pt x="10" y="61"/>
                            <a:pt x="12" y="61"/>
                            <a:pt x="14" y="61"/>
                          </a:cubicBezTo>
                          <a:cubicBezTo>
                            <a:pt x="15" y="62"/>
                            <a:pt x="15" y="62"/>
                            <a:pt x="15" y="62"/>
                          </a:cubicBezTo>
                          <a:cubicBezTo>
                            <a:pt x="17" y="61"/>
                            <a:pt x="17" y="61"/>
                            <a:pt x="17" y="61"/>
                          </a:cubicBezTo>
                          <a:cubicBezTo>
                            <a:pt x="17" y="79"/>
                            <a:pt x="17" y="79"/>
                            <a:pt x="17" y="79"/>
                          </a:cubicBezTo>
                          <a:cubicBezTo>
                            <a:pt x="15" y="78"/>
                            <a:pt x="15" y="78"/>
                            <a:pt x="15" y="78"/>
                          </a:cubicBezTo>
                          <a:cubicBezTo>
                            <a:pt x="14" y="79"/>
                            <a:pt x="14" y="79"/>
                            <a:pt x="14" y="79"/>
                          </a:cubicBezTo>
                          <a:cubicBezTo>
                            <a:pt x="13" y="79"/>
                            <a:pt x="12" y="77"/>
                            <a:pt x="13" y="76"/>
                          </a:cubicBezTo>
                          <a:cubicBezTo>
                            <a:pt x="11" y="76"/>
                            <a:pt x="7" y="75"/>
                            <a:pt x="7" y="78"/>
                          </a:cubicBezTo>
                          <a:cubicBezTo>
                            <a:pt x="11" y="77"/>
                            <a:pt x="9" y="83"/>
                            <a:pt x="14" y="82"/>
                          </a:cubicBezTo>
                          <a:cubicBezTo>
                            <a:pt x="15" y="82"/>
                            <a:pt x="15" y="82"/>
                            <a:pt x="15" y="82"/>
                          </a:cubicBezTo>
                          <a:cubicBezTo>
                            <a:pt x="17" y="83"/>
                            <a:pt x="17" y="83"/>
                            <a:pt x="17" y="83"/>
                          </a:cubicBezTo>
                          <a:cubicBezTo>
                            <a:pt x="15" y="86"/>
                            <a:pt x="18" y="91"/>
                            <a:pt x="17" y="96"/>
                          </a:cubicBezTo>
                          <a:cubicBezTo>
                            <a:pt x="15" y="95"/>
                            <a:pt x="15" y="95"/>
                            <a:pt x="15" y="95"/>
                          </a:cubicBezTo>
                          <a:cubicBezTo>
                            <a:pt x="15" y="97"/>
                            <a:pt x="15" y="97"/>
                            <a:pt x="15" y="97"/>
                          </a:cubicBezTo>
                          <a:cubicBezTo>
                            <a:pt x="14" y="97"/>
                            <a:pt x="13" y="93"/>
                            <a:pt x="12" y="96"/>
                          </a:cubicBezTo>
                          <a:cubicBezTo>
                            <a:pt x="13" y="97"/>
                            <a:pt x="14" y="98"/>
                            <a:pt x="16" y="98"/>
                          </a:cubicBezTo>
                          <a:cubicBezTo>
                            <a:pt x="15" y="100"/>
                            <a:pt x="15" y="100"/>
                            <a:pt x="15" y="100"/>
                          </a:cubicBezTo>
                          <a:cubicBezTo>
                            <a:pt x="17" y="100"/>
                            <a:pt x="17" y="100"/>
                            <a:pt x="17" y="100"/>
                          </a:cubicBezTo>
                          <a:cubicBezTo>
                            <a:pt x="17" y="106"/>
                            <a:pt x="17" y="106"/>
                            <a:pt x="17" y="106"/>
                          </a:cubicBezTo>
                          <a:cubicBezTo>
                            <a:pt x="12" y="106"/>
                            <a:pt x="10" y="108"/>
                            <a:pt x="5" y="108"/>
                          </a:cubicBezTo>
                          <a:cubicBezTo>
                            <a:pt x="9" y="106"/>
                            <a:pt x="7" y="100"/>
                            <a:pt x="3" y="101"/>
                          </a:cubicBezTo>
                          <a:cubicBezTo>
                            <a:pt x="1" y="93"/>
                            <a:pt x="7" y="94"/>
                            <a:pt x="7" y="88"/>
                          </a:cubicBezTo>
                          <a:cubicBezTo>
                            <a:pt x="6" y="86"/>
                            <a:pt x="5" y="87"/>
                            <a:pt x="3" y="87"/>
                          </a:cubicBezTo>
                          <a:cubicBezTo>
                            <a:pt x="4" y="81"/>
                            <a:pt x="2" y="71"/>
                            <a:pt x="3" y="65"/>
                          </a:cubicBezTo>
                          <a:cubicBezTo>
                            <a:pt x="3" y="64"/>
                            <a:pt x="3" y="63"/>
                            <a:pt x="5" y="63"/>
                          </a:cubicBezTo>
                          <a:cubicBezTo>
                            <a:pt x="1" y="59"/>
                            <a:pt x="5" y="52"/>
                            <a:pt x="3" y="47"/>
                          </a:cubicBezTo>
                          <a:cubicBezTo>
                            <a:pt x="3" y="44"/>
                            <a:pt x="6" y="45"/>
                            <a:pt x="6" y="43"/>
                          </a:cubicBezTo>
                          <a:cubicBezTo>
                            <a:pt x="6" y="42"/>
                            <a:pt x="6" y="42"/>
                            <a:pt x="6" y="42"/>
                          </a:cubicBezTo>
                          <a:cubicBezTo>
                            <a:pt x="8" y="42"/>
                            <a:pt x="8" y="42"/>
                            <a:pt x="8" y="42"/>
                          </a:cubicBezTo>
                          <a:cubicBezTo>
                            <a:pt x="9" y="41"/>
                            <a:pt x="9" y="41"/>
                            <a:pt x="9" y="41"/>
                          </a:cubicBezTo>
                          <a:cubicBezTo>
                            <a:pt x="11" y="40"/>
                            <a:pt x="10" y="39"/>
                            <a:pt x="9" y="39"/>
                          </a:cubicBezTo>
                          <a:cubicBezTo>
                            <a:pt x="9" y="41"/>
                            <a:pt x="7" y="40"/>
                            <a:pt x="7" y="40"/>
                          </a:cubicBezTo>
                          <a:lnTo>
                            <a:pt x="6" y="42"/>
                          </a:lnTo>
                          <a:close/>
                          <a:moveTo>
                            <a:pt x="13" y="71"/>
                          </a:moveTo>
                          <a:cubicBezTo>
                            <a:pt x="13" y="70"/>
                            <a:pt x="9" y="69"/>
                            <a:pt x="9" y="71"/>
                          </a:cubicBezTo>
                          <a:cubicBezTo>
                            <a:pt x="9" y="71"/>
                            <a:pt x="13" y="73"/>
                            <a:pt x="13" y="7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9" name="Freeform 305"/>
                    <p:cNvSpPr>
                      <a:spLocks/>
                    </p:cNvSpPr>
                    <p:nvPr/>
                  </p:nvSpPr>
                  <p:spPr bwMode="auto">
                    <a:xfrm>
                      <a:off x="1263" y="924"/>
                      <a:ext cx="24" cy="32"/>
                    </a:xfrm>
                    <a:custGeom>
                      <a:avLst/>
                      <a:gdLst>
                        <a:gd name="T0" fmla="*/ 1 w 16"/>
                        <a:gd name="T1" fmla="*/ 0 h 22"/>
                        <a:gd name="T2" fmla="*/ 6 w 16"/>
                        <a:gd name="T3" fmla="*/ 0 h 22"/>
                        <a:gd name="T4" fmla="*/ 8 w 16"/>
                        <a:gd name="T5" fmla="*/ 10 h 22"/>
                        <a:gd name="T6" fmla="*/ 15 w 16"/>
                        <a:gd name="T7" fmla="*/ 12 h 22"/>
                        <a:gd name="T8" fmla="*/ 11 w 16"/>
                        <a:gd name="T9" fmla="*/ 22 h 22"/>
                        <a:gd name="T10" fmla="*/ 1 w 16"/>
                        <a:gd name="T11" fmla="*/ 16 h 22"/>
                        <a:gd name="T12" fmla="*/ 4 w 16"/>
                        <a:gd name="T13" fmla="*/ 10 h 22"/>
                        <a:gd name="T14" fmla="*/ 1 w 16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6" h="22">
                          <a:moveTo>
                            <a:pt x="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8" y="2"/>
                            <a:pt x="8" y="6"/>
                            <a:pt x="8" y="10"/>
                          </a:cubicBezTo>
                          <a:cubicBezTo>
                            <a:pt x="9" y="12"/>
                            <a:pt x="11" y="13"/>
                            <a:pt x="15" y="12"/>
                          </a:cubicBezTo>
                          <a:cubicBezTo>
                            <a:pt x="16" y="18"/>
                            <a:pt x="13" y="19"/>
                            <a:pt x="11" y="22"/>
                          </a:cubicBezTo>
                          <a:cubicBezTo>
                            <a:pt x="7" y="21"/>
                            <a:pt x="8" y="14"/>
                            <a:pt x="1" y="16"/>
                          </a:cubicBezTo>
                          <a:cubicBezTo>
                            <a:pt x="1" y="13"/>
                            <a:pt x="3" y="12"/>
                            <a:pt x="4" y="10"/>
                          </a:cubicBezTo>
                          <a:cubicBezTo>
                            <a:pt x="0" y="11"/>
                            <a:pt x="1" y="4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0" name="Freeform 306"/>
                    <p:cNvSpPr>
                      <a:spLocks/>
                    </p:cNvSpPr>
                    <p:nvPr/>
                  </p:nvSpPr>
                  <p:spPr bwMode="auto">
                    <a:xfrm>
                      <a:off x="892" y="924"/>
                      <a:ext cx="11" cy="9"/>
                    </a:xfrm>
                    <a:custGeom>
                      <a:avLst/>
                      <a:gdLst>
                        <a:gd name="T0" fmla="*/ 7 w 7"/>
                        <a:gd name="T1" fmla="*/ 3 h 6"/>
                        <a:gd name="T2" fmla="*/ 7 w 7"/>
                        <a:gd name="T3" fmla="*/ 6 h 6"/>
                        <a:gd name="T4" fmla="*/ 1 w 7"/>
                        <a:gd name="T5" fmla="*/ 0 h 6"/>
                        <a:gd name="T6" fmla="*/ 7 w 7"/>
                        <a:gd name="T7" fmla="*/ 1 h 6"/>
                        <a:gd name="T8" fmla="*/ 6 w 7"/>
                        <a:gd name="T9" fmla="*/ 2 h 6"/>
                        <a:gd name="T10" fmla="*/ 7 w 7"/>
                        <a:gd name="T11" fmla="*/ 3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6">
                          <a:moveTo>
                            <a:pt x="7" y="3"/>
                          </a:moveTo>
                          <a:cubicBezTo>
                            <a:pt x="7" y="6"/>
                            <a:pt x="7" y="6"/>
                            <a:pt x="7" y="6"/>
                          </a:cubicBezTo>
                          <a:cubicBezTo>
                            <a:pt x="4" y="5"/>
                            <a:pt x="0" y="5"/>
                            <a:pt x="1" y="0"/>
                          </a:cubicBezTo>
                          <a:cubicBezTo>
                            <a:pt x="3" y="0"/>
                            <a:pt x="6" y="0"/>
                            <a:pt x="7" y="1"/>
                          </a:cubicBezTo>
                          <a:cubicBezTo>
                            <a:pt x="6" y="2"/>
                            <a:pt x="6" y="2"/>
                            <a:pt x="6" y="2"/>
                          </a:cubicBezTo>
                          <a:lnTo>
                            <a:pt x="7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1" name="Freeform 307"/>
                    <p:cNvSpPr>
                      <a:spLocks/>
                    </p:cNvSpPr>
                    <p:nvPr/>
                  </p:nvSpPr>
                  <p:spPr bwMode="auto">
                    <a:xfrm>
                      <a:off x="892" y="934"/>
                      <a:ext cx="22" cy="21"/>
                    </a:xfrm>
                    <a:custGeom>
                      <a:avLst/>
                      <a:gdLst>
                        <a:gd name="T0" fmla="*/ 9 w 15"/>
                        <a:gd name="T1" fmla="*/ 12 h 14"/>
                        <a:gd name="T2" fmla="*/ 1 w 15"/>
                        <a:gd name="T3" fmla="*/ 13 h 14"/>
                        <a:gd name="T4" fmla="*/ 1 w 15"/>
                        <a:gd name="T5" fmla="*/ 0 h 14"/>
                        <a:gd name="T6" fmla="*/ 15 w 15"/>
                        <a:gd name="T7" fmla="*/ 5 h 14"/>
                        <a:gd name="T8" fmla="*/ 11 w 15"/>
                        <a:gd name="T9" fmla="*/ 12 h 14"/>
                        <a:gd name="T10" fmla="*/ 10 w 15"/>
                        <a:gd name="T11" fmla="*/ 12 h 14"/>
                        <a:gd name="T12" fmla="*/ 9 w 15"/>
                        <a:gd name="T13" fmla="*/ 12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5" h="14">
                          <a:moveTo>
                            <a:pt x="9" y="12"/>
                          </a:moveTo>
                          <a:cubicBezTo>
                            <a:pt x="5" y="12"/>
                            <a:pt x="4" y="14"/>
                            <a:pt x="1" y="13"/>
                          </a:cubicBezTo>
                          <a:cubicBezTo>
                            <a:pt x="3" y="8"/>
                            <a:pt x="0" y="8"/>
                            <a:pt x="1" y="0"/>
                          </a:cubicBezTo>
                          <a:cubicBezTo>
                            <a:pt x="6" y="1"/>
                            <a:pt x="9" y="5"/>
                            <a:pt x="15" y="5"/>
                          </a:cubicBezTo>
                          <a:cubicBezTo>
                            <a:pt x="15" y="10"/>
                            <a:pt x="12" y="10"/>
                            <a:pt x="11" y="12"/>
                          </a:cubicBezTo>
                          <a:cubicBezTo>
                            <a:pt x="10" y="12"/>
                            <a:pt x="10" y="12"/>
                            <a:pt x="10" y="12"/>
                          </a:cubicBezTo>
                          <a:lnTo>
                            <a:pt x="9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2" name="Freeform 308"/>
                    <p:cNvSpPr>
                      <a:spLocks/>
                    </p:cNvSpPr>
                    <p:nvPr/>
                  </p:nvSpPr>
                  <p:spPr bwMode="auto">
                    <a:xfrm>
                      <a:off x="894" y="952"/>
                      <a:ext cx="20" cy="25"/>
                    </a:xfrm>
                    <a:custGeom>
                      <a:avLst/>
                      <a:gdLst>
                        <a:gd name="T0" fmla="*/ 9 w 14"/>
                        <a:gd name="T1" fmla="*/ 2 h 17"/>
                        <a:gd name="T2" fmla="*/ 10 w 14"/>
                        <a:gd name="T3" fmla="*/ 0 h 17"/>
                        <a:gd name="T4" fmla="*/ 14 w 14"/>
                        <a:gd name="T5" fmla="*/ 0 h 17"/>
                        <a:gd name="T6" fmla="*/ 14 w 14"/>
                        <a:gd name="T7" fmla="*/ 13 h 17"/>
                        <a:gd name="T8" fmla="*/ 6 w 14"/>
                        <a:gd name="T9" fmla="*/ 12 h 17"/>
                        <a:gd name="T10" fmla="*/ 7 w 14"/>
                        <a:gd name="T11" fmla="*/ 15 h 17"/>
                        <a:gd name="T12" fmla="*/ 5 w 14"/>
                        <a:gd name="T13" fmla="*/ 16 h 17"/>
                        <a:gd name="T14" fmla="*/ 4 w 14"/>
                        <a:gd name="T15" fmla="*/ 17 h 17"/>
                        <a:gd name="T16" fmla="*/ 0 w 14"/>
                        <a:gd name="T17" fmla="*/ 14 h 17"/>
                        <a:gd name="T18" fmla="*/ 0 w 14"/>
                        <a:gd name="T19" fmla="*/ 12 h 17"/>
                        <a:gd name="T20" fmla="*/ 1 w 14"/>
                        <a:gd name="T21" fmla="*/ 12 h 17"/>
                        <a:gd name="T22" fmla="*/ 2 w 14"/>
                        <a:gd name="T23" fmla="*/ 11 h 17"/>
                        <a:gd name="T24" fmla="*/ 8 w 14"/>
                        <a:gd name="T25" fmla="*/ 1 h 17"/>
                        <a:gd name="T26" fmla="*/ 9 w 14"/>
                        <a:gd name="T27" fmla="*/ 2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14" h="17">
                          <a:moveTo>
                            <a:pt x="9" y="2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4" y="13"/>
                            <a:pt x="14" y="13"/>
                            <a:pt x="14" y="13"/>
                          </a:cubicBezTo>
                          <a:cubicBezTo>
                            <a:pt x="11" y="13"/>
                            <a:pt x="9" y="12"/>
                            <a:pt x="6" y="12"/>
                          </a:cubicBezTo>
                          <a:cubicBezTo>
                            <a:pt x="6" y="14"/>
                            <a:pt x="7" y="14"/>
                            <a:pt x="7" y="15"/>
                          </a:cubicBezTo>
                          <a:cubicBezTo>
                            <a:pt x="5" y="16"/>
                            <a:pt x="5" y="16"/>
                            <a:pt x="5" y="16"/>
                          </a:cubicBezTo>
                          <a:cubicBezTo>
                            <a:pt x="4" y="17"/>
                            <a:pt x="4" y="17"/>
                            <a:pt x="4" y="17"/>
                          </a:cubicBezTo>
                          <a:cubicBezTo>
                            <a:pt x="1" y="17"/>
                            <a:pt x="2" y="14"/>
                            <a:pt x="0" y="14"/>
                          </a:cubicBezTo>
                          <a:cubicBezTo>
                            <a:pt x="0" y="12"/>
                            <a:pt x="0" y="12"/>
                            <a:pt x="0" y="12"/>
                          </a:cubicBezTo>
                          <a:cubicBezTo>
                            <a:pt x="1" y="12"/>
                            <a:pt x="1" y="12"/>
                            <a:pt x="1" y="12"/>
                          </a:cubicBezTo>
                          <a:cubicBezTo>
                            <a:pt x="2" y="11"/>
                            <a:pt x="2" y="11"/>
                            <a:pt x="2" y="11"/>
                          </a:cubicBezTo>
                          <a:cubicBezTo>
                            <a:pt x="5" y="8"/>
                            <a:pt x="7" y="6"/>
                            <a:pt x="8" y="1"/>
                          </a:cubicBezTo>
                          <a:lnTo>
                            <a:pt x="9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3" name="Freeform 309"/>
                    <p:cNvSpPr>
                      <a:spLocks/>
                    </p:cNvSpPr>
                    <p:nvPr/>
                  </p:nvSpPr>
                  <p:spPr bwMode="auto">
                    <a:xfrm>
                      <a:off x="946" y="942"/>
                      <a:ext cx="5" cy="7"/>
                    </a:xfrm>
                    <a:custGeom>
                      <a:avLst/>
                      <a:gdLst>
                        <a:gd name="T0" fmla="*/ 0 w 3"/>
                        <a:gd name="T1" fmla="*/ 0 h 5"/>
                        <a:gd name="T2" fmla="*/ 3 w 3"/>
                        <a:gd name="T3" fmla="*/ 4 h 5"/>
                        <a:gd name="T4" fmla="*/ 0 w 3"/>
                        <a:gd name="T5" fmla="*/ 5 h 5"/>
                        <a:gd name="T6" fmla="*/ 0 w 3"/>
                        <a:gd name="T7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0"/>
                          </a:moveTo>
                          <a:cubicBezTo>
                            <a:pt x="2" y="1"/>
                            <a:pt x="3" y="2"/>
                            <a:pt x="3" y="4"/>
                          </a:cubicBezTo>
                          <a:cubicBezTo>
                            <a:pt x="3" y="5"/>
                            <a:pt x="1" y="5"/>
                            <a:pt x="0" y="5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4" name="Freeform 310"/>
                    <p:cNvSpPr>
                      <a:spLocks/>
                    </p:cNvSpPr>
                    <p:nvPr/>
                  </p:nvSpPr>
                  <p:spPr bwMode="auto">
                    <a:xfrm>
                      <a:off x="1265" y="959"/>
                      <a:ext cx="10" cy="10"/>
                    </a:xfrm>
                    <a:custGeom>
                      <a:avLst/>
                      <a:gdLst>
                        <a:gd name="T0" fmla="*/ 3 w 7"/>
                        <a:gd name="T1" fmla="*/ 0 h 7"/>
                        <a:gd name="T2" fmla="*/ 7 w 7"/>
                        <a:gd name="T3" fmla="*/ 0 h 7"/>
                        <a:gd name="T4" fmla="*/ 0 w 7"/>
                        <a:gd name="T5" fmla="*/ 7 h 7"/>
                        <a:gd name="T6" fmla="*/ 0 w 7"/>
                        <a:gd name="T7" fmla="*/ 1 h 7"/>
                        <a:gd name="T8" fmla="*/ 2 w 7"/>
                        <a:gd name="T9" fmla="*/ 1 h 7"/>
                        <a:gd name="T10" fmla="*/ 3 w 7"/>
                        <a:gd name="T11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7">
                          <a:moveTo>
                            <a:pt x="3" y="0"/>
                          </a:moveTo>
                          <a:cubicBezTo>
                            <a:pt x="7" y="0"/>
                            <a:pt x="7" y="0"/>
                            <a:pt x="7" y="0"/>
                          </a:cubicBezTo>
                          <a:cubicBezTo>
                            <a:pt x="6" y="3"/>
                            <a:pt x="3" y="5"/>
                            <a:pt x="0" y="7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2" y="1"/>
                            <a:pt x="2" y="1"/>
                            <a:pt x="2" y="1"/>
                          </a:cubicBez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5" name="Freeform 311"/>
                    <p:cNvSpPr>
                      <a:spLocks/>
                    </p:cNvSpPr>
                    <p:nvPr/>
                  </p:nvSpPr>
                  <p:spPr bwMode="auto">
                    <a:xfrm>
                      <a:off x="853" y="958"/>
                      <a:ext cx="9" cy="10"/>
                    </a:xfrm>
                    <a:custGeom>
                      <a:avLst/>
                      <a:gdLst>
                        <a:gd name="T0" fmla="*/ 5 w 6"/>
                        <a:gd name="T1" fmla="*/ 1 h 7"/>
                        <a:gd name="T2" fmla="*/ 5 w 6"/>
                        <a:gd name="T3" fmla="*/ 7 h 7"/>
                        <a:gd name="T4" fmla="*/ 0 w 6"/>
                        <a:gd name="T5" fmla="*/ 4 h 7"/>
                        <a:gd name="T6" fmla="*/ 5 w 6"/>
                        <a:gd name="T7" fmla="*/ 1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5" y="1"/>
                          </a:moveTo>
                          <a:cubicBezTo>
                            <a:pt x="6" y="2"/>
                            <a:pt x="5" y="4"/>
                            <a:pt x="5" y="7"/>
                          </a:cubicBezTo>
                          <a:cubicBezTo>
                            <a:pt x="3" y="7"/>
                            <a:pt x="1" y="6"/>
                            <a:pt x="0" y="4"/>
                          </a:cubicBezTo>
                          <a:cubicBezTo>
                            <a:pt x="1" y="2"/>
                            <a:pt x="2" y="0"/>
                            <a:pt x="5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6" name="Freeform 312"/>
                    <p:cNvSpPr>
                      <a:spLocks/>
                    </p:cNvSpPr>
                    <p:nvPr/>
                  </p:nvSpPr>
                  <p:spPr bwMode="auto">
                    <a:xfrm>
                      <a:off x="958" y="972"/>
                      <a:ext cx="9" cy="12"/>
                    </a:xfrm>
                    <a:custGeom>
                      <a:avLst/>
                      <a:gdLst>
                        <a:gd name="T0" fmla="*/ 0 w 6"/>
                        <a:gd name="T1" fmla="*/ 5 h 8"/>
                        <a:gd name="T2" fmla="*/ 3 w 6"/>
                        <a:gd name="T3" fmla="*/ 0 h 8"/>
                        <a:gd name="T4" fmla="*/ 6 w 6"/>
                        <a:gd name="T5" fmla="*/ 0 h 8"/>
                        <a:gd name="T6" fmla="*/ 2 w 6"/>
                        <a:gd name="T7" fmla="*/ 8 h 8"/>
                        <a:gd name="T8" fmla="*/ 2 w 6"/>
                        <a:gd name="T9" fmla="*/ 6 h 8"/>
                        <a:gd name="T10" fmla="*/ 0 w 6"/>
                        <a:gd name="T11" fmla="*/ 5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" h="8">
                          <a:moveTo>
                            <a:pt x="0" y="5"/>
                          </a:moveTo>
                          <a:cubicBezTo>
                            <a:pt x="0" y="3"/>
                            <a:pt x="3" y="2"/>
                            <a:pt x="3" y="0"/>
                          </a:cubicBez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6" y="4"/>
                            <a:pt x="5" y="7"/>
                            <a:pt x="2" y="8"/>
                          </a:cubicBezTo>
                          <a:cubicBezTo>
                            <a:pt x="2" y="6"/>
                            <a:pt x="2" y="6"/>
                            <a:pt x="2" y="6"/>
                          </a:cubicBezTo>
                          <a:lnTo>
                            <a:pt x="0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7" name="Freeform 313"/>
                    <p:cNvSpPr>
                      <a:spLocks/>
                    </p:cNvSpPr>
                    <p:nvPr/>
                  </p:nvSpPr>
                  <p:spPr bwMode="auto">
                    <a:xfrm>
                      <a:off x="946" y="981"/>
                      <a:ext cx="15" cy="13"/>
                    </a:xfrm>
                    <a:custGeom>
                      <a:avLst/>
                      <a:gdLst>
                        <a:gd name="T0" fmla="*/ 8 w 10"/>
                        <a:gd name="T1" fmla="*/ 2 h 9"/>
                        <a:gd name="T2" fmla="*/ 10 w 10"/>
                        <a:gd name="T3" fmla="*/ 2 h 9"/>
                        <a:gd name="T4" fmla="*/ 10 w 10"/>
                        <a:gd name="T5" fmla="*/ 3 h 9"/>
                        <a:gd name="T6" fmla="*/ 9 w 10"/>
                        <a:gd name="T7" fmla="*/ 2 h 9"/>
                        <a:gd name="T8" fmla="*/ 9 w 10"/>
                        <a:gd name="T9" fmla="*/ 4 h 9"/>
                        <a:gd name="T10" fmla="*/ 6 w 10"/>
                        <a:gd name="T11" fmla="*/ 9 h 9"/>
                        <a:gd name="T12" fmla="*/ 0 w 10"/>
                        <a:gd name="T13" fmla="*/ 4 h 9"/>
                        <a:gd name="T14" fmla="*/ 2 w 10"/>
                        <a:gd name="T15" fmla="*/ 0 h 9"/>
                        <a:gd name="T16" fmla="*/ 3 w 10"/>
                        <a:gd name="T17" fmla="*/ 1 h 9"/>
                        <a:gd name="T18" fmla="*/ 4 w 10"/>
                        <a:gd name="T19" fmla="*/ 1 h 9"/>
                        <a:gd name="T20" fmla="*/ 7 w 10"/>
                        <a:gd name="T21" fmla="*/ 1 h 9"/>
                        <a:gd name="T22" fmla="*/ 8 w 10"/>
                        <a:gd name="T23" fmla="*/ 2 h 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0" h="9">
                          <a:moveTo>
                            <a:pt x="8" y="2"/>
                          </a:moveTo>
                          <a:cubicBezTo>
                            <a:pt x="10" y="2"/>
                            <a:pt x="10" y="2"/>
                            <a:pt x="10" y="2"/>
                          </a:cubicBezTo>
                          <a:cubicBezTo>
                            <a:pt x="10" y="3"/>
                            <a:pt x="10" y="3"/>
                            <a:pt x="10" y="3"/>
                          </a:cubicBezTo>
                          <a:cubicBezTo>
                            <a:pt x="9" y="2"/>
                            <a:pt x="9" y="2"/>
                            <a:pt x="9" y="2"/>
                          </a:cubicBezTo>
                          <a:cubicBezTo>
                            <a:pt x="9" y="4"/>
                            <a:pt x="9" y="4"/>
                            <a:pt x="9" y="4"/>
                          </a:cubicBezTo>
                          <a:cubicBezTo>
                            <a:pt x="9" y="6"/>
                            <a:pt x="7" y="7"/>
                            <a:pt x="6" y="9"/>
                          </a:cubicBezTo>
                          <a:cubicBezTo>
                            <a:pt x="5" y="5"/>
                            <a:pt x="2" y="4"/>
                            <a:pt x="0" y="4"/>
                          </a:cubicBezTo>
                          <a:cubicBezTo>
                            <a:pt x="0" y="3"/>
                            <a:pt x="2" y="2"/>
                            <a:pt x="2" y="0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4" y="1"/>
                            <a:pt x="4" y="1"/>
                            <a:pt x="4" y="1"/>
                          </a:cubicBezTo>
                          <a:cubicBezTo>
                            <a:pt x="7" y="1"/>
                            <a:pt x="7" y="1"/>
                            <a:pt x="7" y="1"/>
                          </a:cubicBezTo>
                          <a:lnTo>
                            <a:pt x="8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8" name="Freeform 314"/>
                    <p:cNvSpPr>
                      <a:spLocks/>
                    </p:cNvSpPr>
                    <p:nvPr/>
                  </p:nvSpPr>
                  <p:spPr bwMode="auto">
                    <a:xfrm>
                      <a:off x="946" y="974"/>
                      <a:ext cx="6" cy="9"/>
                    </a:xfrm>
                    <a:custGeom>
                      <a:avLst/>
                      <a:gdLst>
                        <a:gd name="T0" fmla="*/ 3 w 4"/>
                        <a:gd name="T1" fmla="*/ 4 h 6"/>
                        <a:gd name="T2" fmla="*/ 2 w 4"/>
                        <a:gd name="T3" fmla="*/ 5 h 6"/>
                        <a:gd name="T4" fmla="*/ 0 w 4"/>
                        <a:gd name="T5" fmla="*/ 1 h 6"/>
                        <a:gd name="T6" fmla="*/ 4 w 4"/>
                        <a:gd name="T7" fmla="*/ 0 h 6"/>
                        <a:gd name="T8" fmla="*/ 4 w 4"/>
                        <a:gd name="T9" fmla="*/ 4 h 6"/>
                        <a:gd name="T10" fmla="*/ 3 w 4"/>
                        <a:gd name="T11" fmla="*/ 4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" h="6">
                          <a:moveTo>
                            <a:pt x="3" y="4"/>
                          </a:moveTo>
                          <a:cubicBezTo>
                            <a:pt x="2" y="5"/>
                            <a:pt x="2" y="5"/>
                            <a:pt x="2" y="5"/>
                          </a:cubicBezTo>
                          <a:cubicBezTo>
                            <a:pt x="0" y="6"/>
                            <a:pt x="0" y="3"/>
                            <a:pt x="0" y="1"/>
                          </a:cubicBezTo>
                          <a:cubicBezTo>
                            <a:pt x="1" y="0"/>
                            <a:pt x="2" y="0"/>
                            <a:pt x="4" y="0"/>
                          </a:cubicBezTo>
                          <a:cubicBezTo>
                            <a:pt x="4" y="4"/>
                            <a:pt x="4" y="4"/>
                            <a:pt x="4" y="4"/>
                          </a:cubicBezTo>
                          <a:lnTo>
                            <a:pt x="3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9" name="Freeform 315"/>
                    <p:cNvSpPr>
                      <a:spLocks/>
                    </p:cNvSpPr>
                    <p:nvPr/>
                  </p:nvSpPr>
                  <p:spPr bwMode="auto">
                    <a:xfrm>
                      <a:off x="894" y="987"/>
                      <a:ext cx="4" cy="7"/>
                    </a:xfrm>
                    <a:custGeom>
                      <a:avLst/>
                      <a:gdLst>
                        <a:gd name="T0" fmla="*/ 0 w 3"/>
                        <a:gd name="T1" fmla="*/ 0 h 5"/>
                        <a:gd name="T2" fmla="*/ 3 w 3"/>
                        <a:gd name="T3" fmla="*/ 1 h 5"/>
                        <a:gd name="T4" fmla="*/ 0 w 3"/>
                        <a:gd name="T5" fmla="*/ 5 h 5"/>
                        <a:gd name="T6" fmla="*/ 0 w 3"/>
                        <a:gd name="T7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0"/>
                          </a:moveTo>
                          <a:cubicBezTo>
                            <a:pt x="1" y="0"/>
                            <a:pt x="2" y="1"/>
                            <a:pt x="3" y="1"/>
                          </a:cubicBezTo>
                          <a:cubicBezTo>
                            <a:pt x="2" y="3"/>
                            <a:pt x="2" y="5"/>
                            <a:pt x="0" y="5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0" name="Freeform 316"/>
                    <p:cNvSpPr>
                      <a:spLocks/>
                    </p:cNvSpPr>
                    <p:nvPr/>
                  </p:nvSpPr>
                  <p:spPr bwMode="auto">
                    <a:xfrm>
                      <a:off x="945" y="996"/>
                      <a:ext cx="23" cy="25"/>
                    </a:xfrm>
                    <a:custGeom>
                      <a:avLst/>
                      <a:gdLst>
                        <a:gd name="T0" fmla="*/ 8 w 16"/>
                        <a:gd name="T1" fmla="*/ 16 h 17"/>
                        <a:gd name="T2" fmla="*/ 1 w 16"/>
                        <a:gd name="T3" fmla="*/ 15 h 17"/>
                        <a:gd name="T4" fmla="*/ 2 w 16"/>
                        <a:gd name="T5" fmla="*/ 1 h 17"/>
                        <a:gd name="T6" fmla="*/ 13 w 16"/>
                        <a:gd name="T7" fmla="*/ 0 h 17"/>
                        <a:gd name="T8" fmla="*/ 13 w 16"/>
                        <a:gd name="T9" fmla="*/ 1 h 17"/>
                        <a:gd name="T10" fmla="*/ 13 w 16"/>
                        <a:gd name="T11" fmla="*/ 4 h 17"/>
                        <a:gd name="T12" fmla="*/ 12 w 16"/>
                        <a:gd name="T13" fmla="*/ 4 h 17"/>
                        <a:gd name="T14" fmla="*/ 12 w 16"/>
                        <a:gd name="T15" fmla="*/ 6 h 17"/>
                        <a:gd name="T16" fmla="*/ 7 w 16"/>
                        <a:gd name="T17" fmla="*/ 6 h 17"/>
                        <a:gd name="T18" fmla="*/ 13 w 16"/>
                        <a:gd name="T19" fmla="*/ 9 h 17"/>
                        <a:gd name="T20" fmla="*/ 13 w 16"/>
                        <a:gd name="T21" fmla="*/ 10 h 17"/>
                        <a:gd name="T22" fmla="*/ 15 w 16"/>
                        <a:gd name="T23" fmla="*/ 11 h 17"/>
                        <a:gd name="T24" fmla="*/ 15 w 16"/>
                        <a:gd name="T25" fmla="*/ 12 h 17"/>
                        <a:gd name="T26" fmla="*/ 10 w 16"/>
                        <a:gd name="T27" fmla="*/ 12 h 17"/>
                        <a:gd name="T28" fmla="*/ 10 w 16"/>
                        <a:gd name="T29" fmla="*/ 15 h 17"/>
                        <a:gd name="T30" fmla="*/ 9 w 16"/>
                        <a:gd name="T31" fmla="*/ 15 h 17"/>
                        <a:gd name="T32" fmla="*/ 8 w 16"/>
                        <a:gd name="T33" fmla="*/ 16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6" h="17">
                          <a:moveTo>
                            <a:pt x="8" y="16"/>
                          </a:moveTo>
                          <a:cubicBezTo>
                            <a:pt x="4" y="17"/>
                            <a:pt x="4" y="15"/>
                            <a:pt x="1" y="15"/>
                          </a:cubicBezTo>
                          <a:cubicBezTo>
                            <a:pt x="0" y="9"/>
                            <a:pt x="2" y="7"/>
                            <a:pt x="2" y="1"/>
                          </a:cubicBezTo>
                          <a:cubicBezTo>
                            <a:pt x="5" y="2"/>
                            <a:pt x="11" y="3"/>
                            <a:pt x="13" y="0"/>
                          </a:cubicBezTo>
                          <a:cubicBezTo>
                            <a:pt x="14" y="0"/>
                            <a:pt x="16" y="2"/>
                            <a:pt x="13" y="1"/>
                          </a:cubicBezTo>
                          <a:cubicBezTo>
                            <a:pt x="13" y="4"/>
                            <a:pt x="13" y="4"/>
                            <a:pt x="13" y="4"/>
                          </a:cubicBezTo>
                          <a:cubicBezTo>
                            <a:pt x="12" y="4"/>
                            <a:pt x="12" y="4"/>
                            <a:pt x="12" y="4"/>
                          </a:cubicBezTo>
                          <a:cubicBezTo>
                            <a:pt x="12" y="6"/>
                            <a:pt x="12" y="6"/>
                            <a:pt x="12" y="6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cubicBezTo>
                            <a:pt x="7" y="9"/>
                            <a:pt x="11" y="8"/>
                            <a:pt x="13" y="9"/>
                          </a:cubicBezTo>
                          <a:cubicBezTo>
                            <a:pt x="13" y="10"/>
                            <a:pt x="13" y="10"/>
                            <a:pt x="13" y="10"/>
                          </a:cubicBezTo>
                          <a:cubicBezTo>
                            <a:pt x="15" y="11"/>
                            <a:pt x="15" y="11"/>
                            <a:pt x="15" y="11"/>
                          </a:cubicBezTo>
                          <a:cubicBezTo>
                            <a:pt x="15" y="12"/>
                            <a:pt x="15" y="12"/>
                            <a:pt x="15" y="12"/>
                          </a:cubicBezTo>
                          <a:cubicBezTo>
                            <a:pt x="13" y="13"/>
                            <a:pt x="13" y="11"/>
                            <a:pt x="10" y="12"/>
                          </a:cubicBezTo>
                          <a:cubicBezTo>
                            <a:pt x="10" y="15"/>
                            <a:pt x="10" y="15"/>
                            <a:pt x="10" y="15"/>
                          </a:cubicBezTo>
                          <a:cubicBezTo>
                            <a:pt x="9" y="15"/>
                            <a:pt x="9" y="15"/>
                            <a:pt x="9" y="15"/>
                          </a:cubicBezTo>
                          <a:lnTo>
                            <a:pt x="8" y="1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1" name="Freeform 317"/>
                    <p:cNvSpPr>
                      <a:spLocks/>
                    </p:cNvSpPr>
                    <p:nvPr/>
                  </p:nvSpPr>
                  <p:spPr bwMode="auto">
                    <a:xfrm>
                      <a:off x="945" y="1022"/>
                      <a:ext cx="25" cy="72"/>
                    </a:xfrm>
                    <a:custGeom>
                      <a:avLst/>
                      <a:gdLst>
                        <a:gd name="T0" fmla="*/ 1 w 17"/>
                        <a:gd name="T1" fmla="*/ 26 h 49"/>
                        <a:gd name="T2" fmla="*/ 1 w 17"/>
                        <a:gd name="T3" fmla="*/ 0 h 49"/>
                        <a:gd name="T4" fmla="*/ 9 w 17"/>
                        <a:gd name="T5" fmla="*/ 4 h 49"/>
                        <a:gd name="T6" fmla="*/ 15 w 17"/>
                        <a:gd name="T7" fmla="*/ 0 h 49"/>
                        <a:gd name="T8" fmla="*/ 15 w 17"/>
                        <a:gd name="T9" fmla="*/ 7 h 49"/>
                        <a:gd name="T10" fmla="*/ 13 w 17"/>
                        <a:gd name="T11" fmla="*/ 7 h 49"/>
                        <a:gd name="T12" fmla="*/ 13 w 17"/>
                        <a:gd name="T13" fmla="*/ 8 h 49"/>
                        <a:gd name="T14" fmla="*/ 5 w 17"/>
                        <a:gd name="T15" fmla="*/ 12 h 49"/>
                        <a:gd name="T16" fmla="*/ 9 w 17"/>
                        <a:gd name="T17" fmla="*/ 13 h 49"/>
                        <a:gd name="T18" fmla="*/ 10 w 17"/>
                        <a:gd name="T19" fmla="*/ 14 h 49"/>
                        <a:gd name="T20" fmla="*/ 10 w 17"/>
                        <a:gd name="T21" fmla="*/ 15 h 49"/>
                        <a:gd name="T22" fmla="*/ 9 w 17"/>
                        <a:gd name="T23" fmla="*/ 15 h 49"/>
                        <a:gd name="T24" fmla="*/ 11 w 17"/>
                        <a:gd name="T25" fmla="*/ 16 h 49"/>
                        <a:gd name="T26" fmla="*/ 12 w 17"/>
                        <a:gd name="T27" fmla="*/ 15 h 49"/>
                        <a:gd name="T28" fmla="*/ 11 w 17"/>
                        <a:gd name="T29" fmla="*/ 13 h 49"/>
                        <a:gd name="T30" fmla="*/ 13 w 17"/>
                        <a:gd name="T31" fmla="*/ 13 h 49"/>
                        <a:gd name="T32" fmla="*/ 13 w 17"/>
                        <a:gd name="T33" fmla="*/ 15 h 49"/>
                        <a:gd name="T34" fmla="*/ 15 w 17"/>
                        <a:gd name="T35" fmla="*/ 14 h 49"/>
                        <a:gd name="T36" fmla="*/ 12 w 17"/>
                        <a:gd name="T37" fmla="*/ 22 h 49"/>
                        <a:gd name="T38" fmla="*/ 12 w 17"/>
                        <a:gd name="T39" fmla="*/ 32 h 49"/>
                        <a:gd name="T40" fmla="*/ 15 w 17"/>
                        <a:gd name="T41" fmla="*/ 37 h 49"/>
                        <a:gd name="T42" fmla="*/ 11 w 17"/>
                        <a:gd name="T43" fmla="*/ 39 h 49"/>
                        <a:gd name="T44" fmla="*/ 15 w 17"/>
                        <a:gd name="T45" fmla="*/ 49 h 49"/>
                        <a:gd name="T46" fmla="*/ 2 w 17"/>
                        <a:gd name="T47" fmla="*/ 49 h 49"/>
                        <a:gd name="T48" fmla="*/ 1 w 17"/>
                        <a:gd name="T49" fmla="*/ 30 h 49"/>
                        <a:gd name="T50" fmla="*/ 2 w 17"/>
                        <a:gd name="T51" fmla="*/ 30 h 49"/>
                        <a:gd name="T52" fmla="*/ 3 w 17"/>
                        <a:gd name="T53" fmla="*/ 29 h 49"/>
                        <a:gd name="T54" fmla="*/ 8 w 17"/>
                        <a:gd name="T55" fmla="*/ 28 h 49"/>
                        <a:gd name="T56" fmla="*/ 3 w 17"/>
                        <a:gd name="T57" fmla="*/ 27 h 49"/>
                        <a:gd name="T58" fmla="*/ 2 w 17"/>
                        <a:gd name="T59" fmla="*/ 26 h 49"/>
                        <a:gd name="T60" fmla="*/ 1 w 17"/>
                        <a:gd name="T61" fmla="*/ 26 h 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7" h="49">
                          <a:moveTo>
                            <a:pt x="1" y="26"/>
                          </a:moveTo>
                          <a:cubicBezTo>
                            <a:pt x="1" y="16"/>
                            <a:pt x="1" y="8"/>
                            <a:pt x="1" y="0"/>
                          </a:cubicBezTo>
                          <a:cubicBezTo>
                            <a:pt x="5" y="1"/>
                            <a:pt x="7" y="2"/>
                            <a:pt x="9" y="4"/>
                          </a:cubicBezTo>
                          <a:cubicBezTo>
                            <a:pt x="12" y="4"/>
                            <a:pt x="11" y="0"/>
                            <a:pt x="15" y="0"/>
                          </a:cubicBezTo>
                          <a:cubicBezTo>
                            <a:pt x="15" y="7"/>
                            <a:pt x="15" y="7"/>
                            <a:pt x="15" y="7"/>
                          </a:cubicBezTo>
                          <a:cubicBezTo>
                            <a:pt x="13" y="7"/>
                            <a:pt x="13" y="7"/>
                            <a:pt x="13" y="7"/>
                          </a:cubicBezTo>
                          <a:cubicBezTo>
                            <a:pt x="13" y="8"/>
                            <a:pt x="13" y="8"/>
                            <a:pt x="13" y="8"/>
                          </a:cubicBezTo>
                          <a:cubicBezTo>
                            <a:pt x="11" y="5"/>
                            <a:pt x="5" y="8"/>
                            <a:pt x="5" y="12"/>
                          </a:cubicBezTo>
                          <a:cubicBezTo>
                            <a:pt x="7" y="12"/>
                            <a:pt x="9" y="12"/>
                            <a:pt x="9" y="13"/>
                          </a:cubicBezTo>
                          <a:cubicBezTo>
                            <a:pt x="10" y="14"/>
                            <a:pt x="10" y="14"/>
                            <a:pt x="10" y="14"/>
                          </a:cubicBezTo>
                          <a:cubicBezTo>
                            <a:pt x="10" y="15"/>
                            <a:pt x="10" y="15"/>
                            <a:pt x="10" y="15"/>
                          </a:cubicBezTo>
                          <a:cubicBezTo>
                            <a:pt x="9" y="15"/>
                            <a:pt x="9" y="15"/>
                            <a:pt x="9" y="15"/>
                          </a:cubicBezTo>
                          <a:cubicBezTo>
                            <a:pt x="8" y="18"/>
                            <a:pt x="12" y="19"/>
                            <a:pt x="11" y="16"/>
                          </a:cubicBezTo>
                          <a:cubicBezTo>
                            <a:pt x="12" y="15"/>
                            <a:pt x="12" y="15"/>
                            <a:pt x="12" y="15"/>
                          </a:cubicBezTo>
                          <a:cubicBezTo>
                            <a:pt x="11" y="13"/>
                            <a:pt x="11" y="13"/>
                            <a:pt x="11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5" y="14"/>
                            <a:pt x="15" y="14"/>
                            <a:pt x="15" y="14"/>
                          </a:cubicBezTo>
                          <a:cubicBezTo>
                            <a:pt x="14" y="17"/>
                            <a:pt x="17" y="23"/>
                            <a:pt x="12" y="22"/>
                          </a:cubicBezTo>
                          <a:cubicBezTo>
                            <a:pt x="15" y="23"/>
                            <a:pt x="16" y="31"/>
                            <a:pt x="12" y="32"/>
                          </a:cubicBezTo>
                          <a:cubicBezTo>
                            <a:pt x="13" y="34"/>
                            <a:pt x="16" y="34"/>
                            <a:pt x="15" y="37"/>
                          </a:cubicBezTo>
                          <a:cubicBezTo>
                            <a:pt x="15" y="41"/>
                            <a:pt x="12" y="37"/>
                            <a:pt x="11" y="39"/>
                          </a:cubicBezTo>
                          <a:cubicBezTo>
                            <a:pt x="11" y="44"/>
                            <a:pt x="16" y="44"/>
                            <a:pt x="15" y="49"/>
                          </a:cubicBezTo>
                          <a:cubicBezTo>
                            <a:pt x="2" y="49"/>
                            <a:pt x="2" y="49"/>
                            <a:pt x="2" y="49"/>
                          </a:cubicBezTo>
                          <a:cubicBezTo>
                            <a:pt x="0" y="44"/>
                            <a:pt x="1" y="36"/>
                            <a:pt x="1" y="30"/>
                          </a:cubicBezTo>
                          <a:cubicBezTo>
                            <a:pt x="2" y="30"/>
                            <a:pt x="2" y="30"/>
                            <a:pt x="2" y="30"/>
                          </a:cubicBezTo>
                          <a:cubicBezTo>
                            <a:pt x="3" y="29"/>
                            <a:pt x="3" y="29"/>
                            <a:pt x="3" y="29"/>
                          </a:cubicBezTo>
                          <a:cubicBezTo>
                            <a:pt x="5" y="28"/>
                            <a:pt x="8" y="30"/>
                            <a:pt x="8" y="28"/>
                          </a:cubicBezTo>
                          <a:cubicBezTo>
                            <a:pt x="6" y="27"/>
                            <a:pt x="5" y="25"/>
                            <a:pt x="3" y="27"/>
                          </a:cubicBezTo>
                          <a:cubicBezTo>
                            <a:pt x="2" y="26"/>
                            <a:pt x="2" y="26"/>
                            <a:pt x="2" y="26"/>
                          </a:cubicBezTo>
                          <a:lnTo>
                            <a:pt x="1" y="2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2" name="Freeform 318"/>
                    <p:cNvSpPr>
                      <a:spLocks/>
                    </p:cNvSpPr>
                    <p:nvPr/>
                  </p:nvSpPr>
                  <p:spPr bwMode="auto">
                    <a:xfrm>
                      <a:off x="1044" y="232"/>
                      <a:ext cx="29" cy="67"/>
                    </a:xfrm>
                    <a:custGeom>
                      <a:avLst/>
                      <a:gdLst>
                        <a:gd name="T0" fmla="*/ 11 w 20"/>
                        <a:gd name="T1" fmla="*/ 0 h 46"/>
                        <a:gd name="T2" fmla="*/ 18 w 20"/>
                        <a:gd name="T3" fmla="*/ 2 h 46"/>
                        <a:gd name="T4" fmla="*/ 15 w 20"/>
                        <a:gd name="T5" fmla="*/ 22 h 46"/>
                        <a:gd name="T6" fmla="*/ 18 w 20"/>
                        <a:gd name="T7" fmla="*/ 22 h 46"/>
                        <a:gd name="T8" fmla="*/ 13 w 20"/>
                        <a:gd name="T9" fmla="*/ 29 h 46"/>
                        <a:gd name="T10" fmla="*/ 18 w 20"/>
                        <a:gd name="T11" fmla="*/ 30 h 46"/>
                        <a:gd name="T12" fmla="*/ 18 w 20"/>
                        <a:gd name="T13" fmla="*/ 45 h 46"/>
                        <a:gd name="T14" fmla="*/ 10 w 20"/>
                        <a:gd name="T15" fmla="*/ 42 h 46"/>
                        <a:gd name="T16" fmla="*/ 9 w 20"/>
                        <a:gd name="T17" fmla="*/ 42 h 46"/>
                        <a:gd name="T18" fmla="*/ 8 w 20"/>
                        <a:gd name="T19" fmla="*/ 43 h 46"/>
                        <a:gd name="T20" fmla="*/ 6 w 20"/>
                        <a:gd name="T21" fmla="*/ 22 h 46"/>
                        <a:gd name="T22" fmla="*/ 7 w 20"/>
                        <a:gd name="T23" fmla="*/ 21 h 46"/>
                        <a:gd name="T24" fmla="*/ 7 w 20"/>
                        <a:gd name="T25" fmla="*/ 20 h 46"/>
                        <a:gd name="T26" fmla="*/ 10 w 20"/>
                        <a:gd name="T27" fmla="*/ 20 h 46"/>
                        <a:gd name="T28" fmla="*/ 10 w 20"/>
                        <a:gd name="T29" fmla="*/ 16 h 46"/>
                        <a:gd name="T30" fmla="*/ 7 w 20"/>
                        <a:gd name="T31" fmla="*/ 16 h 46"/>
                        <a:gd name="T32" fmla="*/ 6 w 20"/>
                        <a:gd name="T33" fmla="*/ 15 h 46"/>
                        <a:gd name="T34" fmla="*/ 4 w 20"/>
                        <a:gd name="T35" fmla="*/ 16 h 46"/>
                        <a:gd name="T36" fmla="*/ 4 w 20"/>
                        <a:gd name="T37" fmla="*/ 9 h 46"/>
                        <a:gd name="T38" fmla="*/ 12 w 20"/>
                        <a:gd name="T39" fmla="*/ 7 h 46"/>
                        <a:gd name="T40" fmla="*/ 10 w 20"/>
                        <a:gd name="T41" fmla="*/ 2 h 46"/>
                        <a:gd name="T42" fmla="*/ 11 w 20"/>
                        <a:gd name="T43" fmla="*/ 1 h 46"/>
                        <a:gd name="T44" fmla="*/ 11 w 20"/>
                        <a:gd name="T45" fmla="*/ 0 h 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20" h="46">
                          <a:moveTo>
                            <a:pt x="11" y="0"/>
                          </a:moveTo>
                          <a:cubicBezTo>
                            <a:pt x="13" y="0"/>
                            <a:pt x="16" y="1"/>
                            <a:pt x="18" y="2"/>
                          </a:cubicBezTo>
                          <a:cubicBezTo>
                            <a:pt x="17" y="8"/>
                            <a:pt x="20" y="19"/>
                            <a:pt x="15" y="22"/>
                          </a:cubicBezTo>
                          <a:cubicBezTo>
                            <a:pt x="15" y="25"/>
                            <a:pt x="18" y="20"/>
                            <a:pt x="18" y="22"/>
                          </a:cubicBezTo>
                          <a:cubicBezTo>
                            <a:pt x="19" y="28"/>
                            <a:pt x="14" y="26"/>
                            <a:pt x="13" y="29"/>
                          </a:cubicBezTo>
                          <a:cubicBezTo>
                            <a:pt x="14" y="33"/>
                            <a:pt x="16" y="27"/>
                            <a:pt x="18" y="30"/>
                          </a:cubicBezTo>
                          <a:cubicBezTo>
                            <a:pt x="18" y="45"/>
                            <a:pt x="18" y="45"/>
                            <a:pt x="18" y="45"/>
                          </a:cubicBezTo>
                          <a:cubicBezTo>
                            <a:pt x="14" y="46"/>
                            <a:pt x="13" y="42"/>
                            <a:pt x="10" y="42"/>
                          </a:cubicBezTo>
                          <a:cubicBezTo>
                            <a:pt x="9" y="42"/>
                            <a:pt x="9" y="42"/>
                            <a:pt x="9" y="42"/>
                          </a:cubicBezTo>
                          <a:cubicBezTo>
                            <a:pt x="8" y="43"/>
                            <a:pt x="8" y="43"/>
                            <a:pt x="8" y="43"/>
                          </a:cubicBezTo>
                          <a:cubicBezTo>
                            <a:pt x="0" y="40"/>
                            <a:pt x="7" y="27"/>
                            <a:pt x="6" y="22"/>
                          </a:cubicBezTo>
                          <a:cubicBezTo>
                            <a:pt x="7" y="21"/>
                            <a:pt x="7" y="21"/>
                            <a:pt x="7" y="21"/>
                          </a:cubicBezTo>
                          <a:cubicBezTo>
                            <a:pt x="7" y="20"/>
                            <a:pt x="7" y="20"/>
                            <a:pt x="7" y="20"/>
                          </a:cubicBezTo>
                          <a:cubicBezTo>
                            <a:pt x="10" y="20"/>
                            <a:pt x="10" y="20"/>
                            <a:pt x="10" y="20"/>
                          </a:cubicBezTo>
                          <a:cubicBezTo>
                            <a:pt x="10" y="16"/>
                            <a:pt x="10" y="16"/>
                            <a:pt x="10" y="16"/>
                          </a:cubicBezTo>
                          <a:cubicBezTo>
                            <a:pt x="7" y="16"/>
                            <a:pt x="7" y="16"/>
                            <a:pt x="7" y="16"/>
                          </a:cubicBezTo>
                          <a:cubicBezTo>
                            <a:pt x="6" y="15"/>
                            <a:pt x="6" y="15"/>
                            <a:pt x="6" y="15"/>
                          </a:cubicBezTo>
                          <a:cubicBezTo>
                            <a:pt x="4" y="16"/>
                            <a:pt x="4" y="16"/>
                            <a:pt x="4" y="16"/>
                          </a:cubicBezTo>
                          <a:cubicBezTo>
                            <a:pt x="4" y="9"/>
                            <a:pt x="4" y="9"/>
                            <a:pt x="4" y="9"/>
                          </a:cubicBezTo>
                          <a:cubicBezTo>
                            <a:pt x="6" y="7"/>
                            <a:pt x="9" y="5"/>
                            <a:pt x="12" y="7"/>
                          </a:cubicBezTo>
                          <a:cubicBezTo>
                            <a:pt x="10" y="6"/>
                            <a:pt x="10" y="5"/>
                            <a:pt x="10" y="2"/>
                          </a:cubicBezTo>
                          <a:cubicBezTo>
                            <a:pt x="11" y="1"/>
                            <a:pt x="11" y="1"/>
                            <a:pt x="11" y="1"/>
                          </a:cubicBezTo>
                          <a:lnTo>
                            <a:pt x="11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3" name="Freeform 319"/>
                    <p:cNvSpPr>
                      <a:spLocks/>
                    </p:cNvSpPr>
                    <p:nvPr/>
                  </p:nvSpPr>
                  <p:spPr bwMode="auto">
                    <a:xfrm>
                      <a:off x="1049" y="295"/>
                      <a:ext cx="10" cy="9"/>
                    </a:xfrm>
                    <a:custGeom>
                      <a:avLst/>
                      <a:gdLst>
                        <a:gd name="T0" fmla="*/ 6 w 7"/>
                        <a:gd name="T1" fmla="*/ 2 h 6"/>
                        <a:gd name="T2" fmla="*/ 7 w 7"/>
                        <a:gd name="T3" fmla="*/ 2 h 6"/>
                        <a:gd name="T4" fmla="*/ 7 w 7"/>
                        <a:gd name="T5" fmla="*/ 5 h 6"/>
                        <a:gd name="T6" fmla="*/ 2 w 7"/>
                        <a:gd name="T7" fmla="*/ 6 h 6"/>
                        <a:gd name="T8" fmla="*/ 5 w 7"/>
                        <a:gd name="T9" fmla="*/ 1 h 6"/>
                        <a:gd name="T10" fmla="*/ 6 w 7"/>
                        <a:gd name="T11" fmla="*/ 2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6">
                          <a:moveTo>
                            <a:pt x="6" y="2"/>
                          </a:move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6" y="6"/>
                            <a:pt x="2" y="4"/>
                            <a:pt x="2" y="6"/>
                          </a:cubicBezTo>
                          <a:cubicBezTo>
                            <a:pt x="0" y="4"/>
                            <a:pt x="2" y="0"/>
                            <a:pt x="5" y="1"/>
                          </a:cubicBezTo>
                          <a:lnTo>
                            <a:pt x="6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4" name="Freeform 320"/>
                    <p:cNvSpPr>
                      <a:spLocks/>
                    </p:cNvSpPr>
                    <p:nvPr/>
                  </p:nvSpPr>
                  <p:spPr bwMode="auto">
                    <a:xfrm>
                      <a:off x="1060" y="345"/>
                      <a:ext cx="12" cy="17"/>
                    </a:xfrm>
                    <a:custGeom>
                      <a:avLst/>
                      <a:gdLst>
                        <a:gd name="T0" fmla="*/ 3 w 8"/>
                        <a:gd name="T1" fmla="*/ 11 h 12"/>
                        <a:gd name="T2" fmla="*/ 3 w 8"/>
                        <a:gd name="T3" fmla="*/ 3 h 12"/>
                        <a:gd name="T4" fmla="*/ 5 w 8"/>
                        <a:gd name="T5" fmla="*/ 12 h 12"/>
                        <a:gd name="T6" fmla="*/ 5 w 8"/>
                        <a:gd name="T7" fmla="*/ 10 h 12"/>
                        <a:gd name="T8" fmla="*/ 3 w 8"/>
                        <a:gd name="T9" fmla="*/ 11 h 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" h="12">
                          <a:moveTo>
                            <a:pt x="3" y="11"/>
                          </a:moveTo>
                          <a:cubicBezTo>
                            <a:pt x="4" y="7"/>
                            <a:pt x="0" y="6"/>
                            <a:pt x="3" y="3"/>
                          </a:cubicBezTo>
                          <a:cubicBezTo>
                            <a:pt x="8" y="0"/>
                            <a:pt x="8" y="11"/>
                            <a:pt x="5" y="12"/>
                          </a:cubicBezTo>
                          <a:cubicBezTo>
                            <a:pt x="5" y="10"/>
                            <a:pt x="5" y="10"/>
                            <a:pt x="5" y="10"/>
                          </a:cubicBezTo>
                          <a:lnTo>
                            <a:pt x="3" y="1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5" name="Freeform 321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049" y="304"/>
                      <a:ext cx="23" cy="64"/>
                    </a:xfrm>
                    <a:custGeom>
                      <a:avLst/>
                      <a:gdLst>
                        <a:gd name="T0" fmla="*/ 10 w 16"/>
                        <a:gd name="T1" fmla="*/ 41 h 44"/>
                        <a:gd name="T2" fmla="*/ 11 w 16"/>
                        <a:gd name="T3" fmla="*/ 42 h 44"/>
                        <a:gd name="T4" fmla="*/ 11 w 16"/>
                        <a:gd name="T5" fmla="*/ 43 h 44"/>
                        <a:gd name="T6" fmla="*/ 9 w 16"/>
                        <a:gd name="T7" fmla="*/ 43 h 44"/>
                        <a:gd name="T8" fmla="*/ 8 w 16"/>
                        <a:gd name="T9" fmla="*/ 44 h 44"/>
                        <a:gd name="T10" fmla="*/ 5 w 16"/>
                        <a:gd name="T11" fmla="*/ 42 h 44"/>
                        <a:gd name="T12" fmla="*/ 4 w 16"/>
                        <a:gd name="T13" fmla="*/ 44 h 44"/>
                        <a:gd name="T14" fmla="*/ 3 w 16"/>
                        <a:gd name="T15" fmla="*/ 43 h 44"/>
                        <a:gd name="T16" fmla="*/ 1 w 16"/>
                        <a:gd name="T17" fmla="*/ 43 h 44"/>
                        <a:gd name="T18" fmla="*/ 1 w 16"/>
                        <a:gd name="T19" fmla="*/ 33 h 44"/>
                        <a:gd name="T20" fmla="*/ 1 w 16"/>
                        <a:gd name="T21" fmla="*/ 28 h 44"/>
                        <a:gd name="T22" fmla="*/ 1 w 16"/>
                        <a:gd name="T23" fmla="*/ 3 h 44"/>
                        <a:gd name="T24" fmla="*/ 14 w 16"/>
                        <a:gd name="T25" fmla="*/ 0 h 44"/>
                        <a:gd name="T26" fmla="*/ 15 w 16"/>
                        <a:gd name="T27" fmla="*/ 10 h 44"/>
                        <a:gd name="T28" fmla="*/ 9 w 16"/>
                        <a:gd name="T29" fmla="*/ 8 h 44"/>
                        <a:gd name="T30" fmla="*/ 15 w 16"/>
                        <a:gd name="T31" fmla="*/ 15 h 44"/>
                        <a:gd name="T32" fmla="*/ 11 w 16"/>
                        <a:gd name="T33" fmla="*/ 30 h 44"/>
                        <a:gd name="T34" fmla="*/ 6 w 16"/>
                        <a:gd name="T35" fmla="*/ 29 h 44"/>
                        <a:gd name="T36" fmla="*/ 11 w 16"/>
                        <a:gd name="T37" fmla="*/ 40 h 44"/>
                        <a:gd name="T38" fmla="*/ 10 w 16"/>
                        <a:gd name="T39" fmla="*/ 41 h 44"/>
                        <a:gd name="T40" fmla="*/ 5 w 16"/>
                        <a:gd name="T41" fmla="*/ 19 h 44"/>
                        <a:gd name="T42" fmla="*/ 11 w 16"/>
                        <a:gd name="T43" fmla="*/ 19 h 44"/>
                        <a:gd name="T44" fmla="*/ 5 w 16"/>
                        <a:gd name="T45" fmla="*/ 19 h 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6" h="44">
                          <a:moveTo>
                            <a:pt x="10" y="41"/>
                          </a:moveTo>
                          <a:cubicBezTo>
                            <a:pt x="11" y="42"/>
                            <a:pt x="11" y="42"/>
                            <a:pt x="11" y="42"/>
                          </a:cubicBezTo>
                          <a:cubicBezTo>
                            <a:pt x="11" y="43"/>
                            <a:pt x="11" y="43"/>
                            <a:pt x="11" y="43"/>
                          </a:cubicBezTo>
                          <a:cubicBezTo>
                            <a:pt x="9" y="43"/>
                            <a:pt x="9" y="43"/>
                            <a:pt x="9" y="43"/>
                          </a:cubicBezTo>
                          <a:cubicBezTo>
                            <a:pt x="8" y="44"/>
                            <a:pt x="8" y="44"/>
                            <a:pt x="8" y="44"/>
                          </a:cubicBezTo>
                          <a:cubicBezTo>
                            <a:pt x="7" y="43"/>
                            <a:pt x="7" y="42"/>
                            <a:pt x="5" y="42"/>
                          </a:cubicBezTo>
                          <a:cubicBezTo>
                            <a:pt x="6" y="44"/>
                            <a:pt x="5" y="44"/>
                            <a:pt x="4" y="44"/>
                          </a:cubicBezTo>
                          <a:cubicBezTo>
                            <a:pt x="3" y="43"/>
                            <a:pt x="3" y="43"/>
                            <a:pt x="3" y="43"/>
                          </a:cubicBezTo>
                          <a:cubicBezTo>
                            <a:pt x="1" y="43"/>
                            <a:pt x="1" y="43"/>
                            <a:pt x="1" y="43"/>
                          </a:cubicBezTo>
                          <a:cubicBezTo>
                            <a:pt x="2" y="40"/>
                            <a:pt x="0" y="36"/>
                            <a:pt x="1" y="33"/>
                          </a:cubicBezTo>
                          <a:cubicBezTo>
                            <a:pt x="2" y="29"/>
                            <a:pt x="2" y="32"/>
                            <a:pt x="1" y="28"/>
                          </a:cubicBezTo>
                          <a:cubicBezTo>
                            <a:pt x="0" y="21"/>
                            <a:pt x="2" y="12"/>
                            <a:pt x="1" y="3"/>
                          </a:cubicBezTo>
                          <a:cubicBezTo>
                            <a:pt x="6" y="2"/>
                            <a:pt x="9" y="1"/>
                            <a:pt x="14" y="0"/>
                          </a:cubicBezTo>
                          <a:cubicBezTo>
                            <a:pt x="16" y="2"/>
                            <a:pt x="15" y="7"/>
                            <a:pt x="15" y="10"/>
                          </a:cubicBezTo>
                          <a:cubicBezTo>
                            <a:pt x="11" y="11"/>
                            <a:pt x="11" y="9"/>
                            <a:pt x="9" y="8"/>
                          </a:cubicBezTo>
                          <a:cubicBezTo>
                            <a:pt x="9" y="9"/>
                            <a:pt x="12" y="15"/>
                            <a:pt x="15" y="15"/>
                          </a:cubicBezTo>
                          <a:cubicBezTo>
                            <a:pt x="16" y="23"/>
                            <a:pt x="13" y="26"/>
                            <a:pt x="11" y="30"/>
                          </a:cubicBezTo>
                          <a:cubicBezTo>
                            <a:pt x="9" y="31"/>
                            <a:pt x="8" y="29"/>
                            <a:pt x="6" y="29"/>
                          </a:cubicBezTo>
                          <a:cubicBezTo>
                            <a:pt x="6" y="31"/>
                            <a:pt x="7" y="39"/>
                            <a:pt x="11" y="40"/>
                          </a:cubicBezTo>
                          <a:lnTo>
                            <a:pt x="10" y="41"/>
                          </a:lnTo>
                          <a:close/>
                          <a:moveTo>
                            <a:pt x="5" y="19"/>
                          </a:moveTo>
                          <a:cubicBezTo>
                            <a:pt x="7" y="19"/>
                            <a:pt x="10" y="21"/>
                            <a:pt x="11" y="19"/>
                          </a:cubicBezTo>
                          <a:cubicBezTo>
                            <a:pt x="10" y="18"/>
                            <a:pt x="6" y="16"/>
                            <a:pt x="5" y="19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6" name="Freeform 322"/>
                    <p:cNvSpPr>
                      <a:spLocks/>
                    </p:cNvSpPr>
                    <p:nvPr/>
                  </p:nvSpPr>
                  <p:spPr bwMode="auto">
                    <a:xfrm>
                      <a:off x="1050" y="371"/>
                      <a:ext cx="15" cy="22"/>
                    </a:xfrm>
                    <a:custGeom>
                      <a:avLst/>
                      <a:gdLst>
                        <a:gd name="T0" fmla="*/ 7 w 10"/>
                        <a:gd name="T1" fmla="*/ 2 h 15"/>
                        <a:gd name="T2" fmla="*/ 8 w 10"/>
                        <a:gd name="T3" fmla="*/ 1 h 15"/>
                        <a:gd name="T4" fmla="*/ 10 w 10"/>
                        <a:gd name="T5" fmla="*/ 8 h 15"/>
                        <a:gd name="T6" fmla="*/ 8 w 10"/>
                        <a:gd name="T7" fmla="*/ 9 h 15"/>
                        <a:gd name="T8" fmla="*/ 9 w 10"/>
                        <a:gd name="T9" fmla="*/ 10 h 15"/>
                        <a:gd name="T10" fmla="*/ 0 w 10"/>
                        <a:gd name="T11" fmla="*/ 13 h 15"/>
                        <a:gd name="T12" fmla="*/ 0 w 10"/>
                        <a:gd name="T13" fmla="*/ 1 h 15"/>
                        <a:gd name="T14" fmla="*/ 2 w 10"/>
                        <a:gd name="T15" fmla="*/ 2 h 15"/>
                        <a:gd name="T16" fmla="*/ 3 w 10"/>
                        <a:gd name="T17" fmla="*/ 0 h 15"/>
                        <a:gd name="T18" fmla="*/ 6 w 10"/>
                        <a:gd name="T19" fmla="*/ 0 h 15"/>
                        <a:gd name="T20" fmla="*/ 7 w 10"/>
                        <a:gd name="T21" fmla="*/ 2 h 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0" h="15">
                          <a:moveTo>
                            <a:pt x="7" y="2"/>
                          </a:move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7" y="5"/>
                            <a:pt x="9" y="6"/>
                            <a:pt x="10" y="8"/>
                          </a:cubicBezTo>
                          <a:cubicBezTo>
                            <a:pt x="8" y="9"/>
                            <a:pt x="8" y="9"/>
                            <a:pt x="8" y="9"/>
                          </a:cubicBezTo>
                          <a:cubicBezTo>
                            <a:pt x="9" y="10"/>
                            <a:pt x="9" y="10"/>
                            <a:pt x="9" y="10"/>
                          </a:cubicBezTo>
                          <a:cubicBezTo>
                            <a:pt x="3" y="9"/>
                            <a:pt x="6" y="15"/>
                            <a:pt x="0" y="13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2" y="2"/>
                            <a:pt x="2" y="2"/>
                            <a:pt x="2" y="2"/>
                          </a:cubicBez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6" y="0"/>
                            <a:pt x="6" y="0"/>
                            <a:pt x="6" y="0"/>
                          </a:cubicBezTo>
                          <a:lnTo>
                            <a:pt x="7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7" name="Freeform 323"/>
                    <p:cNvSpPr>
                      <a:spLocks/>
                    </p:cNvSpPr>
                    <p:nvPr/>
                  </p:nvSpPr>
                  <p:spPr bwMode="auto">
                    <a:xfrm>
                      <a:off x="1063" y="386"/>
                      <a:ext cx="9" cy="6"/>
                    </a:xfrm>
                    <a:custGeom>
                      <a:avLst/>
                      <a:gdLst>
                        <a:gd name="T0" fmla="*/ 2 w 6"/>
                        <a:gd name="T1" fmla="*/ 1 h 4"/>
                        <a:gd name="T2" fmla="*/ 2 w 6"/>
                        <a:gd name="T3" fmla="*/ 0 h 4"/>
                        <a:gd name="T4" fmla="*/ 4 w 6"/>
                        <a:gd name="T5" fmla="*/ 3 h 4"/>
                        <a:gd name="T6" fmla="*/ 1 w 6"/>
                        <a:gd name="T7" fmla="*/ 1 h 4"/>
                        <a:gd name="T8" fmla="*/ 2 w 6"/>
                        <a:gd name="T9" fmla="*/ 1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" h="4">
                          <a:moveTo>
                            <a:pt x="2" y="1"/>
                          </a:move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4" y="1"/>
                            <a:pt x="6" y="2"/>
                            <a:pt x="4" y="3"/>
                          </a:cubicBezTo>
                          <a:cubicBezTo>
                            <a:pt x="2" y="4"/>
                            <a:pt x="0" y="4"/>
                            <a:pt x="1" y="1"/>
                          </a:cubicBezTo>
                          <a:lnTo>
                            <a:pt x="2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8" name="Freeform 324"/>
                    <p:cNvSpPr>
                      <a:spLocks/>
                    </p:cNvSpPr>
                    <p:nvPr/>
                  </p:nvSpPr>
                  <p:spPr bwMode="auto">
                    <a:xfrm>
                      <a:off x="676" y="304"/>
                      <a:ext cx="23" cy="85"/>
                    </a:xfrm>
                    <a:custGeom>
                      <a:avLst/>
                      <a:gdLst>
                        <a:gd name="T0" fmla="*/ 15 w 16"/>
                        <a:gd name="T1" fmla="*/ 1 h 58"/>
                        <a:gd name="T2" fmla="*/ 16 w 16"/>
                        <a:gd name="T3" fmla="*/ 9 h 58"/>
                        <a:gd name="T4" fmla="*/ 14 w 16"/>
                        <a:gd name="T5" fmla="*/ 8 h 58"/>
                        <a:gd name="T6" fmla="*/ 13 w 16"/>
                        <a:gd name="T7" fmla="*/ 9 h 58"/>
                        <a:gd name="T8" fmla="*/ 11 w 16"/>
                        <a:gd name="T9" fmla="*/ 8 h 58"/>
                        <a:gd name="T10" fmla="*/ 13 w 16"/>
                        <a:gd name="T11" fmla="*/ 10 h 58"/>
                        <a:gd name="T12" fmla="*/ 14 w 16"/>
                        <a:gd name="T13" fmla="*/ 12 h 58"/>
                        <a:gd name="T14" fmla="*/ 16 w 16"/>
                        <a:gd name="T15" fmla="*/ 11 h 58"/>
                        <a:gd name="T16" fmla="*/ 16 w 16"/>
                        <a:gd name="T17" fmla="*/ 58 h 58"/>
                        <a:gd name="T18" fmla="*/ 13 w 16"/>
                        <a:gd name="T19" fmla="*/ 57 h 58"/>
                        <a:gd name="T20" fmla="*/ 12 w 16"/>
                        <a:gd name="T21" fmla="*/ 55 h 58"/>
                        <a:gd name="T22" fmla="*/ 10 w 16"/>
                        <a:gd name="T23" fmla="*/ 56 h 58"/>
                        <a:gd name="T24" fmla="*/ 10 w 16"/>
                        <a:gd name="T25" fmla="*/ 52 h 58"/>
                        <a:gd name="T26" fmla="*/ 4 w 16"/>
                        <a:gd name="T27" fmla="*/ 52 h 58"/>
                        <a:gd name="T28" fmla="*/ 3 w 16"/>
                        <a:gd name="T29" fmla="*/ 51 h 58"/>
                        <a:gd name="T30" fmla="*/ 2 w 16"/>
                        <a:gd name="T31" fmla="*/ 52 h 58"/>
                        <a:gd name="T32" fmla="*/ 2 w 16"/>
                        <a:gd name="T33" fmla="*/ 33 h 58"/>
                        <a:gd name="T34" fmla="*/ 3 w 16"/>
                        <a:gd name="T35" fmla="*/ 33 h 58"/>
                        <a:gd name="T36" fmla="*/ 4 w 16"/>
                        <a:gd name="T37" fmla="*/ 32 h 58"/>
                        <a:gd name="T38" fmla="*/ 6 w 16"/>
                        <a:gd name="T39" fmla="*/ 35 h 58"/>
                        <a:gd name="T40" fmla="*/ 12 w 16"/>
                        <a:gd name="T41" fmla="*/ 30 h 58"/>
                        <a:gd name="T42" fmla="*/ 4 w 16"/>
                        <a:gd name="T43" fmla="*/ 28 h 58"/>
                        <a:gd name="T44" fmla="*/ 3 w 16"/>
                        <a:gd name="T45" fmla="*/ 27 h 58"/>
                        <a:gd name="T46" fmla="*/ 2 w 16"/>
                        <a:gd name="T47" fmla="*/ 28 h 58"/>
                        <a:gd name="T48" fmla="*/ 2 w 16"/>
                        <a:gd name="T49" fmla="*/ 9 h 58"/>
                        <a:gd name="T50" fmla="*/ 12 w 16"/>
                        <a:gd name="T51" fmla="*/ 0 h 58"/>
                        <a:gd name="T52" fmla="*/ 13 w 16"/>
                        <a:gd name="T53" fmla="*/ 1 h 58"/>
                        <a:gd name="T54" fmla="*/ 15 w 16"/>
                        <a:gd name="T55" fmla="*/ 1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</a:cxnLst>
                      <a:rect l="0" t="0" r="r" b="b"/>
                      <a:pathLst>
                        <a:path w="16" h="58">
                          <a:moveTo>
                            <a:pt x="15" y="1"/>
                          </a:moveTo>
                          <a:cubicBezTo>
                            <a:pt x="16" y="2"/>
                            <a:pt x="15" y="6"/>
                            <a:pt x="16" y="9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3" y="9"/>
                            <a:pt x="13" y="9"/>
                            <a:pt x="13" y="9"/>
                          </a:cubicBezTo>
                          <a:cubicBezTo>
                            <a:pt x="12" y="9"/>
                            <a:pt x="12" y="8"/>
                            <a:pt x="11" y="8"/>
                          </a:cubicBezTo>
                          <a:cubicBezTo>
                            <a:pt x="11" y="9"/>
                            <a:pt x="11" y="10"/>
                            <a:pt x="13" y="10"/>
                          </a:cubicBezTo>
                          <a:cubicBezTo>
                            <a:pt x="14" y="12"/>
                            <a:pt x="14" y="12"/>
                            <a:pt x="14" y="12"/>
                          </a:cubicBezTo>
                          <a:cubicBezTo>
                            <a:pt x="16" y="11"/>
                            <a:pt x="16" y="11"/>
                            <a:pt x="16" y="11"/>
                          </a:cubicBezTo>
                          <a:cubicBezTo>
                            <a:pt x="15" y="28"/>
                            <a:pt x="16" y="42"/>
                            <a:pt x="16" y="58"/>
                          </a:cubicBezTo>
                          <a:cubicBezTo>
                            <a:pt x="14" y="58"/>
                            <a:pt x="14" y="57"/>
                            <a:pt x="13" y="57"/>
                          </a:cubicBezTo>
                          <a:cubicBezTo>
                            <a:pt x="12" y="55"/>
                            <a:pt x="12" y="55"/>
                            <a:pt x="12" y="55"/>
                          </a:cubicBezTo>
                          <a:cubicBezTo>
                            <a:pt x="10" y="56"/>
                            <a:pt x="10" y="56"/>
                            <a:pt x="10" y="56"/>
                          </a:cubicBezTo>
                          <a:cubicBezTo>
                            <a:pt x="10" y="52"/>
                            <a:pt x="10" y="52"/>
                            <a:pt x="10" y="52"/>
                          </a:cubicBezTo>
                          <a:cubicBezTo>
                            <a:pt x="8" y="50"/>
                            <a:pt x="6" y="51"/>
                            <a:pt x="4" y="52"/>
                          </a:cubicBezTo>
                          <a:cubicBezTo>
                            <a:pt x="3" y="51"/>
                            <a:pt x="3" y="51"/>
                            <a:pt x="3" y="51"/>
                          </a:cubicBezTo>
                          <a:cubicBezTo>
                            <a:pt x="2" y="52"/>
                            <a:pt x="2" y="52"/>
                            <a:pt x="2" y="52"/>
                          </a:cubicBezTo>
                          <a:cubicBezTo>
                            <a:pt x="2" y="33"/>
                            <a:pt x="2" y="33"/>
                            <a:pt x="2" y="33"/>
                          </a:cubicBezTo>
                          <a:cubicBezTo>
                            <a:pt x="3" y="33"/>
                            <a:pt x="3" y="33"/>
                            <a:pt x="3" y="33"/>
                          </a:cubicBezTo>
                          <a:cubicBezTo>
                            <a:pt x="4" y="32"/>
                            <a:pt x="4" y="32"/>
                            <a:pt x="4" y="32"/>
                          </a:cubicBezTo>
                          <a:cubicBezTo>
                            <a:pt x="6" y="32"/>
                            <a:pt x="6" y="33"/>
                            <a:pt x="6" y="35"/>
                          </a:cubicBezTo>
                          <a:cubicBezTo>
                            <a:pt x="11" y="36"/>
                            <a:pt x="12" y="33"/>
                            <a:pt x="12" y="30"/>
                          </a:cubicBezTo>
                          <a:cubicBezTo>
                            <a:pt x="9" y="30"/>
                            <a:pt x="8" y="28"/>
                            <a:pt x="4" y="28"/>
                          </a:cubicBezTo>
                          <a:cubicBezTo>
                            <a:pt x="3" y="27"/>
                            <a:pt x="3" y="27"/>
                            <a:pt x="3" y="27"/>
                          </a:cubicBezTo>
                          <a:cubicBezTo>
                            <a:pt x="2" y="28"/>
                            <a:pt x="2" y="28"/>
                            <a:pt x="2" y="28"/>
                          </a:cubicBezTo>
                          <a:cubicBezTo>
                            <a:pt x="3" y="21"/>
                            <a:pt x="0" y="14"/>
                            <a:pt x="2" y="9"/>
                          </a:cubicBezTo>
                          <a:cubicBezTo>
                            <a:pt x="3" y="4"/>
                            <a:pt x="9" y="2"/>
                            <a:pt x="12" y="0"/>
                          </a:cubicBezTo>
                          <a:cubicBezTo>
                            <a:pt x="13" y="1"/>
                            <a:pt x="13" y="1"/>
                            <a:pt x="13" y="1"/>
                          </a:cubicBezTo>
                          <a:lnTo>
                            <a:pt x="15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9" name="Freeform 325"/>
                    <p:cNvSpPr>
                      <a:spLocks/>
                    </p:cNvSpPr>
                    <p:nvPr/>
                  </p:nvSpPr>
                  <p:spPr bwMode="auto">
                    <a:xfrm>
                      <a:off x="679" y="383"/>
                      <a:ext cx="18" cy="12"/>
                    </a:xfrm>
                    <a:custGeom>
                      <a:avLst/>
                      <a:gdLst>
                        <a:gd name="T0" fmla="*/ 9 w 12"/>
                        <a:gd name="T1" fmla="*/ 3 h 8"/>
                        <a:gd name="T2" fmla="*/ 11 w 12"/>
                        <a:gd name="T3" fmla="*/ 3 h 8"/>
                        <a:gd name="T4" fmla="*/ 0 w 12"/>
                        <a:gd name="T5" fmla="*/ 5 h 8"/>
                        <a:gd name="T6" fmla="*/ 0 w 12"/>
                        <a:gd name="T7" fmla="*/ 1 h 8"/>
                        <a:gd name="T8" fmla="*/ 1 w 12"/>
                        <a:gd name="T9" fmla="*/ 1 h 8"/>
                        <a:gd name="T10" fmla="*/ 2 w 12"/>
                        <a:gd name="T11" fmla="*/ 0 h 8"/>
                        <a:gd name="T12" fmla="*/ 8 w 12"/>
                        <a:gd name="T13" fmla="*/ 2 h 8"/>
                        <a:gd name="T14" fmla="*/ 9 w 12"/>
                        <a:gd name="T15" fmla="*/ 3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2" h="8">
                          <a:moveTo>
                            <a:pt x="9" y="3"/>
                          </a:moveTo>
                          <a:cubicBezTo>
                            <a:pt x="11" y="3"/>
                            <a:pt x="11" y="3"/>
                            <a:pt x="11" y="3"/>
                          </a:cubicBezTo>
                          <a:cubicBezTo>
                            <a:pt x="12" y="8"/>
                            <a:pt x="3" y="4"/>
                            <a:pt x="0" y="5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6" y="0"/>
                            <a:pt x="6" y="2"/>
                            <a:pt x="8" y="2"/>
                          </a:cubicBezTo>
                          <a:lnTo>
                            <a:pt x="9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0" name="Freeform 326"/>
                    <p:cNvSpPr>
                      <a:spLocks/>
                    </p:cNvSpPr>
                    <p:nvPr/>
                  </p:nvSpPr>
                  <p:spPr bwMode="auto">
                    <a:xfrm>
                      <a:off x="745" y="406"/>
                      <a:ext cx="106" cy="25"/>
                    </a:xfrm>
                    <a:custGeom>
                      <a:avLst/>
                      <a:gdLst>
                        <a:gd name="T0" fmla="*/ 1 w 73"/>
                        <a:gd name="T1" fmla="*/ 5 h 17"/>
                        <a:gd name="T2" fmla="*/ 21 w 73"/>
                        <a:gd name="T3" fmla="*/ 6 h 17"/>
                        <a:gd name="T4" fmla="*/ 19 w 73"/>
                        <a:gd name="T5" fmla="*/ 4 h 17"/>
                        <a:gd name="T6" fmla="*/ 34 w 73"/>
                        <a:gd name="T7" fmla="*/ 5 h 17"/>
                        <a:gd name="T8" fmla="*/ 45 w 73"/>
                        <a:gd name="T9" fmla="*/ 3 h 17"/>
                        <a:gd name="T10" fmla="*/ 58 w 73"/>
                        <a:gd name="T11" fmla="*/ 8 h 17"/>
                        <a:gd name="T12" fmla="*/ 59 w 73"/>
                        <a:gd name="T13" fmla="*/ 9 h 17"/>
                        <a:gd name="T14" fmla="*/ 60 w 73"/>
                        <a:gd name="T15" fmla="*/ 7 h 17"/>
                        <a:gd name="T16" fmla="*/ 64 w 73"/>
                        <a:gd name="T17" fmla="*/ 12 h 17"/>
                        <a:gd name="T18" fmla="*/ 73 w 73"/>
                        <a:gd name="T19" fmla="*/ 8 h 17"/>
                        <a:gd name="T20" fmla="*/ 72 w 73"/>
                        <a:gd name="T21" fmla="*/ 10 h 17"/>
                        <a:gd name="T22" fmla="*/ 73 w 73"/>
                        <a:gd name="T23" fmla="*/ 11 h 17"/>
                        <a:gd name="T24" fmla="*/ 70 w 73"/>
                        <a:gd name="T25" fmla="*/ 17 h 17"/>
                        <a:gd name="T26" fmla="*/ 49 w 73"/>
                        <a:gd name="T27" fmla="*/ 17 h 17"/>
                        <a:gd name="T28" fmla="*/ 41 w 73"/>
                        <a:gd name="T29" fmla="*/ 12 h 17"/>
                        <a:gd name="T30" fmla="*/ 41 w 73"/>
                        <a:gd name="T31" fmla="*/ 14 h 17"/>
                        <a:gd name="T32" fmla="*/ 40 w 73"/>
                        <a:gd name="T33" fmla="*/ 15 h 17"/>
                        <a:gd name="T34" fmla="*/ 41 w 73"/>
                        <a:gd name="T35" fmla="*/ 17 h 17"/>
                        <a:gd name="T36" fmla="*/ 0 w 73"/>
                        <a:gd name="T37" fmla="*/ 17 h 17"/>
                        <a:gd name="T38" fmla="*/ 0 w 73"/>
                        <a:gd name="T39" fmla="*/ 7 h 17"/>
                        <a:gd name="T40" fmla="*/ 2 w 73"/>
                        <a:gd name="T41" fmla="*/ 6 h 17"/>
                        <a:gd name="T42" fmla="*/ 1 w 73"/>
                        <a:gd name="T43" fmla="*/ 5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3" h="17">
                          <a:moveTo>
                            <a:pt x="1" y="5"/>
                          </a:moveTo>
                          <a:cubicBezTo>
                            <a:pt x="7" y="4"/>
                            <a:pt x="18" y="0"/>
                            <a:pt x="21" y="6"/>
                          </a:cubicBezTo>
                          <a:cubicBezTo>
                            <a:pt x="23" y="6"/>
                            <a:pt x="20" y="4"/>
                            <a:pt x="19" y="4"/>
                          </a:cubicBezTo>
                          <a:cubicBezTo>
                            <a:pt x="23" y="2"/>
                            <a:pt x="32" y="2"/>
                            <a:pt x="34" y="5"/>
                          </a:cubicBezTo>
                          <a:cubicBezTo>
                            <a:pt x="33" y="2"/>
                            <a:pt x="41" y="3"/>
                            <a:pt x="45" y="3"/>
                          </a:cubicBezTo>
                          <a:cubicBezTo>
                            <a:pt x="49" y="6"/>
                            <a:pt x="51" y="9"/>
                            <a:pt x="58" y="8"/>
                          </a:cubicBezTo>
                          <a:cubicBezTo>
                            <a:pt x="59" y="9"/>
                            <a:pt x="59" y="9"/>
                            <a:pt x="59" y="9"/>
                          </a:cubicBezTo>
                          <a:cubicBezTo>
                            <a:pt x="60" y="7"/>
                            <a:pt x="60" y="7"/>
                            <a:pt x="60" y="7"/>
                          </a:cubicBezTo>
                          <a:cubicBezTo>
                            <a:pt x="61" y="9"/>
                            <a:pt x="65" y="8"/>
                            <a:pt x="64" y="12"/>
                          </a:cubicBezTo>
                          <a:cubicBezTo>
                            <a:pt x="69" y="13"/>
                            <a:pt x="66" y="6"/>
                            <a:pt x="73" y="8"/>
                          </a:cubicBezTo>
                          <a:cubicBezTo>
                            <a:pt x="72" y="10"/>
                            <a:pt x="72" y="10"/>
                            <a:pt x="72" y="10"/>
                          </a:cubicBezTo>
                          <a:cubicBezTo>
                            <a:pt x="73" y="11"/>
                            <a:pt x="73" y="11"/>
                            <a:pt x="73" y="11"/>
                          </a:cubicBezTo>
                          <a:cubicBezTo>
                            <a:pt x="73" y="13"/>
                            <a:pt x="71" y="14"/>
                            <a:pt x="70" y="17"/>
                          </a:cubicBezTo>
                          <a:cubicBezTo>
                            <a:pt x="49" y="17"/>
                            <a:pt x="49" y="17"/>
                            <a:pt x="49" y="17"/>
                          </a:cubicBezTo>
                          <a:cubicBezTo>
                            <a:pt x="48" y="14"/>
                            <a:pt x="45" y="9"/>
                            <a:pt x="41" y="12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cubicBezTo>
                            <a:pt x="40" y="15"/>
                            <a:pt x="40" y="15"/>
                            <a:pt x="40" y="15"/>
                          </a:cubicBezTo>
                          <a:cubicBezTo>
                            <a:pt x="41" y="17"/>
                            <a:pt x="41" y="17"/>
                            <a:pt x="41" y="17"/>
                          </a:cubicBezTo>
                          <a:cubicBezTo>
                            <a:pt x="28" y="16"/>
                            <a:pt x="14" y="17"/>
                            <a:pt x="0" y="17"/>
                          </a:cubicBezTo>
                          <a:cubicBezTo>
                            <a:pt x="0" y="13"/>
                            <a:pt x="2" y="11"/>
                            <a:pt x="0" y="7"/>
                          </a:cubicBezTo>
                          <a:cubicBezTo>
                            <a:pt x="2" y="6"/>
                            <a:pt x="2" y="6"/>
                            <a:pt x="2" y="6"/>
                          </a:cubicBezTo>
                          <a:lnTo>
                            <a:pt x="1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1" name="Freeform 327"/>
                    <p:cNvSpPr>
                      <a:spLocks/>
                    </p:cNvSpPr>
                    <p:nvPr/>
                  </p:nvSpPr>
                  <p:spPr bwMode="auto">
                    <a:xfrm>
                      <a:off x="851" y="405"/>
                      <a:ext cx="33" cy="26"/>
                    </a:xfrm>
                    <a:custGeom>
                      <a:avLst/>
                      <a:gdLst>
                        <a:gd name="T0" fmla="*/ 2 w 22"/>
                        <a:gd name="T1" fmla="*/ 10 h 18"/>
                        <a:gd name="T2" fmla="*/ 0 w 22"/>
                        <a:gd name="T3" fmla="*/ 9 h 18"/>
                        <a:gd name="T4" fmla="*/ 22 w 22"/>
                        <a:gd name="T5" fmla="*/ 7 h 18"/>
                        <a:gd name="T6" fmla="*/ 21 w 22"/>
                        <a:gd name="T7" fmla="*/ 8 h 18"/>
                        <a:gd name="T8" fmla="*/ 21 w 22"/>
                        <a:gd name="T9" fmla="*/ 9 h 18"/>
                        <a:gd name="T10" fmla="*/ 18 w 22"/>
                        <a:gd name="T11" fmla="*/ 12 h 18"/>
                        <a:gd name="T12" fmla="*/ 17 w 22"/>
                        <a:gd name="T13" fmla="*/ 13 h 18"/>
                        <a:gd name="T14" fmla="*/ 18 w 22"/>
                        <a:gd name="T15" fmla="*/ 14 h 18"/>
                        <a:gd name="T16" fmla="*/ 1 w 22"/>
                        <a:gd name="T17" fmla="*/ 12 h 18"/>
                        <a:gd name="T18" fmla="*/ 2 w 22"/>
                        <a:gd name="T19" fmla="*/ 1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" y="10"/>
                          </a:moveTo>
                          <a:cubicBezTo>
                            <a:pt x="0" y="9"/>
                            <a:pt x="0" y="9"/>
                            <a:pt x="0" y="9"/>
                          </a:cubicBezTo>
                          <a:cubicBezTo>
                            <a:pt x="5" y="7"/>
                            <a:pt x="16" y="0"/>
                            <a:pt x="22" y="7"/>
                          </a:cubicBezTo>
                          <a:cubicBezTo>
                            <a:pt x="21" y="8"/>
                            <a:pt x="21" y="8"/>
                            <a:pt x="21" y="8"/>
                          </a:cubicBezTo>
                          <a:cubicBezTo>
                            <a:pt x="21" y="9"/>
                            <a:pt x="21" y="9"/>
                            <a:pt x="21" y="9"/>
                          </a:cubicBezTo>
                          <a:cubicBezTo>
                            <a:pt x="19" y="9"/>
                            <a:pt x="17" y="10"/>
                            <a:pt x="18" y="12"/>
                          </a:cubicBezTo>
                          <a:cubicBezTo>
                            <a:pt x="17" y="13"/>
                            <a:pt x="17" y="13"/>
                            <a:pt x="17" y="13"/>
                          </a:cubicBezTo>
                          <a:cubicBezTo>
                            <a:pt x="18" y="14"/>
                            <a:pt x="18" y="14"/>
                            <a:pt x="18" y="14"/>
                          </a:cubicBezTo>
                          <a:cubicBezTo>
                            <a:pt x="11" y="18"/>
                            <a:pt x="7" y="12"/>
                            <a:pt x="1" y="12"/>
                          </a:cubicBezTo>
                          <a:lnTo>
                            <a:pt x="2" y="1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2" name="Freeform 328"/>
                    <p:cNvSpPr>
                      <a:spLocks/>
                    </p:cNvSpPr>
                    <p:nvPr/>
                  </p:nvSpPr>
                  <p:spPr bwMode="auto">
                    <a:xfrm>
                      <a:off x="882" y="409"/>
                      <a:ext cx="26" cy="22"/>
                    </a:xfrm>
                    <a:custGeom>
                      <a:avLst/>
                      <a:gdLst>
                        <a:gd name="T0" fmla="*/ 1 w 18"/>
                        <a:gd name="T1" fmla="*/ 5 h 15"/>
                        <a:gd name="T2" fmla="*/ 1 w 18"/>
                        <a:gd name="T3" fmla="*/ 4 h 15"/>
                        <a:gd name="T4" fmla="*/ 12 w 18"/>
                        <a:gd name="T5" fmla="*/ 1 h 15"/>
                        <a:gd name="T6" fmla="*/ 17 w 18"/>
                        <a:gd name="T7" fmla="*/ 10 h 15"/>
                        <a:gd name="T8" fmla="*/ 17 w 18"/>
                        <a:gd name="T9" fmla="*/ 11 h 15"/>
                        <a:gd name="T10" fmla="*/ 18 w 18"/>
                        <a:gd name="T11" fmla="*/ 11 h 15"/>
                        <a:gd name="T12" fmla="*/ 17 w 18"/>
                        <a:gd name="T13" fmla="*/ 15 h 15"/>
                        <a:gd name="T14" fmla="*/ 8 w 18"/>
                        <a:gd name="T15" fmla="*/ 15 h 15"/>
                        <a:gd name="T16" fmla="*/ 8 w 18"/>
                        <a:gd name="T17" fmla="*/ 13 h 15"/>
                        <a:gd name="T18" fmla="*/ 8 w 18"/>
                        <a:gd name="T19" fmla="*/ 12 h 15"/>
                        <a:gd name="T20" fmla="*/ 9 w 18"/>
                        <a:gd name="T21" fmla="*/ 10 h 15"/>
                        <a:gd name="T22" fmla="*/ 0 w 18"/>
                        <a:gd name="T23" fmla="*/ 6 h 15"/>
                        <a:gd name="T24" fmla="*/ 1 w 18"/>
                        <a:gd name="T25" fmla="*/ 5 h 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18" h="15">
                          <a:moveTo>
                            <a:pt x="1" y="5"/>
                          </a:moveTo>
                          <a:cubicBezTo>
                            <a:pt x="1" y="4"/>
                            <a:pt x="1" y="4"/>
                            <a:pt x="1" y="4"/>
                          </a:cubicBezTo>
                          <a:cubicBezTo>
                            <a:pt x="4" y="2"/>
                            <a:pt x="6" y="0"/>
                            <a:pt x="12" y="1"/>
                          </a:cubicBezTo>
                          <a:cubicBezTo>
                            <a:pt x="12" y="5"/>
                            <a:pt x="13" y="9"/>
                            <a:pt x="17" y="10"/>
                          </a:cubicBezTo>
                          <a:cubicBezTo>
                            <a:pt x="17" y="11"/>
                            <a:pt x="17" y="11"/>
                            <a:pt x="17" y="11"/>
                          </a:cubicBezTo>
                          <a:cubicBezTo>
                            <a:pt x="18" y="11"/>
                            <a:pt x="18" y="11"/>
                            <a:pt x="18" y="11"/>
                          </a:cubicBezTo>
                          <a:cubicBezTo>
                            <a:pt x="18" y="13"/>
                            <a:pt x="17" y="14"/>
                            <a:pt x="17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8" y="13"/>
                            <a:pt x="8" y="13"/>
                            <a:pt x="8" y="13"/>
                          </a:cubicBezTo>
                          <a:cubicBezTo>
                            <a:pt x="8" y="12"/>
                            <a:pt x="8" y="12"/>
                            <a:pt x="8" y="12"/>
                          </a:cubicBezTo>
                          <a:cubicBezTo>
                            <a:pt x="8" y="12"/>
                            <a:pt x="9" y="11"/>
                            <a:pt x="9" y="10"/>
                          </a:cubicBezTo>
                          <a:cubicBezTo>
                            <a:pt x="6" y="8"/>
                            <a:pt x="1" y="10"/>
                            <a:pt x="0" y="6"/>
                          </a:cubicBezTo>
                          <a:lnTo>
                            <a:pt x="1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3" name="Freeform 329"/>
                    <p:cNvSpPr>
                      <a:spLocks/>
                    </p:cNvSpPr>
                    <p:nvPr/>
                  </p:nvSpPr>
                  <p:spPr bwMode="auto">
                    <a:xfrm>
                      <a:off x="907" y="411"/>
                      <a:ext cx="13" cy="10"/>
                    </a:xfrm>
                    <a:custGeom>
                      <a:avLst/>
                      <a:gdLst>
                        <a:gd name="T0" fmla="*/ 2 w 9"/>
                        <a:gd name="T1" fmla="*/ 6 h 7"/>
                        <a:gd name="T2" fmla="*/ 0 w 9"/>
                        <a:gd name="T3" fmla="*/ 7 h 7"/>
                        <a:gd name="T4" fmla="*/ 2 w 9"/>
                        <a:gd name="T5" fmla="*/ 0 h 7"/>
                        <a:gd name="T6" fmla="*/ 8 w 9"/>
                        <a:gd name="T7" fmla="*/ 0 h 7"/>
                        <a:gd name="T8" fmla="*/ 8 w 9"/>
                        <a:gd name="T9" fmla="*/ 1 h 7"/>
                        <a:gd name="T10" fmla="*/ 9 w 9"/>
                        <a:gd name="T11" fmla="*/ 2 h 7"/>
                        <a:gd name="T12" fmla="*/ 3 w 9"/>
                        <a:gd name="T13" fmla="*/ 7 h 7"/>
                        <a:gd name="T14" fmla="*/ 2 w 9"/>
                        <a:gd name="T15" fmla="*/ 6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9" h="7">
                          <a:moveTo>
                            <a:pt x="2" y="6"/>
                          </a:move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4"/>
                            <a:pt x="1" y="2"/>
                            <a:pt x="2" y="0"/>
                          </a:cubicBezTo>
                          <a:cubicBezTo>
                            <a:pt x="8" y="0"/>
                            <a:pt x="8" y="0"/>
                            <a:pt x="8" y="0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9" y="2"/>
                            <a:pt x="9" y="2"/>
                            <a:pt x="9" y="2"/>
                          </a:cubicBezTo>
                          <a:cubicBezTo>
                            <a:pt x="7" y="3"/>
                            <a:pt x="5" y="5"/>
                            <a:pt x="3" y="7"/>
                          </a:cubicBezTo>
                          <a:lnTo>
                            <a:pt x="2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4" name="Freeform 330"/>
                    <p:cNvSpPr>
                      <a:spLocks/>
                    </p:cNvSpPr>
                    <p:nvPr/>
                  </p:nvSpPr>
                  <p:spPr bwMode="auto">
                    <a:xfrm>
                      <a:off x="922" y="406"/>
                      <a:ext cx="198" cy="28"/>
                    </a:xfrm>
                    <a:custGeom>
                      <a:avLst/>
                      <a:gdLst>
                        <a:gd name="T0" fmla="*/ 1 w 136"/>
                        <a:gd name="T1" fmla="*/ 4 h 19"/>
                        <a:gd name="T2" fmla="*/ 1 w 136"/>
                        <a:gd name="T3" fmla="*/ 3 h 19"/>
                        <a:gd name="T4" fmla="*/ 86 w 136"/>
                        <a:gd name="T5" fmla="*/ 3 h 19"/>
                        <a:gd name="T6" fmla="*/ 92 w 136"/>
                        <a:gd name="T7" fmla="*/ 7 h 19"/>
                        <a:gd name="T8" fmla="*/ 94 w 136"/>
                        <a:gd name="T9" fmla="*/ 3 h 19"/>
                        <a:gd name="T10" fmla="*/ 126 w 136"/>
                        <a:gd name="T11" fmla="*/ 6 h 19"/>
                        <a:gd name="T12" fmla="*/ 129 w 136"/>
                        <a:gd name="T13" fmla="*/ 3 h 19"/>
                        <a:gd name="T14" fmla="*/ 136 w 136"/>
                        <a:gd name="T15" fmla="*/ 7 h 19"/>
                        <a:gd name="T16" fmla="*/ 135 w 136"/>
                        <a:gd name="T17" fmla="*/ 8 h 19"/>
                        <a:gd name="T18" fmla="*/ 135 w 136"/>
                        <a:gd name="T19" fmla="*/ 9 h 19"/>
                        <a:gd name="T20" fmla="*/ 120 w 136"/>
                        <a:gd name="T21" fmla="*/ 12 h 19"/>
                        <a:gd name="T22" fmla="*/ 130 w 136"/>
                        <a:gd name="T23" fmla="*/ 14 h 19"/>
                        <a:gd name="T24" fmla="*/ 129 w 136"/>
                        <a:gd name="T25" fmla="*/ 15 h 19"/>
                        <a:gd name="T26" fmla="*/ 129 w 136"/>
                        <a:gd name="T27" fmla="*/ 17 h 19"/>
                        <a:gd name="T28" fmla="*/ 99 w 136"/>
                        <a:gd name="T29" fmla="*/ 13 h 19"/>
                        <a:gd name="T30" fmla="*/ 98 w 136"/>
                        <a:gd name="T31" fmla="*/ 17 h 19"/>
                        <a:gd name="T32" fmla="*/ 57 w 136"/>
                        <a:gd name="T33" fmla="*/ 17 h 19"/>
                        <a:gd name="T34" fmla="*/ 16 w 136"/>
                        <a:gd name="T35" fmla="*/ 17 h 19"/>
                        <a:gd name="T36" fmla="*/ 0 w 136"/>
                        <a:gd name="T37" fmla="*/ 5 h 19"/>
                        <a:gd name="T38" fmla="*/ 1 w 136"/>
                        <a:gd name="T39" fmla="*/ 4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36" h="19">
                          <a:moveTo>
                            <a:pt x="1" y="4"/>
                          </a:moveTo>
                          <a:cubicBezTo>
                            <a:pt x="1" y="3"/>
                            <a:pt x="1" y="3"/>
                            <a:pt x="1" y="3"/>
                          </a:cubicBezTo>
                          <a:cubicBezTo>
                            <a:pt x="86" y="3"/>
                            <a:pt x="86" y="3"/>
                            <a:pt x="86" y="3"/>
                          </a:cubicBezTo>
                          <a:cubicBezTo>
                            <a:pt x="90" y="3"/>
                            <a:pt x="89" y="7"/>
                            <a:pt x="92" y="7"/>
                          </a:cubicBezTo>
                          <a:cubicBezTo>
                            <a:pt x="94" y="7"/>
                            <a:pt x="93" y="4"/>
                            <a:pt x="94" y="3"/>
                          </a:cubicBezTo>
                          <a:cubicBezTo>
                            <a:pt x="104" y="4"/>
                            <a:pt x="120" y="0"/>
                            <a:pt x="126" y="6"/>
                          </a:cubicBezTo>
                          <a:cubicBezTo>
                            <a:pt x="129" y="6"/>
                            <a:pt x="127" y="3"/>
                            <a:pt x="129" y="3"/>
                          </a:cubicBezTo>
                          <a:cubicBezTo>
                            <a:pt x="133" y="3"/>
                            <a:pt x="134" y="6"/>
                            <a:pt x="136" y="7"/>
                          </a:cubicBezTo>
                          <a:cubicBezTo>
                            <a:pt x="135" y="8"/>
                            <a:pt x="135" y="8"/>
                            <a:pt x="135" y="8"/>
                          </a:cubicBezTo>
                          <a:cubicBezTo>
                            <a:pt x="135" y="9"/>
                            <a:pt x="135" y="9"/>
                            <a:pt x="135" y="9"/>
                          </a:cubicBezTo>
                          <a:cubicBezTo>
                            <a:pt x="131" y="9"/>
                            <a:pt x="123" y="8"/>
                            <a:pt x="120" y="12"/>
                          </a:cubicBezTo>
                          <a:cubicBezTo>
                            <a:pt x="121" y="15"/>
                            <a:pt x="128" y="12"/>
                            <a:pt x="130" y="14"/>
                          </a:cubicBezTo>
                          <a:cubicBezTo>
                            <a:pt x="129" y="15"/>
                            <a:pt x="129" y="15"/>
                            <a:pt x="129" y="15"/>
                          </a:cubicBezTo>
                          <a:cubicBezTo>
                            <a:pt x="129" y="17"/>
                            <a:pt x="129" y="17"/>
                            <a:pt x="129" y="17"/>
                          </a:cubicBezTo>
                          <a:cubicBezTo>
                            <a:pt x="116" y="17"/>
                            <a:pt x="107" y="17"/>
                            <a:pt x="99" y="13"/>
                          </a:cubicBezTo>
                          <a:cubicBezTo>
                            <a:pt x="98" y="14"/>
                            <a:pt x="99" y="16"/>
                            <a:pt x="98" y="17"/>
                          </a:cubicBezTo>
                          <a:cubicBezTo>
                            <a:pt x="57" y="17"/>
                            <a:pt x="57" y="17"/>
                            <a:pt x="57" y="17"/>
                          </a:cubicBezTo>
                          <a:cubicBezTo>
                            <a:pt x="43" y="17"/>
                            <a:pt x="27" y="19"/>
                            <a:pt x="16" y="17"/>
                          </a:cubicBezTo>
                          <a:cubicBezTo>
                            <a:pt x="9" y="15"/>
                            <a:pt x="3" y="10"/>
                            <a:pt x="0" y="5"/>
                          </a:cubicBezTo>
                          <a:lnTo>
                            <a:pt x="1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5" name="Freeform 331"/>
                    <p:cNvSpPr>
                      <a:spLocks/>
                    </p:cNvSpPr>
                    <p:nvPr/>
                  </p:nvSpPr>
                  <p:spPr bwMode="auto">
                    <a:xfrm>
                      <a:off x="1122" y="411"/>
                      <a:ext cx="117" cy="20"/>
                    </a:xfrm>
                    <a:custGeom>
                      <a:avLst/>
                      <a:gdLst>
                        <a:gd name="T0" fmla="*/ 2 w 80"/>
                        <a:gd name="T1" fmla="*/ 6 h 14"/>
                        <a:gd name="T2" fmla="*/ 2 w 80"/>
                        <a:gd name="T3" fmla="*/ 5 h 14"/>
                        <a:gd name="T4" fmla="*/ 1 w 80"/>
                        <a:gd name="T5" fmla="*/ 0 h 14"/>
                        <a:gd name="T6" fmla="*/ 26 w 80"/>
                        <a:gd name="T7" fmla="*/ 0 h 14"/>
                        <a:gd name="T8" fmla="*/ 25 w 80"/>
                        <a:gd name="T9" fmla="*/ 1 h 14"/>
                        <a:gd name="T10" fmla="*/ 27 w 80"/>
                        <a:gd name="T11" fmla="*/ 2 h 14"/>
                        <a:gd name="T12" fmla="*/ 22 w 80"/>
                        <a:gd name="T13" fmla="*/ 9 h 14"/>
                        <a:gd name="T14" fmla="*/ 35 w 80"/>
                        <a:gd name="T15" fmla="*/ 9 h 14"/>
                        <a:gd name="T16" fmla="*/ 28 w 80"/>
                        <a:gd name="T17" fmla="*/ 2 h 14"/>
                        <a:gd name="T18" fmla="*/ 29 w 80"/>
                        <a:gd name="T19" fmla="*/ 1 h 14"/>
                        <a:gd name="T20" fmla="*/ 28 w 80"/>
                        <a:gd name="T21" fmla="*/ 0 h 14"/>
                        <a:gd name="T22" fmla="*/ 71 w 80"/>
                        <a:gd name="T23" fmla="*/ 0 h 14"/>
                        <a:gd name="T24" fmla="*/ 64 w 80"/>
                        <a:gd name="T25" fmla="*/ 6 h 14"/>
                        <a:gd name="T26" fmla="*/ 68 w 80"/>
                        <a:gd name="T27" fmla="*/ 9 h 14"/>
                        <a:gd name="T28" fmla="*/ 70 w 80"/>
                        <a:gd name="T29" fmla="*/ 4 h 14"/>
                        <a:gd name="T30" fmla="*/ 80 w 80"/>
                        <a:gd name="T31" fmla="*/ 6 h 14"/>
                        <a:gd name="T32" fmla="*/ 79 w 80"/>
                        <a:gd name="T33" fmla="*/ 14 h 14"/>
                        <a:gd name="T34" fmla="*/ 56 w 80"/>
                        <a:gd name="T35" fmla="*/ 14 h 14"/>
                        <a:gd name="T36" fmla="*/ 55 w 80"/>
                        <a:gd name="T37" fmla="*/ 9 h 14"/>
                        <a:gd name="T38" fmla="*/ 47 w 80"/>
                        <a:gd name="T39" fmla="*/ 14 h 14"/>
                        <a:gd name="T40" fmla="*/ 19 w 80"/>
                        <a:gd name="T41" fmla="*/ 14 h 14"/>
                        <a:gd name="T42" fmla="*/ 6 w 80"/>
                        <a:gd name="T43" fmla="*/ 8 h 14"/>
                        <a:gd name="T44" fmla="*/ 3 w 80"/>
                        <a:gd name="T45" fmla="*/ 12 h 14"/>
                        <a:gd name="T46" fmla="*/ 1 w 80"/>
                        <a:gd name="T47" fmla="*/ 6 h 14"/>
                        <a:gd name="T48" fmla="*/ 2 w 80"/>
                        <a:gd name="T49" fmla="*/ 6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</a:cxnLst>
                      <a:rect l="0" t="0" r="r" b="b"/>
                      <a:pathLst>
                        <a:path w="80" h="14">
                          <a:moveTo>
                            <a:pt x="2" y="6"/>
                          </a:moveTo>
                          <a:cubicBezTo>
                            <a:pt x="2" y="5"/>
                            <a:pt x="2" y="5"/>
                            <a:pt x="2" y="5"/>
                          </a:cubicBezTo>
                          <a:cubicBezTo>
                            <a:pt x="2" y="3"/>
                            <a:pt x="0" y="3"/>
                            <a:pt x="1" y="0"/>
                          </a:cubicBezTo>
                          <a:cubicBezTo>
                            <a:pt x="11" y="3"/>
                            <a:pt x="16" y="2"/>
                            <a:pt x="26" y="0"/>
                          </a:cubicBezTo>
                          <a:cubicBezTo>
                            <a:pt x="25" y="1"/>
                            <a:pt x="25" y="1"/>
                            <a:pt x="25" y="1"/>
                          </a:cubicBezTo>
                          <a:cubicBezTo>
                            <a:pt x="27" y="2"/>
                            <a:pt x="27" y="2"/>
                            <a:pt x="27" y="2"/>
                          </a:cubicBezTo>
                          <a:cubicBezTo>
                            <a:pt x="28" y="7"/>
                            <a:pt x="20" y="4"/>
                            <a:pt x="22" y="9"/>
                          </a:cubicBezTo>
                          <a:cubicBezTo>
                            <a:pt x="26" y="11"/>
                            <a:pt x="30" y="10"/>
                            <a:pt x="35" y="9"/>
                          </a:cubicBezTo>
                          <a:cubicBezTo>
                            <a:pt x="34" y="5"/>
                            <a:pt x="29" y="5"/>
                            <a:pt x="28" y="2"/>
                          </a:cubicBezTo>
                          <a:cubicBezTo>
                            <a:pt x="29" y="1"/>
                            <a:pt x="29" y="1"/>
                            <a:pt x="29" y="1"/>
                          </a:cubicBezTo>
                          <a:cubicBezTo>
                            <a:pt x="28" y="0"/>
                            <a:pt x="28" y="0"/>
                            <a:pt x="28" y="0"/>
                          </a:cubicBezTo>
                          <a:cubicBezTo>
                            <a:pt x="43" y="1"/>
                            <a:pt x="56" y="0"/>
                            <a:pt x="71" y="0"/>
                          </a:cubicBezTo>
                          <a:cubicBezTo>
                            <a:pt x="71" y="4"/>
                            <a:pt x="67" y="5"/>
                            <a:pt x="64" y="6"/>
                          </a:cubicBezTo>
                          <a:cubicBezTo>
                            <a:pt x="64" y="8"/>
                            <a:pt x="66" y="8"/>
                            <a:pt x="68" y="9"/>
                          </a:cubicBezTo>
                          <a:cubicBezTo>
                            <a:pt x="68" y="8"/>
                            <a:pt x="67" y="6"/>
                            <a:pt x="70" y="4"/>
                          </a:cubicBezTo>
                          <a:cubicBezTo>
                            <a:pt x="73" y="5"/>
                            <a:pt x="75" y="7"/>
                            <a:pt x="80" y="6"/>
                          </a:cubicBezTo>
                          <a:cubicBezTo>
                            <a:pt x="80" y="9"/>
                            <a:pt x="80" y="12"/>
                            <a:pt x="79" y="14"/>
                          </a:cubicBezTo>
                          <a:cubicBezTo>
                            <a:pt x="69" y="13"/>
                            <a:pt x="67" y="13"/>
                            <a:pt x="56" y="14"/>
                          </a:cubicBezTo>
                          <a:cubicBezTo>
                            <a:pt x="52" y="14"/>
                            <a:pt x="56" y="12"/>
                            <a:pt x="55" y="9"/>
                          </a:cubicBezTo>
                          <a:cubicBezTo>
                            <a:pt x="51" y="10"/>
                            <a:pt x="49" y="12"/>
                            <a:pt x="47" y="14"/>
                          </a:cubicBezTo>
                          <a:cubicBezTo>
                            <a:pt x="19" y="14"/>
                            <a:pt x="19" y="14"/>
                            <a:pt x="19" y="14"/>
                          </a:cubicBezTo>
                          <a:cubicBezTo>
                            <a:pt x="15" y="12"/>
                            <a:pt x="12" y="8"/>
                            <a:pt x="6" y="8"/>
                          </a:cubicBezTo>
                          <a:cubicBezTo>
                            <a:pt x="4" y="8"/>
                            <a:pt x="6" y="13"/>
                            <a:pt x="3" y="12"/>
                          </a:cubicBezTo>
                          <a:cubicBezTo>
                            <a:pt x="3" y="9"/>
                            <a:pt x="0" y="9"/>
                            <a:pt x="1" y="6"/>
                          </a:cubicBezTo>
                          <a:lnTo>
                            <a:pt x="2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6" name="Freeform 332"/>
                    <p:cNvSpPr>
                      <a:spLocks/>
                    </p:cNvSpPr>
                    <p:nvPr/>
                  </p:nvSpPr>
                  <p:spPr bwMode="auto">
                    <a:xfrm>
                      <a:off x="878" y="422"/>
                      <a:ext cx="7" cy="9"/>
                    </a:xfrm>
                    <a:custGeom>
                      <a:avLst/>
                      <a:gdLst>
                        <a:gd name="T0" fmla="*/ 4 w 5"/>
                        <a:gd name="T1" fmla="*/ 4 h 6"/>
                        <a:gd name="T2" fmla="*/ 5 w 5"/>
                        <a:gd name="T3" fmla="*/ 6 h 6"/>
                        <a:gd name="T4" fmla="*/ 0 w 5"/>
                        <a:gd name="T5" fmla="*/ 2 h 6"/>
                        <a:gd name="T6" fmla="*/ 1 w 5"/>
                        <a:gd name="T7" fmla="*/ 1 h 6"/>
                        <a:gd name="T8" fmla="*/ 0 w 5"/>
                        <a:gd name="T9" fmla="*/ 0 h 6"/>
                        <a:gd name="T10" fmla="*/ 4 w 5"/>
                        <a:gd name="T11" fmla="*/ 0 h 6"/>
                        <a:gd name="T12" fmla="*/ 5 w 5"/>
                        <a:gd name="T13" fmla="*/ 3 h 6"/>
                        <a:gd name="T14" fmla="*/ 4 w 5"/>
                        <a:gd name="T15" fmla="*/ 4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5" h="6">
                          <a:moveTo>
                            <a:pt x="4" y="4"/>
                          </a:moveTo>
                          <a:cubicBezTo>
                            <a:pt x="5" y="6"/>
                            <a:pt x="5" y="6"/>
                            <a:pt x="5" y="6"/>
                          </a:cubicBezTo>
                          <a:cubicBezTo>
                            <a:pt x="0" y="6"/>
                            <a:pt x="0" y="6"/>
                            <a:pt x="0" y="2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4" y="2"/>
                            <a:pt x="4" y="2"/>
                            <a:pt x="5" y="3"/>
                          </a:cubicBezTo>
                          <a:lnTo>
                            <a:pt x="4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7" name="Freeform 333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00" y="408"/>
                      <a:ext cx="146" cy="25"/>
                    </a:xfrm>
                    <a:custGeom>
                      <a:avLst/>
                      <a:gdLst>
                        <a:gd name="T0" fmla="*/ 99 w 100"/>
                        <a:gd name="T1" fmla="*/ 5 h 17"/>
                        <a:gd name="T2" fmla="*/ 99 w 100"/>
                        <a:gd name="T3" fmla="*/ 6 h 17"/>
                        <a:gd name="T4" fmla="*/ 90 w 100"/>
                        <a:gd name="T5" fmla="*/ 13 h 17"/>
                        <a:gd name="T6" fmla="*/ 89 w 100"/>
                        <a:gd name="T7" fmla="*/ 14 h 17"/>
                        <a:gd name="T8" fmla="*/ 89 w 100"/>
                        <a:gd name="T9" fmla="*/ 16 h 17"/>
                        <a:gd name="T10" fmla="*/ 79 w 100"/>
                        <a:gd name="T11" fmla="*/ 13 h 17"/>
                        <a:gd name="T12" fmla="*/ 77 w 100"/>
                        <a:gd name="T13" fmla="*/ 16 h 17"/>
                        <a:gd name="T14" fmla="*/ 44 w 100"/>
                        <a:gd name="T15" fmla="*/ 15 h 17"/>
                        <a:gd name="T16" fmla="*/ 44 w 100"/>
                        <a:gd name="T17" fmla="*/ 9 h 17"/>
                        <a:gd name="T18" fmla="*/ 38 w 100"/>
                        <a:gd name="T19" fmla="*/ 11 h 17"/>
                        <a:gd name="T20" fmla="*/ 39 w 100"/>
                        <a:gd name="T21" fmla="*/ 9 h 17"/>
                        <a:gd name="T22" fmla="*/ 38 w 100"/>
                        <a:gd name="T23" fmla="*/ 9 h 17"/>
                        <a:gd name="T24" fmla="*/ 37 w 100"/>
                        <a:gd name="T25" fmla="*/ 6 h 17"/>
                        <a:gd name="T26" fmla="*/ 32 w 100"/>
                        <a:gd name="T27" fmla="*/ 11 h 17"/>
                        <a:gd name="T28" fmla="*/ 34 w 100"/>
                        <a:gd name="T29" fmla="*/ 11 h 17"/>
                        <a:gd name="T30" fmla="*/ 34 w 100"/>
                        <a:gd name="T31" fmla="*/ 12 h 17"/>
                        <a:gd name="T32" fmla="*/ 35 w 100"/>
                        <a:gd name="T33" fmla="*/ 12 h 17"/>
                        <a:gd name="T34" fmla="*/ 27 w 100"/>
                        <a:gd name="T35" fmla="*/ 16 h 17"/>
                        <a:gd name="T36" fmla="*/ 28 w 100"/>
                        <a:gd name="T37" fmla="*/ 14 h 17"/>
                        <a:gd name="T38" fmla="*/ 26 w 100"/>
                        <a:gd name="T39" fmla="*/ 13 h 17"/>
                        <a:gd name="T40" fmla="*/ 18 w 100"/>
                        <a:gd name="T41" fmla="*/ 7 h 17"/>
                        <a:gd name="T42" fmla="*/ 18 w 100"/>
                        <a:gd name="T43" fmla="*/ 13 h 17"/>
                        <a:gd name="T44" fmla="*/ 16 w 100"/>
                        <a:gd name="T45" fmla="*/ 14 h 17"/>
                        <a:gd name="T46" fmla="*/ 17 w 100"/>
                        <a:gd name="T47" fmla="*/ 16 h 17"/>
                        <a:gd name="T48" fmla="*/ 5 w 100"/>
                        <a:gd name="T49" fmla="*/ 16 h 17"/>
                        <a:gd name="T50" fmla="*/ 5 w 100"/>
                        <a:gd name="T51" fmla="*/ 14 h 17"/>
                        <a:gd name="T52" fmla="*/ 4 w 100"/>
                        <a:gd name="T53" fmla="*/ 13 h 17"/>
                        <a:gd name="T54" fmla="*/ 0 w 100"/>
                        <a:gd name="T55" fmla="*/ 5 h 17"/>
                        <a:gd name="T56" fmla="*/ 1 w 100"/>
                        <a:gd name="T57" fmla="*/ 4 h 17"/>
                        <a:gd name="T58" fmla="*/ 1 w 100"/>
                        <a:gd name="T59" fmla="*/ 2 h 17"/>
                        <a:gd name="T60" fmla="*/ 7 w 100"/>
                        <a:gd name="T61" fmla="*/ 2 h 17"/>
                        <a:gd name="T62" fmla="*/ 6 w 100"/>
                        <a:gd name="T63" fmla="*/ 4 h 17"/>
                        <a:gd name="T64" fmla="*/ 7 w 100"/>
                        <a:gd name="T65" fmla="*/ 5 h 17"/>
                        <a:gd name="T66" fmla="*/ 10 w 100"/>
                        <a:gd name="T67" fmla="*/ 8 h 17"/>
                        <a:gd name="T68" fmla="*/ 10 w 100"/>
                        <a:gd name="T69" fmla="*/ 5 h 17"/>
                        <a:gd name="T70" fmla="*/ 11 w 100"/>
                        <a:gd name="T71" fmla="*/ 4 h 17"/>
                        <a:gd name="T72" fmla="*/ 11 w 100"/>
                        <a:gd name="T73" fmla="*/ 2 h 17"/>
                        <a:gd name="T74" fmla="*/ 50 w 100"/>
                        <a:gd name="T75" fmla="*/ 5 h 17"/>
                        <a:gd name="T76" fmla="*/ 64 w 100"/>
                        <a:gd name="T77" fmla="*/ 2 h 17"/>
                        <a:gd name="T78" fmla="*/ 66 w 100"/>
                        <a:gd name="T79" fmla="*/ 6 h 17"/>
                        <a:gd name="T80" fmla="*/ 68 w 100"/>
                        <a:gd name="T81" fmla="*/ 2 h 17"/>
                        <a:gd name="T82" fmla="*/ 71 w 100"/>
                        <a:gd name="T83" fmla="*/ 2 h 17"/>
                        <a:gd name="T84" fmla="*/ 72 w 100"/>
                        <a:gd name="T85" fmla="*/ 5 h 17"/>
                        <a:gd name="T86" fmla="*/ 81 w 100"/>
                        <a:gd name="T87" fmla="*/ 2 h 17"/>
                        <a:gd name="T88" fmla="*/ 87 w 100"/>
                        <a:gd name="T89" fmla="*/ 5 h 17"/>
                        <a:gd name="T90" fmla="*/ 100 w 100"/>
                        <a:gd name="T91" fmla="*/ 4 h 17"/>
                        <a:gd name="T92" fmla="*/ 99 w 100"/>
                        <a:gd name="T93" fmla="*/ 5 h 17"/>
                        <a:gd name="T94" fmla="*/ 58 w 100"/>
                        <a:gd name="T95" fmla="*/ 10 h 17"/>
                        <a:gd name="T96" fmla="*/ 54 w 100"/>
                        <a:gd name="T97" fmla="*/ 6 h 17"/>
                        <a:gd name="T98" fmla="*/ 58 w 100"/>
                        <a:gd name="T99" fmla="*/ 1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100" h="17">
                          <a:moveTo>
                            <a:pt x="99" y="5"/>
                          </a:moveTo>
                          <a:cubicBezTo>
                            <a:pt x="99" y="6"/>
                            <a:pt x="99" y="6"/>
                            <a:pt x="99" y="6"/>
                          </a:cubicBezTo>
                          <a:cubicBezTo>
                            <a:pt x="94" y="6"/>
                            <a:pt x="90" y="8"/>
                            <a:pt x="90" y="13"/>
                          </a:cubicBezTo>
                          <a:cubicBezTo>
                            <a:pt x="89" y="14"/>
                            <a:pt x="89" y="14"/>
                            <a:pt x="89" y="14"/>
                          </a:cubicBezTo>
                          <a:cubicBezTo>
                            <a:pt x="89" y="16"/>
                            <a:pt x="89" y="16"/>
                            <a:pt x="89" y="16"/>
                          </a:cubicBezTo>
                          <a:cubicBezTo>
                            <a:pt x="84" y="17"/>
                            <a:pt x="82" y="14"/>
                            <a:pt x="79" y="13"/>
                          </a:cubicBezTo>
                          <a:cubicBezTo>
                            <a:pt x="78" y="13"/>
                            <a:pt x="78" y="16"/>
                            <a:pt x="77" y="16"/>
                          </a:cubicBezTo>
                          <a:cubicBezTo>
                            <a:pt x="66" y="15"/>
                            <a:pt x="55" y="17"/>
                            <a:pt x="44" y="15"/>
                          </a:cubicBezTo>
                          <a:cubicBezTo>
                            <a:pt x="42" y="12"/>
                            <a:pt x="44" y="12"/>
                            <a:pt x="44" y="9"/>
                          </a:cubicBezTo>
                          <a:cubicBezTo>
                            <a:pt x="43" y="7"/>
                            <a:pt x="41" y="11"/>
                            <a:pt x="38" y="11"/>
                          </a:cubicBezTo>
                          <a:cubicBezTo>
                            <a:pt x="39" y="9"/>
                            <a:pt x="39" y="9"/>
                            <a:pt x="39" y="9"/>
                          </a:cubicBezTo>
                          <a:cubicBezTo>
                            <a:pt x="38" y="9"/>
                            <a:pt x="38" y="9"/>
                            <a:pt x="38" y="9"/>
                          </a:cubicBezTo>
                          <a:cubicBezTo>
                            <a:pt x="37" y="9"/>
                            <a:pt x="37" y="7"/>
                            <a:pt x="37" y="6"/>
                          </a:cubicBezTo>
                          <a:cubicBezTo>
                            <a:pt x="34" y="7"/>
                            <a:pt x="31" y="7"/>
                            <a:pt x="32" y="11"/>
                          </a:cubicBezTo>
                          <a:cubicBezTo>
                            <a:pt x="34" y="11"/>
                            <a:pt x="34" y="11"/>
                            <a:pt x="34" y="11"/>
                          </a:cubicBezTo>
                          <a:cubicBezTo>
                            <a:pt x="34" y="12"/>
                            <a:pt x="34" y="12"/>
                            <a:pt x="34" y="12"/>
                          </a:cubicBezTo>
                          <a:cubicBezTo>
                            <a:pt x="35" y="12"/>
                            <a:pt x="35" y="12"/>
                            <a:pt x="35" y="12"/>
                          </a:cubicBezTo>
                          <a:cubicBezTo>
                            <a:pt x="33" y="14"/>
                            <a:pt x="31" y="16"/>
                            <a:pt x="27" y="16"/>
                          </a:cubicBezTo>
                          <a:cubicBezTo>
                            <a:pt x="28" y="14"/>
                            <a:pt x="28" y="14"/>
                            <a:pt x="28" y="14"/>
                          </a:cubicBezTo>
                          <a:cubicBezTo>
                            <a:pt x="26" y="13"/>
                            <a:pt x="26" y="13"/>
                            <a:pt x="26" y="13"/>
                          </a:cubicBezTo>
                          <a:cubicBezTo>
                            <a:pt x="26" y="9"/>
                            <a:pt x="21" y="9"/>
                            <a:pt x="18" y="7"/>
                          </a:cubicBezTo>
                          <a:cubicBezTo>
                            <a:pt x="16" y="8"/>
                            <a:pt x="17" y="12"/>
                            <a:pt x="18" y="13"/>
                          </a:cubicBezTo>
                          <a:cubicBezTo>
                            <a:pt x="16" y="14"/>
                            <a:pt x="16" y="14"/>
                            <a:pt x="16" y="14"/>
                          </a:cubicBezTo>
                          <a:cubicBezTo>
                            <a:pt x="17" y="16"/>
                            <a:pt x="17" y="16"/>
                            <a:pt x="17" y="16"/>
                          </a:cubicBezTo>
                          <a:cubicBezTo>
                            <a:pt x="5" y="16"/>
                            <a:pt x="5" y="16"/>
                            <a:pt x="5" y="16"/>
                          </a:cubicBezTo>
                          <a:cubicBezTo>
                            <a:pt x="5" y="14"/>
                            <a:pt x="5" y="14"/>
                            <a:pt x="5" y="14"/>
                          </a:cubicBezTo>
                          <a:cubicBezTo>
                            <a:pt x="4" y="13"/>
                            <a:pt x="4" y="13"/>
                            <a:pt x="4" y="13"/>
                          </a:cubicBezTo>
                          <a:cubicBezTo>
                            <a:pt x="5" y="8"/>
                            <a:pt x="2" y="6"/>
                            <a:pt x="0" y="5"/>
                          </a:cubicBezTo>
                          <a:cubicBezTo>
                            <a:pt x="1" y="4"/>
                            <a:pt x="1" y="4"/>
                            <a:pt x="1" y="4"/>
                          </a:cubicBezTo>
                          <a:cubicBezTo>
                            <a:pt x="1" y="2"/>
                            <a:pt x="1" y="2"/>
                            <a:pt x="1" y="2"/>
                          </a:cubicBez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6" y="4"/>
                            <a:pt x="6" y="4"/>
                            <a:pt x="6" y="4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7" y="7"/>
                            <a:pt x="8" y="8"/>
                            <a:pt x="10" y="8"/>
                          </a:cubicBezTo>
                          <a:cubicBezTo>
                            <a:pt x="10" y="5"/>
                            <a:pt x="10" y="5"/>
                            <a:pt x="10" y="5"/>
                          </a:cubicBezTo>
                          <a:cubicBezTo>
                            <a:pt x="11" y="4"/>
                            <a:pt x="11" y="4"/>
                            <a:pt x="11" y="4"/>
                          </a:cubicBezTo>
                          <a:cubicBezTo>
                            <a:pt x="11" y="2"/>
                            <a:pt x="11" y="2"/>
                            <a:pt x="11" y="2"/>
                          </a:cubicBezTo>
                          <a:cubicBezTo>
                            <a:pt x="24" y="3"/>
                            <a:pt x="40" y="0"/>
                            <a:pt x="50" y="5"/>
                          </a:cubicBezTo>
                          <a:cubicBezTo>
                            <a:pt x="51" y="0"/>
                            <a:pt x="59" y="3"/>
                            <a:pt x="64" y="2"/>
                          </a:cubicBezTo>
                          <a:cubicBezTo>
                            <a:pt x="65" y="3"/>
                            <a:pt x="65" y="5"/>
                            <a:pt x="66" y="6"/>
                          </a:cubicBezTo>
                          <a:cubicBezTo>
                            <a:pt x="68" y="7"/>
                            <a:pt x="65" y="2"/>
                            <a:pt x="68" y="2"/>
                          </a:cubicBezTo>
                          <a:cubicBezTo>
                            <a:pt x="71" y="2"/>
                            <a:pt x="71" y="2"/>
                            <a:pt x="71" y="2"/>
                          </a:cubicBezTo>
                          <a:cubicBezTo>
                            <a:pt x="75" y="2"/>
                            <a:pt x="69" y="4"/>
                            <a:pt x="72" y="5"/>
                          </a:cubicBezTo>
                          <a:cubicBezTo>
                            <a:pt x="77" y="6"/>
                            <a:pt x="79" y="4"/>
                            <a:pt x="81" y="2"/>
                          </a:cubicBezTo>
                          <a:cubicBezTo>
                            <a:pt x="85" y="1"/>
                            <a:pt x="84" y="4"/>
                            <a:pt x="87" y="5"/>
                          </a:cubicBezTo>
                          <a:cubicBezTo>
                            <a:pt x="88" y="2"/>
                            <a:pt x="98" y="0"/>
                            <a:pt x="100" y="4"/>
                          </a:cubicBezTo>
                          <a:lnTo>
                            <a:pt x="99" y="5"/>
                          </a:lnTo>
                          <a:close/>
                          <a:moveTo>
                            <a:pt x="58" y="10"/>
                          </a:moveTo>
                          <a:cubicBezTo>
                            <a:pt x="59" y="7"/>
                            <a:pt x="55" y="8"/>
                            <a:pt x="54" y="6"/>
                          </a:cubicBezTo>
                          <a:cubicBezTo>
                            <a:pt x="54" y="8"/>
                            <a:pt x="55" y="10"/>
                            <a:pt x="58" y="1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8" name="Freeform 334"/>
                    <p:cNvSpPr>
                      <a:spLocks/>
                    </p:cNvSpPr>
                    <p:nvPr/>
                  </p:nvSpPr>
                  <p:spPr bwMode="auto">
                    <a:xfrm>
                      <a:off x="585" y="411"/>
                      <a:ext cx="17" cy="20"/>
                    </a:xfrm>
                    <a:custGeom>
                      <a:avLst/>
                      <a:gdLst>
                        <a:gd name="T0" fmla="*/ 9 w 11"/>
                        <a:gd name="T1" fmla="*/ 12 h 14"/>
                        <a:gd name="T2" fmla="*/ 10 w 11"/>
                        <a:gd name="T3" fmla="*/ 14 h 14"/>
                        <a:gd name="T4" fmla="*/ 0 w 11"/>
                        <a:gd name="T5" fmla="*/ 14 h 14"/>
                        <a:gd name="T6" fmla="*/ 0 w 11"/>
                        <a:gd name="T7" fmla="*/ 0 h 14"/>
                        <a:gd name="T8" fmla="*/ 5 w 11"/>
                        <a:gd name="T9" fmla="*/ 0 h 14"/>
                        <a:gd name="T10" fmla="*/ 5 w 11"/>
                        <a:gd name="T11" fmla="*/ 2 h 14"/>
                        <a:gd name="T12" fmla="*/ 6 w 11"/>
                        <a:gd name="T13" fmla="*/ 3 h 14"/>
                        <a:gd name="T14" fmla="*/ 7 w 11"/>
                        <a:gd name="T15" fmla="*/ 9 h 14"/>
                        <a:gd name="T16" fmla="*/ 11 w 11"/>
                        <a:gd name="T17" fmla="*/ 11 h 14"/>
                        <a:gd name="T18" fmla="*/ 9 w 11"/>
                        <a:gd name="T19" fmla="*/ 12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" h="14">
                          <a:moveTo>
                            <a:pt x="9" y="12"/>
                          </a:moveTo>
                          <a:cubicBezTo>
                            <a:pt x="10" y="14"/>
                            <a:pt x="10" y="14"/>
                            <a:pt x="10" y="14"/>
                          </a:cubicBezTo>
                          <a:cubicBezTo>
                            <a:pt x="0" y="14"/>
                            <a:pt x="0" y="14"/>
                            <a:pt x="0" y="14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5" y="0"/>
                            <a:pt x="5" y="0"/>
                            <a:pt x="5" y="0"/>
                          </a:cubicBezTo>
                          <a:cubicBezTo>
                            <a:pt x="5" y="2"/>
                            <a:pt x="5" y="2"/>
                            <a:pt x="5" y="2"/>
                          </a:cubicBezTo>
                          <a:cubicBezTo>
                            <a:pt x="6" y="3"/>
                            <a:pt x="6" y="3"/>
                            <a:pt x="6" y="3"/>
                          </a:cubicBezTo>
                          <a:cubicBezTo>
                            <a:pt x="6" y="6"/>
                            <a:pt x="7" y="7"/>
                            <a:pt x="7" y="9"/>
                          </a:cubicBezTo>
                          <a:cubicBezTo>
                            <a:pt x="9" y="10"/>
                            <a:pt x="10" y="10"/>
                            <a:pt x="11" y="11"/>
                          </a:cubicBezTo>
                          <a:lnTo>
                            <a:pt x="9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9" name="Freeform 335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585" y="879"/>
                      <a:ext cx="329" cy="25"/>
                    </a:xfrm>
                    <a:custGeom>
                      <a:avLst/>
                      <a:gdLst>
                        <a:gd name="T0" fmla="*/ 146 w 225"/>
                        <a:gd name="T1" fmla="*/ 2 h 17"/>
                        <a:gd name="T2" fmla="*/ 149 w 225"/>
                        <a:gd name="T3" fmla="*/ 2 h 17"/>
                        <a:gd name="T4" fmla="*/ 218 w 225"/>
                        <a:gd name="T5" fmla="*/ 4 h 17"/>
                        <a:gd name="T6" fmla="*/ 220 w 225"/>
                        <a:gd name="T7" fmla="*/ 11 h 17"/>
                        <a:gd name="T8" fmla="*/ 219 w 225"/>
                        <a:gd name="T9" fmla="*/ 13 h 17"/>
                        <a:gd name="T10" fmla="*/ 219 w 225"/>
                        <a:gd name="T11" fmla="*/ 16 h 17"/>
                        <a:gd name="T12" fmla="*/ 176 w 225"/>
                        <a:gd name="T13" fmla="*/ 15 h 17"/>
                        <a:gd name="T14" fmla="*/ 170 w 225"/>
                        <a:gd name="T15" fmla="*/ 16 h 17"/>
                        <a:gd name="T16" fmla="*/ 167 w 225"/>
                        <a:gd name="T17" fmla="*/ 15 h 17"/>
                        <a:gd name="T18" fmla="*/ 168 w 225"/>
                        <a:gd name="T19" fmla="*/ 11 h 17"/>
                        <a:gd name="T20" fmla="*/ 145 w 225"/>
                        <a:gd name="T21" fmla="*/ 14 h 17"/>
                        <a:gd name="T22" fmla="*/ 140 w 225"/>
                        <a:gd name="T23" fmla="*/ 13 h 17"/>
                        <a:gd name="T24" fmla="*/ 139 w 225"/>
                        <a:gd name="T25" fmla="*/ 16 h 17"/>
                        <a:gd name="T26" fmla="*/ 121 w 225"/>
                        <a:gd name="T27" fmla="*/ 11 h 17"/>
                        <a:gd name="T28" fmla="*/ 78 w 225"/>
                        <a:gd name="T29" fmla="*/ 16 h 17"/>
                        <a:gd name="T30" fmla="*/ 74 w 225"/>
                        <a:gd name="T31" fmla="*/ 12 h 17"/>
                        <a:gd name="T32" fmla="*/ 72 w 225"/>
                        <a:gd name="T33" fmla="*/ 11 h 17"/>
                        <a:gd name="T34" fmla="*/ 70 w 225"/>
                        <a:gd name="T35" fmla="*/ 12 h 17"/>
                        <a:gd name="T36" fmla="*/ 60 w 225"/>
                        <a:gd name="T37" fmla="*/ 13 h 17"/>
                        <a:gd name="T38" fmla="*/ 35 w 225"/>
                        <a:gd name="T39" fmla="*/ 16 h 17"/>
                        <a:gd name="T40" fmla="*/ 31 w 225"/>
                        <a:gd name="T41" fmla="*/ 14 h 17"/>
                        <a:gd name="T42" fmla="*/ 27 w 225"/>
                        <a:gd name="T43" fmla="*/ 13 h 17"/>
                        <a:gd name="T44" fmla="*/ 30 w 225"/>
                        <a:gd name="T45" fmla="*/ 15 h 17"/>
                        <a:gd name="T46" fmla="*/ 20 w 225"/>
                        <a:gd name="T47" fmla="*/ 15 h 17"/>
                        <a:gd name="T48" fmla="*/ 19 w 225"/>
                        <a:gd name="T49" fmla="*/ 11 h 17"/>
                        <a:gd name="T50" fmla="*/ 19 w 225"/>
                        <a:gd name="T51" fmla="*/ 8 h 17"/>
                        <a:gd name="T52" fmla="*/ 16 w 225"/>
                        <a:gd name="T53" fmla="*/ 7 h 17"/>
                        <a:gd name="T54" fmla="*/ 17 w 225"/>
                        <a:gd name="T55" fmla="*/ 10 h 17"/>
                        <a:gd name="T56" fmla="*/ 17 w 225"/>
                        <a:gd name="T57" fmla="*/ 15 h 17"/>
                        <a:gd name="T58" fmla="*/ 16 w 225"/>
                        <a:gd name="T59" fmla="*/ 16 h 17"/>
                        <a:gd name="T60" fmla="*/ 3 w 225"/>
                        <a:gd name="T61" fmla="*/ 10 h 17"/>
                        <a:gd name="T62" fmla="*/ 39 w 225"/>
                        <a:gd name="T63" fmla="*/ 4 h 17"/>
                        <a:gd name="T64" fmla="*/ 75 w 225"/>
                        <a:gd name="T65" fmla="*/ 2 h 17"/>
                        <a:gd name="T66" fmla="*/ 76 w 225"/>
                        <a:gd name="T67" fmla="*/ 5 h 17"/>
                        <a:gd name="T68" fmla="*/ 83 w 225"/>
                        <a:gd name="T69" fmla="*/ 5 h 17"/>
                        <a:gd name="T70" fmla="*/ 84 w 225"/>
                        <a:gd name="T71" fmla="*/ 2 h 17"/>
                        <a:gd name="T72" fmla="*/ 97 w 225"/>
                        <a:gd name="T73" fmla="*/ 4 h 17"/>
                        <a:gd name="T74" fmla="*/ 114 w 225"/>
                        <a:gd name="T75" fmla="*/ 13 h 17"/>
                        <a:gd name="T76" fmla="*/ 107 w 225"/>
                        <a:gd name="T77" fmla="*/ 4 h 17"/>
                        <a:gd name="T78" fmla="*/ 108 w 225"/>
                        <a:gd name="T79" fmla="*/ 2 h 17"/>
                        <a:gd name="T80" fmla="*/ 92 w 225"/>
                        <a:gd name="T81" fmla="*/ 6 h 17"/>
                        <a:gd name="T82" fmla="*/ 52 w 225"/>
                        <a:gd name="T83" fmla="*/ 13 h 17"/>
                        <a:gd name="T84" fmla="*/ 52 w 225"/>
                        <a:gd name="T85" fmla="*/ 13 h 17"/>
                        <a:gd name="T86" fmla="*/ 127 w 225"/>
                        <a:gd name="T87" fmla="*/ 7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225" h="17">
                          <a:moveTo>
                            <a:pt x="108" y="2"/>
                          </a:moveTo>
                          <a:cubicBezTo>
                            <a:pt x="146" y="2"/>
                            <a:pt x="146" y="2"/>
                            <a:pt x="146" y="2"/>
                          </a:cubicBezTo>
                          <a:cubicBezTo>
                            <a:pt x="146" y="6"/>
                            <a:pt x="146" y="10"/>
                            <a:pt x="149" y="11"/>
                          </a:cubicBezTo>
                          <a:cubicBezTo>
                            <a:pt x="150" y="9"/>
                            <a:pt x="150" y="5"/>
                            <a:pt x="149" y="2"/>
                          </a:cubicBezTo>
                          <a:cubicBezTo>
                            <a:pt x="216" y="2"/>
                            <a:pt x="216" y="2"/>
                            <a:pt x="216" y="2"/>
                          </a:cubicBezTo>
                          <a:cubicBezTo>
                            <a:pt x="217" y="2"/>
                            <a:pt x="220" y="4"/>
                            <a:pt x="218" y="4"/>
                          </a:cubicBezTo>
                          <a:cubicBezTo>
                            <a:pt x="219" y="4"/>
                            <a:pt x="222" y="1"/>
                            <a:pt x="225" y="2"/>
                          </a:cubicBezTo>
                          <a:cubicBezTo>
                            <a:pt x="224" y="6"/>
                            <a:pt x="222" y="8"/>
                            <a:pt x="220" y="11"/>
                          </a:cubicBezTo>
                          <a:cubicBezTo>
                            <a:pt x="217" y="10"/>
                            <a:pt x="213" y="5"/>
                            <a:pt x="209" y="8"/>
                          </a:cubicBezTo>
                          <a:cubicBezTo>
                            <a:pt x="211" y="11"/>
                            <a:pt x="216" y="12"/>
                            <a:pt x="219" y="13"/>
                          </a:cubicBezTo>
                          <a:cubicBezTo>
                            <a:pt x="218" y="14"/>
                            <a:pt x="218" y="14"/>
                            <a:pt x="218" y="14"/>
                          </a:cubicBezTo>
                          <a:cubicBezTo>
                            <a:pt x="219" y="16"/>
                            <a:pt x="219" y="16"/>
                            <a:pt x="219" y="16"/>
                          </a:cubicBezTo>
                          <a:cubicBezTo>
                            <a:pt x="204" y="17"/>
                            <a:pt x="187" y="15"/>
                            <a:pt x="175" y="16"/>
                          </a:cubicBezTo>
                          <a:cubicBezTo>
                            <a:pt x="175" y="15"/>
                            <a:pt x="176" y="15"/>
                            <a:pt x="176" y="15"/>
                          </a:cubicBezTo>
                          <a:cubicBezTo>
                            <a:pt x="179" y="14"/>
                            <a:pt x="174" y="14"/>
                            <a:pt x="176" y="11"/>
                          </a:cubicBezTo>
                          <a:cubicBezTo>
                            <a:pt x="172" y="11"/>
                            <a:pt x="170" y="12"/>
                            <a:pt x="170" y="16"/>
                          </a:cubicBezTo>
                          <a:cubicBezTo>
                            <a:pt x="166" y="16"/>
                            <a:pt x="166" y="16"/>
                            <a:pt x="166" y="16"/>
                          </a:cubicBezTo>
                          <a:cubicBezTo>
                            <a:pt x="167" y="15"/>
                            <a:pt x="167" y="15"/>
                            <a:pt x="167" y="15"/>
                          </a:cubicBezTo>
                          <a:cubicBezTo>
                            <a:pt x="166" y="13"/>
                            <a:pt x="166" y="13"/>
                            <a:pt x="166" y="13"/>
                          </a:cubicBezTo>
                          <a:cubicBezTo>
                            <a:pt x="167" y="13"/>
                            <a:pt x="167" y="11"/>
                            <a:pt x="168" y="11"/>
                          </a:cubicBezTo>
                          <a:cubicBezTo>
                            <a:pt x="160" y="9"/>
                            <a:pt x="154" y="16"/>
                            <a:pt x="146" y="16"/>
                          </a:cubicBezTo>
                          <a:cubicBezTo>
                            <a:pt x="147" y="15"/>
                            <a:pt x="146" y="14"/>
                            <a:pt x="145" y="14"/>
                          </a:cubicBezTo>
                          <a:cubicBezTo>
                            <a:pt x="143" y="13"/>
                            <a:pt x="145" y="9"/>
                            <a:pt x="141" y="10"/>
                          </a:cubicBezTo>
                          <a:cubicBezTo>
                            <a:pt x="140" y="10"/>
                            <a:pt x="140" y="12"/>
                            <a:pt x="140" y="13"/>
                          </a:cubicBezTo>
                          <a:cubicBezTo>
                            <a:pt x="139" y="14"/>
                            <a:pt x="139" y="14"/>
                            <a:pt x="139" y="14"/>
                          </a:cubicBezTo>
                          <a:cubicBezTo>
                            <a:pt x="139" y="16"/>
                            <a:pt x="139" y="16"/>
                            <a:pt x="139" y="16"/>
                          </a:cubicBezTo>
                          <a:cubicBezTo>
                            <a:pt x="126" y="16"/>
                            <a:pt x="126" y="16"/>
                            <a:pt x="126" y="16"/>
                          </a:cubicBezTo>
                          <a:cubicBezTo>
                            <a:pt x="126" y="12"/>
                            <a:pt x="124" y="11"/>
                            <a:pt x="121" y="11"/>
                          </a:cubicBezTo>
                          <a:cubicBezTo>
                            <a:pt x="119" y="10"/>
                            <a:pt x="119" y="16"/>
                            <a:pt x="121" y="15"/>
                          </a:cubicBezTo>
                          <a:cubicBezTo>
                            <a:pt x="108" y="17"/>
                            <a:pt x="92" y="15"/>
                            <a:pt x="78" y="16"/>
                          </a:cubicBezTo>
                          <a:cubicBezTo>
                            <a:pt x="77" y="15"/>
                            <a:pt x="79" y="12"/>
                            <a:pt x="77" y="12"/>
                          </a:cubicBezTo>
                          <a:cubicBezTo>
                            <a:pt x="74" y="12"/>
                            <a:pt x="74" y="12"/>
                            <a:pt x="74" y="12"/>
                          </a:cubicBezTo>
                          <a:cubicBezTo>
                            <a:pt x="73" y="10"/>
                            <a:pt x="73" y="10"/>
                            <a:pt x="73" y="10"/>
                          </a:cubicBezTo>
                          <a:cubicBezTo>
                            <a:pt x="72" y="11"/>
                            <a:pt x="72" y="11"/>
                            <a:pt x="72" y="11"/>
                          </a:cubicBezTo>
                          <a:cubicBezTo>
                            <a:pt x="72" y="9"/>
                            <a:pt x="72" y="9"/>
                            <a:pt x="72" y="9"/>
                          </a:cubicBezTo>
                          <a:cubicBezTo>
                            <a:pt x="70" y="9"/>
                            <a:pt x="70" y="10"/>
                            <a:pt x="70" y="12"/>
                          </a:cubicBezTo>
                          <a:cubicBezTo>
                            <a:pt x="67" y="12"/>
                            <a:pt x="67" y="10"/>
                            <a:pt x="64" y="11"/>
                          </a:cubicBezTo>
                          <a:cubicBezTo>
                            <a:pt x="61" y="13"/>
                            <a:pt x="65" y="14"/>
                            <a:pt x="60" y="13"/>
                          </a:cubicBezTo>
                          <a:cubicBezTo>
                            <a:pt x="58" y="13"/>
                            <a:pt x="58" y="15"/>
                            <a:pt x="56" y="16"/>
                          </a:cubicBezTo>
                          <a:cubicBezTo>
                            <a:pt x="35" y="16"/>
                            <a:pt x="35" y="16"/>
                            <a:pt x="35" y="16"/>
                          </a:cubicBezTo>
                          <a:cubicBezTo>
                            <a:pt x="32" y="15"/>
                            <a:pt x="35" y="14"/>
                            <a:pt x="30" y="15"/>
                          </a:cubicBezTo>
                          <a:cubicBezTo>
                            <a:pt x="31" y="14"/>
                            <a:pt x="31" y="14"/>
                            <a:pt x="31" y="14"/>
                          </a:cubicBezTo>
                          <a:cubicBezTo>
                            <a:pt x="29" y="13"/>
                            <a:pt x="29" y="13"/>
                            <a:pt x="29" y="13"/>
                          </a:cubicBezTo>
                          <a:cubicBezTo>
                            <a:pt x="28" y="7"/>
                            <a:pt x="26" y="9"/>
                            <a:pt x="27" y="13"/>
                          </a:cubicBezTo>
                          <a:cubicBezTo>
                            <a:pt x="29" y="13"/>
                            <a:pt x="29" y="14"/>
                            <a:pt x="29" y="14"/>
                          </a:cubicBezTo>
                          <a:cubicBezTo>
                            <a:pt x="30" y="15"/>
                            <a:pt x="30" y="15"/>
                            <a:pt x="30" y="15"/>
                          </a:cubicBezTo>
                          <a:cubicBezTo>
                            <a:pt x="29" y="17"/>
                            <a:pt x="23" y="15"/>
                            <a:pt x="20" y="16"/>
                          </a:cubicBezTo>
                          <a:cubicBezTo>
                            <a:pt x="20" y="15"/>
                            <a:pt x="20" y="15"/>
                            <a:pt x="20" y="15"/>
                          </a:cubicBezTo>
                          <a:cubicBezTo>
                            <a:pt x="20" y="14"/>
                            <a:pt x="20" y="14"/>
                            <a:pt x="20" y="14"/>
                          </a:cubicBezTo>
                          <a:cubicBezTo>
                            <a:pt x="20" y="12"/>
                            <a:pt x="19" y="12"/>
                            <a:pt x="19" y="11"/>
                          </a:cubicBezTo>
                          <a:cubicBezTo>
                            <a:pt x="20" y="10"/>
                            <a:pt x="20" y="10"/>
                            <a:pt x="20" y="10"/>
                          </a:cubicBezTo>
                          <a:cubicBezTo>
                            <a:pt x="19" y="8"/>
                            <a:pt x="19" y="8"/>
                            <a:pt x="19" y="8"/>
                          </a:cubicBezTo>
                          <a:cubicBezTo>
                            <a:pt x="20" y="8"/>
                            <a:pt x="20" y="8"/>
                            <a:pt x="20" y="7"/>
                          </a:cubicBezTo>
                          <a:cubicBezTo>
                            <a:pt x="20" y="7"/>
                            <a:pt x="16" y="5"/>
                            <a:pt x="16" y="7"/>
                          </a:cubicBezTo>
                          <a:cubicBezTo>
                            <a:pt x="16" y="8"/>
                            <a:pt x="17" y="8"/>
                            <a:pt x="17" y="8"/>
                          </a:cubicBezTo>
                          <a:cubicBezTo>
                            <a:pt x="17" y="10"/>
                            <a:pt x="17" y="10"/>
                            <a:pt x="17" y="10"/>
                          </a:cubicBezTo>
                          <a:cubicBezTo>
                            <a:pt x="17" y="11"/>
                            <a:pt x="17" y="11"/>
                            <a:pt x="17" y="11"/>
                          </a:cubicBezTo>
                          <a:cubicBezTo>
                            <a:pt x="16" y="13"/>
                            <a:pt x="16" y="12"/>
                            <a:pt x="17" y="15"/>
                          </a:cubicBezTo>
                          <a:cubicBezTo>
                            <a:pt x="15" y="15"/>
                            <a:pt x="15" y="15"/>
                            <a:pt x="15" y="15"/>
                          </a:cubicBezTo>
                          <a:cubicBezTo>
                            <a:pt x="16" y="16"/>
                            <a:pt x="16" y="16"/>
                            <a:pt x="16" y="16"/>
                          </a:cubicBezTo>
                          <a:cubicBezTo>
                            <a:pt x="0" y="16"/>
                            <a:pt x="0" y="16"/>
                            <a:pt x="0" y="16"/>
                          </a:cubicBezTo>
                          <a:cubicBezTo>
                            <a:pt x="0" y="12"/>
                            <a:pt x="1" y="11"/>
                            <a:pt x="3" y="10"/>
                          </a:cubicBezTo>
                          <a:cubicBezTo>
                            <a:pt x="0" y="10"/>
                            <a:pt x="0" y="6"/>
                            <a:pt x="0" y="2"/>
                          </a:cubicBezTo>
                          <a:cubicBezTo>
                            <a:pt x="13" y="3"/>
                            <a:pt x="29" y="0"/>
                            <a:pt x="39" y="4"/>
                          </a:cubicBezTo>
                          <a:cubicBezTo>
                            <a:pt x="44" y="1"/>
                            <a:pt x="52" y="2"/>
                            <a:pt x="56" y="5"/>
                          </a:cubicBezTo>
                          <a:cubicBezTo>
                            <a:pt x="59" y="1"/>
                            <a:pt x="68" y="3"/>
                            <a:pt x="75" y="2"/>
                          </a:cubicBezTo>
                          <a:cubicBezTo>
                            <a:pt x="75" y="4"/>
                            <a:pt x="75" y="4"/>
                            <a:pt x="75" y="4"/>
                          </a:cubicBezTo>
                          <a:cubicBezTo>
                            <a:pt x="76" y="5"/>
                            <a:pt x="76" y="5"/>
                            <a:pt x="76" y="5"/>
                          </a:cubicBezTo>
                          <a:cubicBezTo>
                            <a:pt x="75" y="9"/>
                            <a:pt x="82" y="6"/>
                            <a:pt x="84" y="8"/>
                          </a:cubicBezTo>
                          <a:cubicBezTo>
                            <a:pt x="85" y="6"/>
                            <a:pt x="83" y="7"/>
                            <a:pt x="83" y="5"/>
                          </a:cubicBezTo>
                          <a:cubicBezTo>
                            <a:pt x="84" y="4"/>
                            <a:pt x="84" y="4"/>
                            <a:pt x="84" y="4"/>
                          </a:cubicBezTo>
                          <a:cubicBezTo>
                            <a:pt x="84" y="2"/>
                            <a:pt x="84" y="2"/>
                            <a:pt x="84" y="2"/>
                          </a:cubicBezTo>
                          <a:cubicBezTo>
                            <a:pt x="91" y="3"/>
                            <a:pt x="91" y="3"/>
                            <a:pt x="97" y="2"/>
                          </a:cubicBezTo>
                          <a:cubicBezTo>
                            <a:pt x="97" y="4"/>
                            <a:pt x="97" y="4"/>
                            <a:pt x="97" y="4"/>
                          </a:cubicBezTo>
                          <a:cubicBezTo>
                            <a:pt x="98" y="4"/>
                            <a:pt x="98" y="4"/>
                            <a:pt x="98" y="4"/>
                          </a:cubicBezTo>
                          <a:cubicBezTo>
                            <a:pt x="99" y="13"/>
                            <a:pt x="109" y="9"/>
                            <a:pt x="114" y="13"/>
                          </a:cubicBezTo>
                          <a:cubicBezTo>
                            <a:pt x="114" y="7"/>
                            <a:pt x="114" y="7"/>
                            <a:pt x="114" y="7"/>
                          </a:cubicBezTo>
                          <a:cubicBezTo>
                            <a:pt x="112" y="5"/>
                            <a:pt x="109" y="5"/>
                            <a:pt x="107" y="4"/>
                          </a:cubicBezTo>
                          <a:cubicBezTo>
                            <a:pt x="108" y="4"/>
                            <a:pt x="108" y="4"/>
                            <a:pt x="108" y="4"/>
                          </a:cubicBezTo>
                          <a:lnTo>
                            <a:pt x="108" y="2"/>
                          </a:lnTo>
                          <a:close/>
                          <a:moveTo>
                            <a:pt x="90" y="13"/>
                          </a:moveTo>
                          <a:cubicBezTo>
                            <a:pt x="93" y="12"/>
                            <a:pt x="96" y="7"/>
                            <a:pt x="92" y="6"/>
                          </a:cubicBezTo>
                          <a:cubicBezTo>
                            <a:pt x="92" y="9"/>
                            <a:pt x="88" y="9"/>
                            <a:pt x="90" y="13"/>
                          </a:cubicBezTo>
                          <a:moveTo>
                            <a:pt x="52" y="13"/>
                          </a:moveTo>
                          <a:cubicBezTo>
                            <a:pt x="53" y="8"/>
                            <a:pt x="47" y="6"/>
                            <a:pt x="45" y="8"/>
                          </a:cubicBezTo>
                          <a:cubicBezTo>
                            <a:pt x="49" y="8"/>
                            <a:pt x="48" y="13"/>
                            <a:pt x="52" y="13"/>
                          </a:cubicBezTo>
                          <a:moveTo>
                            <a:pt x="133" y="11"/>
                          </a:moveTo>
                          <a:cubicBezTo>
                            <a:pt x="133" y="7"/>
                            <a:pt x="129" y="9"/>
                            <a:pt x="127" y="7"/>
                          </a:cubicBezTo>
                          <a:cubicBezTo>
                            <a:pt x="127" y="11"/>
                            <a:pt x="129" y="11"/>
                            <a:pt x="133" y="1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0" name="Freeform 336"/>
                    <p:cNvSpPr>
                      <a:spLocks/>
                    </p:cNvSpPr>
                    <p:nvPr/>
                  </p:nvSpPr>
                  <p:spPr bwMode="auto">
                    <a:xfrm>
                      <a:off x="917" y="882"/>
                      <a:ext cx="13" cy="20"/>
                    </a:xfrm>
                    <a:custGeom>
                      <a:avLst/>
                      <a:gdLst>
                        <a:gd name="T0" fmla="*/ 1 w 9"/>
                        <a:gd name="T1" fmla="*/ 12 h 14"/>
                        <a:gd name="T2" fmla="*/ 0 w 9"/>
                        <a:gd name="T3" fmla="*/ 11 h 14"/>
                        <a:gd name="T4" fmla="*/ 3 w 9"/>
                        <a:gd name="T5" fmla="*/ 0 h 14"/>
                        <a:gd name="T6" fmla="*/ 8 w 9"/>
                        <a:gd name="T7" fmla="*/ 0 h 14"/>
                        <a:gd name="T8" fmla="*/ 7 w 9"/>
                        <a:gd name="T9" fmla="*/ 2 h 14"/>
                        <a:gd name="T10" fmla="*/ 9 w 9"/>
                        <a:gd name="T11" fmla="*/ 2 h 14"/>
                        <a:gd name="T12" fmla="*/ 8 w 9"/>
                        <a:gd name="T13" fmla="*/ 14 h 14"/>
                        <a:gd name="T14" fmla="*/ 1 w 9"/>
                        <a:gd name="T15" fmla="*/ 14 h 14"/>
                        <a:gd name="T16" fmla="*/ 1 w 9"/>
                        <a:gd name="T17" fmla="*/ 12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9" h="14">
                          <a:moveTo>
                            <a:pt x="1" y="12"/>
                          </a:moveTo>
                          <a:cubicBezTo>
                            <a:pt x="0" y="11"/>
                            <a:pt x="0" y="11"/>
                            <a:pt x="0" y="11"/>
                          </a:cubicBezTo>
                          <a:cubicBezTo>
                            <a:pt x="1" y="8"/>
                            <a:pt x="2" y="4"/>
                            <a:pt x="3" y="0"/>
                          </a:cubicBezTo>
                          <a:cubicBezTo>
                            <a:pt x="8" y="0"/>
                            <a:pt x="8" y="0"/>
                            <a:pt x="8" y="0"/>
                          </a:cubicBez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9" y="2"/>
                            <a:pt x="9" y="2"/>
                            <a:pt x="9" y="2"/>
                          </a:cubicBezTo>
                          <a:cubicBezTo>
                            <a:pt x="8" y="7"/>
                            <a:pt x="8" y="8"/>
                            <a:pt x="8" y="14"/>
                          </a:cubicBezTo>
                          <a:cubicBezTo>
                            <a:pt x="1" y="14"/>
                            <a:pt x="1" y="14"/>
                            <a:pt x="1" y="14"/>
                          </a:cubicBezTo>
                          <a:lnTo>
                            <a:pt x="1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1" name="Freeform 337"/>
                    <p:cNvSpPr>
                      <a:spLocks/>
                    </p:cNvSpPr>
                    <p:nvPr/>
                  </p:nvSpPr>
                  <p:spPr bwMode="auto">
                    <a:xfrm>
                      <a:off x="933" y="880"/>
                      <a:ext cx="123" cy="25"/>
                    </a:xfrm>
                    <a:custGeom>
                      <a:avLst/>
                      <a:gdLst>
                        <a:gd name="T0" fmla="*/ 2 w 84"/>
                        <a:gd name="T1" fmla="*/ 3 h 17"/>
                        <a:gd name="T2" fmla="*/ 2 w 84"/>
                        <a:gd name="T3" fmla="*/ 1 h 17"/>
                        <a:gd name="T4" fmla="*/ 20 w 84"/>
                        <a:gd name="T5" fmla="*/ 5 h 17"/>
                        <a:gd name="T6" fmla="*/ 21 w 84"/>
                        <a:gd name="T7" fmla="*/ 1 h 17"/>
                        <a:gd name="T8" fmla="*/ 27 w 84"/>
                        <a:gd name="T9" fmla="*/ 1 h 17"/>
                        <a:gd name="T10" fmla="*/ 36 w 84"/>
                        <a:gd name="T11" fmla="*/ 5 h 17"/>
                        <a:gd name="T12" fmla="*/ 41 w 84"/>
                        <a:gd name="T13" fmla="*/ 12 h 17"/>
                        <a:gd name="T14" fmla="*/ 35 w 84"/>
                        <a:gd name="T15" fmla="*/ 2 h 17"/>
                        <a:gd name="T16" fmla="*/ 58 w 84"/>
                        <a:gd name="T17" fmla="*/ 4 h 17"/>
                        <a:gd name="T18" fmla="*/ 57 w 84"/>
                        <a:gd name="T19" fmla="*/ 2 h 17"/>
                        <a:gd name="T20" fmla="*/ 79 w 84"/>
                        <a:gd name="T21" fmla="*/ 1 h 17"/>
                        <a:gd name="T22" fmla="*/ 79 w 84"/>
                        <a:gd name="T23" fmla="*/ 3 h 17"/>
                        <a:gd name="T24" fmla="*/ 80 w 84"/>
                        <a:gd name="T25" fmla="*/ 4 h 17"/>
                        <a:gd name="T26" fmla="*/ 78 w 84"/>
                        <a:gd name="T27" fmla="*/ 10 h 17"/>
                        <a:gd name="T28" fmla="*/ 84 w 84"/>
                        <a:gd name="T29" fmla="*/ 12 h 17"/>
                        <a:gd name="T30" fmla="*/ 82 w 84"/>
                        <a:gd name="T31" fmla="*/ 13 h 17"/>
                        <a:gd name="T32" fmla="*/ 83 w 84"/>
                        <a:gd name="T33" fmla="*/ 15 h 17"/>
                        <a:gd name="T34" fmla="*/ 70 w 84"/>
                        <a:gd name="T35" fmla="*/ 15 h 17"/>
                        <a:gd name="T36" fmla="*/ 70 w 84"/>
                        <a:gd name="T37" fmla="*/ 13 h 17"/>
                        <a:gd name="T38" fmla="*/ 69 w 84"/>
                        <a:gd name="T39" fmla="*/ 12 h 17"/>
                        <a:gd name="T40" fmla="*/ 73 w 84"/>
                        <a:gd name="T41" fmla="*/ 6 h 17"/>
                        <a:gd name="T42" fmla="*/ 69 w 84"/>
                        <a:gd name="T43" fmla="*/ 7 h 17"/>
                        <a:gd name="T44" fmla="*/ 67 w 84"/>
                        <a:gd name="T45" fmla="*/ 11 h 17"/>
                        <a:gd name="T46" fmla="*/ 62 w 84"/>
                        <a:gd name="T47" fmla="*/ 7 h 17"/>
                        <a:gd name="T48" fmla="*/ 60 w 84"/>
                        <a:gd name="T49" fmla="*/ 12 h 17"/>
                        <a:gd name="T50" fmla="*/ 59 w 84"/>
                        <a:gd name="T51" fmla="*/ 13 h 17"/>
                        <a:gd name="T52" fmla="*/ 60 w 84"/>
                        <a:gd name="T53" fmla="*/ 15 h 17"/>
                        <a:gd name="T54" fmla="*/ 35 w 84"/>
                        <a:gd name="T55" fmla="*/ 14 h 17"/>
                        <a:gd name="T56" fmla="*/ 35 w 84"/>
                        <a:gd name="T57" fmla="*/ 13 h 17"/>
                        <a:gd name="T58" fmla="*/ 34 w 84"/>
                        <a:gd name="T59" fmla="*/ 12 h 17"/>
                        <a:gd name="T60" fmla="*/ 30 w 84"/>
                        <a:gd name="T61" fmla="*/ 12 h 17"/>
                        <a:gd name="T62" fmla="*/ 32 w 84"/>
                        <a:gd name="T63" fmla="*/ 12 h 17"/>
                        <a:gd name="T64" fmla="*/ 32 w 84"/>
                        <a:gd name="T65" fmla="*/ 14 h 17"/>
                        <a:gd name="T66" fmla="*/ 32 w 84"/>
                        <a:gd name="T67" fmla="*/ 15 h 17"/>
                        <a:gd name="T68" fmla="*/ 26 w 84"/>
                        <a:gd name="T69" fmla="*/ 13 h 17"/>
                        <a:gd name="T70" fmla="*/ 26 w 84"/>
                        <a:gd name="T71" fmla="*/ 12 h 17"/>
                        <a:gd name="T72" fmla="*/ 25 w 84"/>
                        <a:gd name="T73" fmla="*/ 12 h 17"/>
                        <a:gd name="T74" fmla="*/ 25 w 84"/>
                        <a:gd name="T75" fmla="*/ 6 h 17"/>
                        <a:gd name="T76" fmla="*/ 23 w 84"/>
                        <a:gd name="T77" fmla="*/ 6 h 17"/>
                        <a:gd name="T78" fmla="*/ 24 w 84"/>
                        <a:gd name="T79" fmla="*/ 12 h 17"/>
                        <a:gd name="T80" fmla="*/ 24 w 84"/>
                        <a:gd name="T81" fmla="*/ 13 h 17"/>
                        <a:gd name="T82" fmla="*/ 26 w 84"/>
                        <a:gd name="T83" fmla="*/ 13 h 17"/>
                        <a:gd name="T84" fmla="*/ 20 w 84"/>
                        <a:gd name="T85" fmla="*/ 15 h 17"/>
                        <a:gd name="T86" fmla="*/ 16 w 84"/>
                        <a:gd name="T87" fmla="*/ 8 h 17"/>
                        <a:gd name="T88" fmla="*/ 13 w 84"/>
                        <a:gd name="T89" fmla="*/ 15 h 17"/>
                        <a:gd name="T90" fmla="*/ 4 w 84"/>
                        <a:gd name="T91" fmla="*/ 10 h 17"/>
                        <a:gd name="T92" fmla="*/ 4 w 84"/>
                        <a:gd name="T93" fmla="*/ 9 h 17"/>
                        <a:gd name="T94" fmla="*/ 3 w 84"/>
                        <a:gd name="T95" fmla="*/ 8 h 17"/>
                        <a:gd name="T96" fmla="*/ 1 w 84"/>
                        <a:gd name="T97" fmla="*/ 3 h 17"/>
                        <a:gd name="T98" fmla="*/ 2 w 84"/>
                        <a:gd name="T99" fmla="*/ 3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84" h="17">
                          <a:moveTo>
                            <a:pt x="2" y="3"/>
                          </a:moveTo>
                          <a:cubicBezTo>
                            <a:pt x="2" y="1"/>
                            <a:pt x="2" y="1"/>
                            <a:pt x="2" y="1"/>
                          </a:cubicBezTo>
                          <a:cubicBezTo>
                            <a:pt x="10" y="1"/>
                            <a:pt x="16" y="2"/>
                            <a:pt x="20" y="5"/>
                          </a:cubicBezTo>
                          <a:cubicBezTo>
                            <a:pt x="21" y="4"/>
                            <a:pt x="21" y="3"/>
                            <a:pt x="21" y="1"/>
                          </a:cubicBezTo>
                          <a:cubicBezTo>
                            <a:pt x="24" y="0"/>
                            <a:pt x="26" y="5"/>
                            <a:pt x="27" y="1"/>
                          </a:cubicBezTo>
                          <a:cubicBezTo>
                            <a:pt x="29" y="3"/>
                            <a:pt x="32" y="5"/>
                            <a:pt x="36" y="5"/>
                          </a:cubicBezTo>
                          <a:cubicBezTo>
                            <a:pt x="35" y="9"/>
                            <a:pt x="37" y="11"/>
                            <a:pt x="41" y="12"/>
                          </a:cubicBezTo>
                          <a:cubicBezTo>
                            <a:pt x="45" y="6"/>
                            <a:pt x="37" y="5"/>
                            <a:pt x="35" y="2"/>
                          </a:cubicBezTo>
                          <a:cubicBezTo>
                            <a:pt x="41" y="1"/>
                            <a:pt x="55" y="0"/>
                            <a:pt x="58" y="4"/>
                          </a:cubicBezTo>
                          <a:cubicBezTo>
                            <a:pt x="59" y="4"/>
                            <a:pt x="58" y="2"/>
                            <a:pt x="57" y="2"/>
                          </a:cubicBezTo>
                          <a:cubicBezTo>
                            <a:pt x="63" y="0"/>
                            <a:pt x="72" y="2"/>
                            <a:pt x="79" y="1"/>
                          </a:cubicBezTo>
                          <a:cubicBezTo>
                            <a:pt x="79" y="3"/>
                            <a:pt x="79" y="3"/>
                            <a:pt x="79" y="3"/>
                          </a:cubicBezTo>
                          <a:cubicBezTo>
                            <a:pt x="80" y="4"/>
                            <a:pt x="80" y="4"/>
                            <a:pt x="80" y="4"/>
                          </a:cubicBezTo>
                          <a:cubicBezTo>
                            <a:pt x="82" y="8"/>
                            <a:pt x="80" y="7"/>
                            <a:pt x="78" y="10"/>
                          </a:cubicBezTo>
                          <a:cubicBezTo>
                            <a:pt x="82" y="9"/>
                            <a:pt x="83" y="10"/>
                            <a:pt x="84" y="12"/>
                          </a:cubicBezTo>
                          <a:cubicBezTo>
                            <a:pt x="82" y="13"/>
                            <a:pt x="82" y="13"/>
                            <a:pt x="82" y="13"/>
                          </a:cubicBezTo>
                          <a:cubicBezTo>
                            <a:pt x="83" y="15"/>
                            <a:pt x="83" y="15"/>
                            <a:pt x="83" y="15"/>
                          </a:cubicBezTo>
                          <a:cubicBezTo>
                            <a:pt x="70" y="15"/>
                            <a:pt x="70" y="15"/>
                            <a:pt x="70" y="15"/>
                          </a:cubicBezTo>
                          <a:cubicBezTo>
                            <a:pt x="70" y="13"/>
                            <a:pt x="70" y="13"/>
                            <a:pt x="70" y="13"/>
                          </a:cubicBezTo>
                          <a:cubicBezTo>
                            <a:pt x="69" y="12"/>
                            <a:pt x="69" y="12"/>
                            <a:pt x="69" y="12"/>
                          </a:cubicBezTo>
                          <a:cubicBezTo>
                            <a:pt x="69" y="10"/>
                            <a:pt x="75" y="8"/>
                            <a:pt x="73" y="6"/>
                          </a:cubicBezTo>
                          <a:cubicBezTo>
                            <a:pt x="73" y="7"/>
                            <a:pt x="71" y="7"/>
                            <a:pt x="69" y="7"/>
                          </a:cubicBezTo>
                          <a:cubicBezTo>
                            <a:pt x="69" y="9"/>
                            <a:pt x="69" y="10"/>
                            <a:pt x="67" y="11"/>
                          </a:cubicBezTo>
                          <a:cubicBezTo>
                            <a:pt x="65" y="10"/>
                            <a:pt x="64" y="8"/>
                            <a:pt x="62" y="7"/>
                          </a:cubicBezTo>
                          <a:cubicBezTo>
                            <a:pt x="63" y="10"/>
                            <a:pt x="61" y="11"/>
                            <a:pt x="60" y="12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60" y="15"/>
                            <a:pt x="60" y="15"/>
                            <a:pt x="60" y="15"/>
                          </a:cubicBezTo>
                          <a:cubicBezTo>
                            <a:pt x="51" y="14"/>
                            <a:pt x="41" y="16"/>
                            <a:pt x="35" y="14"/>
                          </a:cubicBezTo>
                          <a:cubicBezTo>
                            <a:pt x="35" y="13"/>
                            <a:pt x="35" y="13"/>
                            <a:pt x="35" y="13"/>
                          </a:cubicBezTo>
                          <a:cubicBezTo>
                            <a:pt x="34" y="12"/>
                            <a:pt x="34" y="12"/>
                            <a:pt x="34" y="12"/>
                          </a:cubicBezTo>
                          <a:cubicBezTo>
                            <a:pt x="34" y="10"/>
                            <a:pt x="30" y="9"/>
                            <a:pt x="30" y="12"/>
                          </a:cubicBezTo>
                          <a:cubicBezTo>
                            <a:pt x="31" y="12"/>
                            <a:pt x="31" y="12"/>
                            <a:pt x="32" y="12"/>
                          </a:cubicBezTo>
                          <a:cubicBezTo>
                            <a:pt x="32" y="14"/>
                            <a:pt x="32" y="14"/>
                            <a:pt x="32" y="14"/>
                          </a:cubicBezTo>
                          <a:cubicBezTo>
                            <a:pt x="32" y="15"/>
                            <a:pt x="32" y="15"/>
                            <a:pt x="32" y="15"/>
                          </a:cubicBezTo>
                          <a:cubicBezTo>
                            <a:pt x="29" y="15"/>
                            <a:pt x="27" y="15"/>
                            <a:pt x="26" y="13"/>
                          </a:cubicBezTo>
                          <a:cubicBezTo>
                            <a:pt x="26" y="12"/>
                            <a:pt x="26" y="12"/>
                            <a:pt x="26" y="12"/>
                          </a:cubicBezTo>
                          <a:cubicBezTo>
                            <a:pt x="25" y="12"/>
                            <a:pt x="25" y="12"/>
                            <a:pt x="25" y="12"/>
                          </a:cubicBezTo>
                          <a:cubicBezTo>
                            <a:pt x="25" y="6"/>
                            <a:pt x="25" y="6"/>
                            <a:pt x="25" y="6"/>
                          </a:cubicBezTo>
                          <a:cubicBezTo>
                            <a:pt x="23" y="6"/>
                            <a:pt x="23" y="6"/>
                            <a:pt x="23" y="6"/>
                          </a:cubicBezTo>
                          <a:cubicBezTo>
                            <a:pt x="23" y="8"/>
                            <a:pt x="21" y="12"/>
                            <a:pt x="24" y="12"/>
                          </a:cubicBezTo>
                          <a:cubicBezTo>
                            <a:pt x="24" y="13"/>
                            <a:pt x="24" y="13"/>
                            <a:pt x="24" y="13"/>
                          </a:cubicBezTo>
                          <a:cubicBezTo>
                            <a:pt x="26" y="13"/>
                            <a:pt x="26" y="13"/>
                            <a:pt x="26" y="13"/>
                          </a:cubicBezTo>
                          <a:cubicBezTo>
                            <a:pt x="27" y="17"/>
                            <a:pt x="22" y="14"/>
                            <a:pt x="20" y="15"/>
                          </a:cubicBezTo>
                          <a:cubicBezTo>
                            <a:pt x="20" y="12"/>
                            <a:pt x="18" y="10"/>
                            <a:pt x="16" y="8"/>
                          </a:cubicBezTo>
                          <a:cubicBezTo>
                            <a:pt x="14" y="10"/>
                            <a:pt x="17" y="14"/>
                            <a:pt x="13" y="15"/>
                          </a:cubicBezTo>
                          <a:cubicBezTo>
                            <a:pt x="7" y="16"/>
                            <a:pt x="10" y="8"/>
                            <a:pt x="4" y="10"/>
                          </a:cubicBezTo>
                          <a:cubicBezTo>
                            <a:pt x="4" y="9"/>
                            <a:pt x="4" y="9"/>
                            <a:pt x="4" y="9"/>
                          </a:cubicBezTo>
                          <a:cubicBezTo>
                            <a:pt x="3" y="8"/>
                            <a:pt x="3" y="8"/>
                            <a:pt x="3" y="8"/>
                          </a:cubicBezTo>
                          <a:cubicBezTo>
                            <a:pt x="2" y="7"/>
                            <a:pt x="0" y="6"/>
                            <a:pt x="1" y="3"/>
                          </a:cubicBezTo>
                          <a:lnTo>
                            <a:pt x="2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2" name="Freeform 338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056" y="879"/>
                      <a:ext cx="241" cy="25"/>
                    </a:xfrm>
                    <a:custGeom>
                      <a:avLst/>
                      <a:gdLst>
                        <a:gd name="T0" fmla="*/ 3 w 165"/>
                        <a:gd name="T1" fmla="*/ 6 h 17"/>
                        <a:gd name="T2" fmla="*/ 14 w 165"/>
                        <a:gd name="T3" fmla="*/ 5 h 17"/>
                        <a:gd name="T4" fmla="*/ 25 w 165"/>
                        <a:gd name="T5" fmla="*/ 4 h 17"/>
                        <a:gd name="T6" fmla="*/ 32 w 165"/>
                        <a:gd name="T7" fmla="*/ 8 h 17"/>
                        <a:gd name="T8" fmla="*/ 32 w 165"/>
                        <a:gd name="T9" fmla="*/ 4 h 17"/>
                        <a:gd name="T10" fmla="*/ 64 w 165"/>
                        <a:gd name="T11" fmla="*/ 3 h 17"/>
                        <a:gd name="T12" fmla="*/ 63 w 165"/>
                        <a:gd name="T13" fmla="*/ 6 h 17"/>
                        <a:gd name="T14" fmla="*/ 59 w 165"/>
                        <a:gd name="T15" fmla="*/ 5 h 17"/>
                        <a:gd name="T16" fmla="*/ 59 w 165"/>
                        <a:gd name="T17" fmla="*/ 9 h 17"/>
                        <a:gd name="T18" fmla="*/ 60 w 165"/>
                        <a:gd name="T19" fmla="*/ 8 h 17"/>
                        <a:gd name="T20" fmla="*/ 65 w 165"/>
                        <a:gd name="T21" fmla="*/ 6 h 17"/>
                        <a:gd name="T22" fmla="*/ 66 w 165"/>
                        <a:gd name="T23" fmla="*/ 3 h 17"/>
                        <a:gd name="T24" fmla="*/ 69 w 165"/>
                        <a:gd name="T25" fmla="*/ 8 h 17"/>
                        <a:gd name="T26" fmla="*/ 85 w 165"/>
                        <a:gd name="T27" fmla="*/ 5 h 17"/>
                        <a:gd name="T28" fmla="*/ 94 w 165"/>
                        <a:gd name="T29" fmla="*/ 7 h 17"/>
                        <a:gd name="T30" fmla="*/ 106 w 165"/>
                        <a:gd name="T31" fmla="*/ 7 h 17"/>
                        <a:gd name="T32" fmla="*/ 109 w 165"/>
                        <a:gd name="T33" fmla="*/ 10 h 17"/>
                        <a:gd name="T34" fmla="*/ 109 w 165"/>
                        <a:gd name="T35" fmla="*/ 7 h 17"/>
                        <a:gd name="T36" fmla="*/ 127 w 165"/>
                        <a:gd name="T37" fmla="*/ 2 h 17"/>
                        <a:gd name="T38" fmla="*/ 128 w 165"/>
                        <a:gd name="T39" fmla="*/ 5 h 17"/>
                        <a:gd name="T40" fmla="*/ 128 w 165"/>
                        <a:gd name="T41" fmla="*/ 5 h 17"/>
                        <a:gd name="T42" fmla="*/ 129 w 165"/>
                        <a:gd name="T43" fmla="*/ 2 h 17"/>
                        <a:gd name="T44" fmla="*/ 160 w 165"/>
                        <a:gd name="T45" fmla="*/ 7 h 17"/>
                        <a:gd name="T46" fmla="*/ 163 w 165"/>
                        <a:gd name="T47" fmla="*/ 15 h 17"/>
                        <a:gd name="T48" fmla="*/ 153 w 165"/>
                        <a:gd name="T49" fmla="*/ 16 h 17"/>
                        <a:gd name="T50" fmla="*/ 146 w 165"/>
                        <a:gd name="T51" fmla="*/ 13 h 17"/>
                        <a:gd name="T52" fmla="*/ 143 w 165"/>
                        <a:gd name="T53" fmla="*/ 13 h 17"/>
                        <a:gd name="T54" fmla="*/ 138 w 165"/>
                        <a:gd name="T55" fmla="*/ 14 h 17"/>
                        <a:gd name="T56" fmla="*/ 122 w 165"/>
                        <a:gd name="T57" fmla="*/ 16 h 17"/>
                        <a:gd name="T58" fmla="*/ 116 w 165"/>
                        <a:gd name="T59" fmla="*/ 15 h 17"/>
                        <a:gd name="T60" fmla="*/ 106 w 165"/>
                        <a:gd name="T61" fmla="*/ 16 h 17"/>
                        <a:gd name="T62" fmla="*/ 56 w 165"/>
                        <a:gd name="T63" fmla="*/ 14 h 17"/>
                        <a:gd name="T64" fmla="*/ 44 w 165"/>
                        <a:gd name="T65" fmla="*/ 10 h 17"/>
                        <a:gd name="T66" fmla="*/ 1 w 165"/>
                        <a:gd name="T67" fmla="*/ 16 h 17"/>
                        <a:gd name="T68" fmla="*/ 0 w 165"/>
                        <a:gd name="T69" fmla="*/ 13 h 17"/>
                        <a:gd name="T70" fmla="*/ 2 w 165"/>
                        <a:gd name="T71" fmla="*/ 8 h 17"/>
                        <a:gd name="T72" fmla="*/ 9 w 165"/>
                        <a:gd name="T73" fmla="*/ 13 h 17"/>
                        <a:gd name="T74" fmla="*/ 9 w 165"/>
                        <a:gd name="T75" fmla="*/ 13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165" h="17">
                          <a:moveTo>
                            <a:pt x="3" y="7"/>
                          </a:moveTo>
                          <a:cubicBezTo>
                            <a:pt x="3" y="6"/>
                            <a:pt x="3" y="6"/>
                            <a:pt x="3" y="6"/>
                          </a:cubicBezTo>
                          <a:cubicBezTo>
                            <a:pt x="7" y="6"/>
                            <a:pt x="10" y="5"/>
                            <a:pt x="11" y="2"/>
                          </a:cubicBezTo>
                          <a:cubicBezTo>
                            <a:pt x="14" y="1"/>
                            <a:pt x="13" y="4"/>
                            <a:pt x="14" y="5"/>
                          </a:cubicBezTo>
                          <a:cubicBezTo>
                            <a:pt x="15" y="1"/>
                            <a:pt x="21" y="3"/>
                            <a:pt x="25" y="2"/>
                          </a:cubicBezTo>
                          <a:cubicBezTo>
                            <a:pt x="25" y="4"/>
                            <a:pt x="25" y="4"/>
                            <a:pt x="25" y="4"/>
                          </a:cubicBezTo>
                          <a:cubicBezTo>
                            <a:pt x="26" y="4"/>
                            <a:pt x="26" y="4"/>
                            <a:pt x="26" y="4"/>
                          </a:cubicBezTo>
                          <a:cubicBezTo>
                            <a:pt x="26" y="8"/>
                            <a:pt x="28" y="9"/>
                            <a:pt x="32" y="8"/>
                          </a:cubicBezTo>
                          <a:cubicBezTo>
                            <a:pt x="33" y="6"/>
                            <a:pt x="31" y="6"/>
                            <a:pt x="31" y="4"/>
                          </a:cubicBezTo>
                          <a:cubicBezTo>
                            <a:pt x="32" y="4"/>
                            <a:pt x="32" y="4"/>
                            <a:pt x="32" y="4"/>
                          </a:cubicBezTo>
                          <a:cubicBezTo>
                            <a:pt x="31" y="2"/>
                            <a:pt x="31" y="2"/>
                            <a:pt x="31" y="2"/>
                          </a:cubicBezTo>
                          <a:cubicBezTo>
                            <a:pt x="42" y="3"/>
                            <a:pt x="55" y="1"/>
                            <a:pt x="64" y="3"/>
                          </a:cubicBezTo>
                          <a:cubicBezTo>
                            <a:pt x="63" y="4"/>
                            <a:pt x="63" y="4"/>
                            <a:pt x="63" y="4"/>
                          </a:cubicBezTo>
                          <a:cubicBezTo>
                            <a:pt x="63" y="6"/>
                            <a:pt x="63" y="6"/>
                            <a:pt x="63" y="6"/>
                          </a:cubicBezTo>
                          <a:cubicBezTo>
                            <a:pt x="61" y="6"/>
                            <a:pt x="61" y="6"/>
                            <a:pt x="61" y="6"/>
                          </a:cubicBezTo>
                          <a:cubicBezTo>
                            <a:pt x="59" y="5"/>
                            <a:pt x="59" y="5"/>
                            <a:pt x="59" y="5"/>
                          </a:cubicBezTo>
                          <a:cubicBezTo>
                            <a:pt x="57" y="7"/>
                            <a:pt x="57" y="7"/>
                            <a:pt x="57" y="7"/>
                          </a:cubicBezTo>
                          <a:cubicBezTo>
                            <a:pt x="55" y="6"/>
                            <a:pt x="58" y="12"/>
                            <a:pt x="59" y="9"/>
                          </a:cubicBezTo>
                          <a:cubicBezTo>
                            <a:pt x="58" y="9"/>
                            <a:pt x="58" y="8"/>
                            <a:pt x="58" y="7"/>
                          </a:cubicBezTo>
                          <a:cubicBezTo>
                            <a:pt x="60" y="8"/>
                            <a:pt x="60" y="8"/>
                            <a:pt x="60" y="8"/>
                          </a:cubicBezTo>
                          <a:cubicBezTo>
                            <a:pt x="61" y="7"/>
                            <a:pt x="61" y="7"/>
                            <a:pt x="61" y="7"/>
                          </a:cubicBezTo>
                          <a:cubicBezTo>
                            <a:pt x="62" y="6"/>
                            <a:pt x="65" y="8"/>
                            <a:pt x="65" y="6"/>
                          </a:cubicBezTo>
                          <a:cubicBezTo>
                            <a:pt x="66" y="5"/>
                            <a:pt x="66" y="5"/>
                            <a:pt x="66" y="5"/>
                          </a:cubicBezTo>
                          <a:cubicBezTo>
                            <a:pt x="66" y="3"/>
                            <a:pt x="66" y="3"/>
                            <a:pt x="66" y="3"/>
                          </a:cubicBezTo>
                          <a:cubicBezTo>
                            <a:pt x="69" y="3"/>
                            <a:pt x="70" y="2"/>
                            <a:pt x="73" y="2"/>
                          </a:cubicBezTo>
                          <a:cubicBezTo>
                            <a:pt x="74" y="6"/>
                            <a:pt x="70" y="5"/>
                            <a:pt x="69" y="8"/>
                          </a:cubicBezTo>
                          <a:cubicBezTo>
                            <a:pt x="73" y="11"/>
                            <a:pt x="76" y="7"/>
                            <a:pt x="75" y="2"/>
                          </a:cubicBezTo>
                          <a:cubicBezTo>
                            <a:pt x="79" y="2"/>
                            <a:pt x="84" y="1"/>
                            <a:pt x="85" y="5"/>
                          </a:cubicBezTo>
                          <a:cubicBezTo>
                            <a:pt x="90" y="6"/>
                            <a:pt x="88" y="1"/>
                            <a:pt x="94" y="2"/>
                          </a:cubicBezTo>
                          <a:cubicBezTo>
                            <a:pt x="96" y="4"/>
                            <a:pt x="94" y="5"/>
                            <a:pt x="94" y="7"/>
                          </a:cubicBezTo>
                          <a:cubicBezTo>
                            <a:pt x="99" y="8"/>
                            <a:pt x="101" y="6"/>
                            <a:pt x="106" y="6"/>
                          </a:cubicBezTo>
                          <a:cubicBezTo>
                            <a:pt x="106" y="7"/>
                            <a:pt x="106" y="7"/>
                            <a:pt x="106" y="7"/>
                          </a:cubicBezTo>
                          <a:cubicBezTo>
                            <a:pt x="107" y="7"/>
                            <a:pt x="107" y="7"/>
                            <a:pt x="107" y="7"/>
                          </a:cubicBezTo>
                          <a:cubicBezTo>
                            <a:pt x="107" y="8"/>
                            <a:pt x="106" y="11"/>
                            <a:pt x="109" y="10"/>
                          </a:cubicBezTo>
                          <a:cubicBezTo>
                            <a:pt x="109" y="8"/>
                            <a:pt x="108" y="8"/>
                            <a:pt x="108" y="7"/>
                          </a:cubicBezTo>
                          <a:cubicBezTo>
                            <a:pt x="109" y="7"/>
                            <a:pt x="109" y="7"/>
                            <a:pt x="109" y="7"/>
                          </a:cubicBezTo>
                          <a:cubicBezTo>
                            <a:pt x="109" y="6"/>
                            <a:pt x="109" y="6"/>
                            <a:pt x="109" y="6"/>
                          </a:cubicBezTo>
                          <a:cubicBezTo>
                            <a:pt x="110" y="0"/>
                            <a:pt x="120" y="3"/>
                            <a:pt x="127" y="2"/>
                          </a:cubicBezTo>
                          <a:cubicBezTo>
                            <a:pt x="126" y="4"/>
                            <a:pt x="126" y="4"/>
                            <a:pt x="126" y="4"/>
                          </a:cubicBezTo>
                          <a:cubicBezTo>
                            <a:pt x="128" y="5"/>
                            <a:pt x="128" y="5"/>
                            <a:pt x="128" y="5"/>
                          </a:cubicBezTo>
                          <a:cubicBezTo>
                            <a:pt x="127" y="7"/>
                            <a:pt x="128" y="8"/>
                            <a:pt x="129" y="8"/>
                          </a:cubicBezTo>
                          <a:cubicBezTo>
                            <a:pt x="130" y="6"/>
                            <a:pt x="129" y="6"/>
                            <a:pt x="128" y="5"/>
                          </a:cubicBezTo>
                          <a:cubicBezTo>
                            <a:pt x="130" y="4"/>
                            <a:pt x="130" y="4"/>
                            <a:pt x="130" y="4"/>
                          </a:cubicBezTo>
                          <a:cubicBezTo>
                            <a:pt x="129" y="2"/>
                            <a:pt x="129" y="2"/>
                            <a:pt x="129" y="2"/>
                          </a:cubicBezTo>
                          <a:cubicBezTo>
                            <a:pt x="156" y="2"/>
                            <a:pt x="156" y="2"/>
                            <a:pt x="156" y="2"/>
                          </a:cubicBezTo>
                          <a:cubicBezTo>
                            <a:pt x="157" y="4"/>
                            <a:pt x="157" y="7"/>
                            <a:pt x="160" y="7"/>
                          </a:cubicBezTo>
                          <a:cubicBezTo>
                            <a:pt x="160" y="11"/>
                            <a:pt x="163" y="12"/>
                            <a:pt x="165" y="14"/>
                          </a:cubicBezTo>
                          <a:cubicBezTo>
                            <a:pt x="163" y="15"/>
                            <a:pt x="163" y="15"/>
                            <a:pt x="163" y="15"/>
                          </a:cubicBezTo>
                          <a:cubicBezTo>
                            <a:pt x="164" y="16"/>
                            <a:pt x="164" y="16"/>
                            <a:pt x="164" y="16"/>
                          </a:cubicBezTo>
                          <a:cubicBezTo>
                            <a:pt x="153" y="16"/>
                            <a:pt x="153" y="16"/>
                            <a:pt x="153" y="16"/>
                          </a:cubicBezTo>
                          <a:cubicBezTo>
                            <a:pt x="153" y="12"/>
                            <a:pt x="152" y="9"/>
                            <a:pt x="149" y="8"/>
                          </a:cubicBezTo>
                          <a:cubicBezTo>
                            <a:pt x="146" y="8"/>
                            <a:pt x="147" y="12"/>
                            <a:pt x="146" y="13"/>
                          </a:cubicBezTo>
                          <a:cubicBezTo>
                            <a:pt x="144" y="13"/>
                            <a:pt x="144" y="13"/>
                            <a:pt x="144" y="13"/>
                          </a:cubicBezTo>
                          <a:cubicBezTo>
                            <a:pt x="143" y="13"/>
                            <a:pt x="143" y="13"/>
                            <a:pt x="143" y="13"/>
                          </a:cubicBezTo>
                          <a:cubicBezTo>
                            <a:pt x="142" y="13"/>
                            <a:pt x="140" y="12"/>
                            <a:pt x="140" y="13"/>
                          </a:cubicBezTo>
                          <a:cubicBezTo>
                            <a:pt x="138" y="14"/>
                            <a:pt x="138" y="14"/>
                            <a:pt x="138" y="14"/>
                          </a:cubicBezTo>
                          <a:cubicBezTo>
                            <a:pt x="139" y="16"/>
                            <a:pt x="139" y="16"/>
                            <a:pt x="139" y="16"/>
                          </a:cubicBezTo>
                          <a:cubicBezTo>
                            <a:pt x="122" y="16"/>
                            <a:pt x="122" y="16"/>
                            <a:pt x="122" y="16"/>
                          </a:cubicBezTo>
                          <a:cubicBezTo>
                            <a:pt x="120" y="16"/>
                            <a:pt x="121" y="12"/>
                            <a:pt x="117" y="13"/>
                          </a:cubicBezTo>
                          <a:cubicBezTo>
                            <a:pt x="116" y="12"/>
                            <a:pt x="112" y="16"/>
                            <a:pt x="116" y="15"/>
                          </a:cubicBezTo>
                          <a:cubicBezTo>
                            <a:pt x="114" y="17"/>
                            <a:pt x="108" y="16"/>
                            <a:pt x="109" y="13"/>
                          </a:cubicBezTo>
                          <a:cubicBezTo>
                            <a:pt x="107" y="14"/>
                            <a:pt x="108" y="16"/>
                            <a:pt x="106" y="16"/>
                          </a:cubicBezTo>
                          <a:cubicBezTo>
                            <a:pt x="89" y="16"/>
                            <a:pt x="71" y="15"/>
                            <a:pt x="55" y="16"/>
                          </a:cubicBezTo>
                          <a:cubicBezTo>
                            <a:pt x="56" y="14"/>
                            <a:pt x="56" y="14"/>
                            <a:pt x="56" y="14"/>
                          </a:cubicBezTo>
                          <a:cubicBezTo>
                            <a:pt x="55" y="13"/>
                            <a:pt x="55" y="13"/>
                            <a:pt x="55" y="13"/>
                          </a:cubicBezTo>
                          <a:cubicBezTo>
                            <a:pt x="54" y="7"/>
                            <a:pt x="48" y="12"/>
                            <a:pt x="44" y="10"/>
                          </a:cubicBezTo>
                          <a:cubicBezTo>
                            <a:pt x="47" y="12"/>
                            <a:pt x="41" y="12"/>
                            <a:pt x="43" y="16"/>
                          </a:cubicBezTo>
                          <a:cubicBezTo>
                            <a:pt x="27" y="16"/>
                            <a:pt x="15" y="16"/>
                            <a:pt x="1" y="16"/>
                          </a:cubicBezTo>
                          <a:cubicBezTo>
                            <a:pt x="2" y="14"/>
                            <a:pt x="2" y="14"/>
                            <a:pt x="2" y="14"/>
                          </a:cubicBezTo>
                          <a:cubicBezTo>
                            <a:pt x="0" y="13"/>
                            <a:pt x="0" y="13"/>
                            <a:pt x="0" y="13"/>
                          </a:cubicBezTo>
                          <a:cubicBezTo>
                            <a:pt x="0" y="11"/>
                            <a:pt x="2" y="11"/>
                            <a:pt x="4" y="11"/>
                          </a:cubicBezTo>
                          <a:cubicBezTo>
                            <a:pt x="4" y="9"/>
                            <a:pt x="2" y="10"/>
                            <a:pt x="2" y="8"/>
                          </a:cubicBezTo>
                          <a:lnTo>
                            <a:pt x="3" y="7"/>
                          </a:lnTo>
                          <a:close/>
                          <a:moveTo>
                            <a:pt x="9" y="13"/>
                          </a:moveTo>
                          <a:cubicBezTo>
                            <a:pt x="12" y="12"/>
                            <a:pt x="13" y="11"/>
                            <a:pt x="13" y="8"/>
                          </a:cubicBezTo>
                          <a:cubicBezTo>
                            <a:pt x="10" y="8"/>
                            <a:pt x="8" y="9"/>
                            <a:pt x="9" y="1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3" name="Freeform 339"/>
                    <p:cNvSpPr>
                      <a:spLocks/>
                    </p:cNvSpPr>
                    <p:nvPr/>
                  </p:nvSpPr>
                  <p:spPr bwMode="auto">
                    <a:xfrm>
                      <a:off x="1290" y="877"/>
                      <a:ext cx="35" cy="25"/>
                    </a:xfrm>
                    <a:custGeom>
                      <a:avLst/>
                      <a:gdLst>
                        <a:gd name="T0" fmla="*/ 10 w 24"/>
                        <a:gd name="T1" fmla="*/ 16 h 17"/>
                        <a:gd name="T2" fmla="*/ 9 w 24"/>
                        <a:gd name="T3" fmla="*/ 15 h 17"/>
                        <a:gd name="T4" fmla="*/ 3 w 24"/>
                        <a:gd name="T5" fmla="*/ 13 h 17"/>
                        <a:gd name="T6" fmla="*/ 5 w 24"/>
                        <a:gd name="T7" fmla="*/ 8 h 17"/>
                        <a:gd name="T8" fmla="*/ 0 w 24"/>
                        <a:gd name="T9" fmla="*/ 7 h 17"/>
                        <a:gd name="T10" fmla="*/ 24 w 24"/>
                        <a:gd name="T11" fmla="*/ 4 h 17"/>
                        <a:gd name="T12" fmla="*/ 24 w 24"/>
                        <a:gd name="T13" fmla="*/ 10 h 17"/>
                        <a:gd name="T14" fmla="*/ 23 w 24"/>
                        <a:gd name="T15" fmla="*/ 10 h 17"/>
                        <a:gd name="T16" fmla="*/ 22 w 24"/>
                        <a:gd name="T17" fmla="*/ 11 h 17"/>
                        <a:gd name="T18" fmla="*/ 17 w 24"/>
                        <a:gd name="T19" fmla="*/ 9 h 17"/>
                        <a:gd name="T20" fmla="*/ 15 w 24"/>
                        <a:gd name="T21" fmla="*/ 13 h 17"/>
                        <a:gd name="T22" fmla="*/ 22 w 24"/>
                        <a:gd name="T23" fmla="*/ 12 h 17"/>
                        <a:gd name="T24" fmla="*/ 23 w 24"/>
                        <a:gd name="T25" fmla="*/ 13 h 17"/>
                        <a:gd name="T26" fmla="*/ 24 w 24"/>
                        <a:gd name="T27" fmla="*/ 13 h 17"/>
                        <a:gd name="T28" fmla="*/ 24 w 24"/>
                        <a:gd name="T29" fmla="*/ 17 h 17"/>
                        <a:gd name="T30" fmla="*/ 10 w 24"/>
                        <a:gd name="T31" fmla="*/ 17 h 17"/>
                        <a:gd name="T32" fmla="*/ 10 w 24"/>
                        <a:gd name="T33" fmla="*/ 16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4" h="17">
                          <a:moveTo>
                            <a:pt x="10" y="16"/>
                          </a:moveTo>
                          <a:cubicBezTo>
                            <a:pt x="9" y="15"/>
                            <a:pt x="9" y="15"/>
                            <a:pt x="9" y="15"/>
                          </a:cubicBezTo>
                          <a:cubicBezTo>
                            <a:pt x="7" y="14"/>
                            <a:pt x="5" y="13"/>
                            <a:pt x="3" y="13"/>
                          </a:cubicBezTo>
                          <a:cubicBezTo>
                            <a:pt x="2" y="10"/>
                            <a:pt x="4" y="10"/>
                            <a:pt x="5" y="8"/>
                          </a:cubicBezTo>
                          <a:cubicBezTo>
                            <a:pt x="5" y="6"/>
                            <a:pt x="0" y="9"/>
                            <a:pt x="0" y="7"/>
                          </a:cubicBezTo>
                          <a:cubicBezTo>
                            <a:pt x="1" y="0"/>
                            <a:pt x="19" y="4"/>
                            <a:pt x="24" y="4"/>
                          </a:cubicBezTo>
                          <a:cubicBezTo>
                            <a:pt x="24" y="10"/>
                            <a:pt x="24" y="10"/>
                            <a:pt x="24" y="10"/>
                          </a:cubicBezTo>
                          <a:cubicBezTo>
                            <a:pt x="23" y="10"/>
                            <a:pt x="23" y="10"/>
                            <a:pt x="23" y="10"/>
                          </a:cubicBezTo>
                          <a:cubicBezTo>
                            <a:pt x="22" y="11"/>
                            <a:pt x="22" y="11"/>
                            <a:pt x="22" y="11"/>
                          </a:cubicBezTo>
                          <a:cubicBezTo>
                            <a:pt x="19" y="11"/>
                            <a:pt x="20" y="8"/>
                            <a:pt x="17" y="9"/>
                          </a:cubicBezTo>
                          <a:cubicBezTo>
                            <a:pt x="17" y="11"/>
                            <a:pt x="14" y="10"/>
                            <a:pt x="15" y="13"/>
                          </a:cubicBezTo>
                          <a:cubicBezTo>
                            <a:pt x="17" y="13"/>
                            <a:pt x="21" y="13"/>
                            <a:pt x="22" y="12"/>
                          </a:cubicBezTo>
                          <a:cubicBezTo>
                            <a:pt x="23" y="13"/>
                            <a:pt x="23" y="13"/>
                            <a:pt x="23" y="13"/>
                          </a:cubicBezTo>
                          <a:cubicBezTo>
                            <a:pt x="24" y="13"/>
                            <a:pt x="24" y="13"/>
                            <a:pt x="24" y="13"/>
                          </a:cubicBezTo>
                          <a:cubicBezTo>
                            <a:pt x="24" y="17"/>
                            <a:pt x="24" y="17"/>
                            <a:pt x="24" y="17"/>
                          </a:cubicBezTo>
                          <a:cubicBezTo>
                            <a:pt x="10" y="17"/>
                            <a:pt x="10" y="17"/>
                            <a:pt x="10" y="17"/>
                          </a:cubicBezTo>
                          <a:lnTo>
                            <a:pt x="10" y="1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4" name="Freeform 340"/>
                    <p:cNvSpPr>
                      <a:spLocks/>
                    </p:cNvSpPr>
                    <p:nvPr/>
                  </p:nvSpPr>
                  <p:spPr bwMode="auto">
                    <a:xfrm>
                      <a:off x="930" y="893"/>
                      <a:ext cx="13" cy="11"/>
                    </a:xfrm>
                    <a:custGeom>
                      <a:avLst/>
                      <a:gdLst>
                        <a:gd name="T0" fmla="*/ 4 w 9"/>
                        <a:gd name="T1" fmla="*/ 1 h 7"/>
                        <a:gd name="T2" fmla="*/ 6 w 9"/>
                        <a:gd name="T3" fmla="*/ 1 h 7"/>
                        <a:gd name="T4" fmla="*/ 7 w 9"/>
                        <a:gd name="T5" fmla="*/ 6 h 7"/>
                        <a:gd name="T6" fmla="*/ 3 w 9"/>
                        <a:gd name="T7" fmla="*/ 0 h 7"/>
                        <a:gd name="T8" fmla="*/ 4 w 9"/>
                        <a:gd name="T9" fmla="*/ 1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" h="7">
                          <a:moveTo>
                            <a:pt x="4" y="1"/>
                          </a:moveTo>
                          <a:cubicBezTo>
                            <a:pt x="6" y="1"/>
                            <a:pt x="6" y="1"/>
                            <a:pt x="6" y="1"/>
                          </a:cubicBezTo>
                          <a:cubicBezTo>
                            <a:pt x="4" y="4"/>
                            <a:pt x="9" y="4"/>
                            <a:pt x="7" y="6"/>
                          </a:cubicBezTo>
                          <a:cubicBezTo>
                            <a:pt x="2" y="7"/>
                            <a:pt x="0" y="0"/>
                            <a:pt x="3" y="0"/>
                          </a:cubicBezTo>
                          <a:lnTo>
                            <a:pt x="4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5" name="Freeform 341"/>
                    <p:cNvSpPr>
                      <a:spLocks/>
                    </p:cNvSpPr>
                    <p:nvPr/>
                  </p:nvSpPr>
                  <p:spPr bwMode="auto">
                    <a:xfrm>
                      <a:off x="678" y="895"/>
                      <a:ext cx="19" cy="9"/>
                    </a:xfrm>
                    <a:custGeom>
                      <a:avLst/>
                      <a:gdLst>
                        <a:gd name="T0" fmla="*/ 9 w 13"/>
                        <a:gd name="T1" fmla="*/ 2 h 6"/>
                        <a:gd name="T2" fmla="*/ 10 w 13"/>
                        <a:gd name="T3" fmla="*/ 2 h 6"/>
                        <a:gd name="T4" fmla="*/ 10 w 13"/>
                        <a:gd name="T5" fmla="*/ 5 h 6"/>
                        <a:gd name="T6" fmla="*/ 1 w 13"/>
                        <a:gd name="T7" fmla="*/ 4 h 6"/>
                        <a:gd name="T8" fmla="*/ 8 w 13"/>
                        <a:gd name="T9" fmla="*/ 1 h 6"/>
                        <a:gd name="T10" fmla="*/ 9 w 13"/>
                        <a:gd name="T11" fmla="*/ 2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13" h="6">
                          <a:moveTo>
                            <a:pt x="9" y="2"/>
                          </a:moveTo>
                          <a:cubicBezTo>
                            <a:pt x="10" y="2"/>
                            <a:pt x="10" y="2"/>
                            <a:pt x="10" y="2"/>
                          </a:cubicBezTo>
                          <a:cubicBezTo>
                            <a:pt x="9" y="4"/>
                            <a:pt x="13" y="5"/>
                            <a:pt x="10" y="5"/>
                          </a:cubicBezTo>
                          <a:cubicBezTo>
                            <a:pt x="7" y="4"/>
                            <a:pt x="2" y="6"/>
                            <a:pt x="1" y="4"/>
                          </a:cubicBezTo>
                          <a:cubicBezTo>
                            <a:pt x="0" y="0"/>
                            <a:pt x="6" y="3"/>
                            <a:pt x="8" y="1"/>
                          </a:cubicBezTo>
                          <a:lnTo>
                            <a:pt x="9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6" name="Freeform 342"/>
                    <p:cNvSpPr>
                      <a:spLocks/>
                    </p:cNvSpPr>
                    <p:nvPr/>
                  </p:nvSpPr>
                  <p:spPr bwMode="auto">
                    <a:xfrm>
                      <a:off x="787" y="923"/>
                      <a:ext cx="9" cy="11"/>
                    </a:xfrm>
                    <a:custGeom>
                      <a:avLst/>
                      <a:gdLst>
                        <a:gd name="T0" fmla="*/ 3 w 6"/>
                        <a:gd name="T1" fmla="*/ 7 h 8"/>
                        <a:gd name="T2" fmla="*/ 1 w 6"/>
                        <a:gd name="T3" fmla="*/ 7 h 8"/>
                        <a:gd name="T4" fmla="*/ 1 w 6"/>
                        <a:gd name="T5" fmla="*/ 1 h 8"/>
                        <a:gd name="T6" fmla="*/ 4 w 6"/>
                        <a:gd name="T7" fmla="*/ 7 h 8"/>
                        <a:gd name="T8" fmla="*/ 4 w 6"/>
                        <a:gd name="T9" fmla="*/ 6 h 8"/>
                        <a:gd name="T10" fmla="*/ 3 w 6"/>
                        <a:gd name="T11" fmla="*/ 7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" h="8">
                          <a:moveTo>
                            <a:pt x="3" y="7"/>
                          </a:moveTo>
                          <a:cubicBezTo>
                            <a:pt x="2" y="8"/>
                            <a:pt x="2" y="7"/>
                            <a:pt x="1" y="7"/>
                          </a:cubicBezTo>
                          <a:cubicBezTo>
                            <a:pt x="1" y="5"/>
                            <a:pt x="0" y="1"/>
                            <a:pt x="1" y="1"/>
                          </a:cubicBezTo>
                          <a:cubicBezTo>
                            <a:pt x="5" y="0"/>
                            <a:pt x="6" y="6"/>
                            <a:pt x="4" y="7"/>
                          </a:cubicBezTo>
                          <a:cubicBezTo>
                            <a:pt x="4" y="6"/>
                            <a:pt x="4" y="6"/>
                            <a:pt x="4" y="6"/>
                          </a:cubicBezTo>
                          <a:lnTo>
                            <a:pt x="3" y="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7" name="Freeform 343"/>
                    <p:cNvSpPr>
                      <a:spLocks/>
                    </p:cNvSpPr>
                    <p:nvPr/>
                  </p:nvSpPr>
                  <p:spPr bwMode="auto">
                    <a:xfrm>
                      <a:off x="789" y="921"/>
                      <a:ext cx="17" cy="48"/>
                    </a:xfrm>
                    <a:custGeom>
                      <a:avLst/>
                      <a:gdLst>
                        <a:gd name="T0" fmla="*/ 4 w 12"/>
                        <a:gd name="T1" fmla="*/ 11 h 33"/>
                        <a:gd name="T2" fmla="*/ 4 w 12"/>
                        <a:gd name="T3" fmla="*/ 9 h 33"/>
                        <a:gd name="T4" fmla="*/ 7 w 12"/>
                        <a:gd name="T5" fmla="*/ 10 h 33"/>
                        <a:gd name="T6" fmla="*/ 5 w 12"/>
                        <a:gd name="T7" fmla="*/ 2 h 33"/>
                        <a:gd name="T8" fmla="*/ 12 w 12"/>
                        <a:gd name="T9" fmla="*/ 2 h 33"/>
                        <a:gd name="T10" fmla="*/ 12 w 12"/>
                        <a:gd name="T11" fmla="*/ 30 h 33"/>
                        <a:gd name="T12" fmla="*/ 11 w 12"/>
                        <a:gd name="T13" fmla="*/ 30 h 33"/>
                        <a:gd name="T14" fmla="*/ 11 w 12"/>
                        <a:gd name="T15" fmla="*/ 31 h 33"/>
                        <a:gd name="T16" fmla="*/ 0 w 12"/>
                        <a:gd name="T17" fmla="*/ 33 h 33"/>
                        <a:gd name="T18" fmla="*/ 0 w 12"/>
                        <a:gd name="T19" fmla="*/ 25 h 33"/>
                        <a:gd name="T20" fmla="*/ 6 w 12"/>
                        <a:gd name="T21" fmla="*/ 27 h 33"/>
                        <a:gd name="T22" fmla="*/ 3 w 12"/>
                        <a:gd name="T23" fmla="*/ 21 h 33"/>
                        <a:gd name="T24" fmla="*/ 4 w 12"/>
                        <a:gd name="T25" fmla="*/ 20 h 33"/>
                        <a:gd name="T26" fmla="*/ 4 w 12"/>
                        <a:gd name="T27" fmla="*/ 19 h 33"/>
                        <a:gd name="T28" fmla="*/ 2 w 12"/>
                        <a:gd name="T29" fmla="*/ 19 h 33"/>
                        <a:gd name="T30" fmla="*/ 1 w 12"/>
                        <a:gd name="T31" fmla="*/ 20 h 33"/>
                        <a:gd name="T32" fmla="*/ 0 w 12"/>
                        <a:gd name="T33" fmla="*/ 20 h 33"/>
                        <a:gd name="T34" fmla="*/ 0 w 12"/>
                        <a:gd name="T35" fmla="*/ 12 h 33"/>
                        <a:gd name="T36" fmla="*/ 3 w 12"/>
                        <a:gd name="T37" fmla="*/ 10 h 33"/>
                        <a:gd name="T38" fmla="*/ 4 w 12"/>
                        <a:gd name="T39" fmla="*/ 11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2" h="33">
                          <a:moveTo>
                            <a:pt x="4" y="11"/>
                          </a:moveTo>
                          <a:cubicBezTo>
                            <a:pt x="4" y="9"/>
                            <a:pt x="4" y="9"/>
                            <a:pt x="4" y="9"/>
                          </a:cubicBezTo>
                          <a:cubicBezTo>
                            <a:pt x="5" y="9"/>
                            <a:pt x="6" y="10"/>
                            <a:pt x="7" y="10"/>
                          </a:cubicBezTo>
                          <a:cubicBezTo>
                            <a:pt x="6" y="8"/>
                            <a:pt x="7" y="3"/>
                            <a:pt x="5" y="2"/>
                          </a:cubicBezTo>
                          <a:cubicBezTo>
                            <a:pt x="6" y="0"/>
                            <a:pt x="10" y="2"/>
                            <a:pt x="12" y="2"/>
                          </a:cubicBezTo>
                          <a:cubicBezTo>
                            <a:pt x="12" y="30"/>
                            <a:pt x="12" y="30"/>
                            <a:pt x="12" y="30"/>
                          </a:cubicBezTo>
                          <a:cubicBezTo>
                            <a:pt x="11" y="30"/>
                            <a:pt x="11" y="30"/>
                            <a:pt x="11" y="30"/>
                          </a:cubicBezTo>
                          <a:cubicBezTo>
                            <a:pt x="11" y="31"/>
                            <a:pt x="11" y="31"/>
                            <a:pt x="11" y="31"/>
                          </a:cubicBezTo>
                          <a:cubicBezTo>
                            <a:pt x="6" y="30"/>
                            <a:pt x="4" y="33"/>
                            <a:pt x="0" y="33"/>
                          </a:cubicBezTo>
                          <a:cubicBezTo>
                            <a:pt x="0" y="25"/>
                            <a:pt x="0" y="25"/>
                            <a:pt x="0" y="25"/>
                          </a:cubicBezTo>
                          <a:cubicBezTo>
                            <a:pt x="3" y="24"/>
                            <a:pt x="4" y="26"/>
                            <a:pt x="6" y="27"/>
                          </a:cubicBezTo>
                          <a:cubicBezTo>
                            <a:pt x="5" y="24"/>
                            <a:pt x="2" y="25"/>
                            <a:pt x="3" y="21"/>
                          </a:cubicBezTo>
                          <a:cubicBezTo>
                            <a:pt x="4" y="20"/>
                            <a:pt x="4" y="20"/>
                            <a:pt x="4" y="20"/>
                          </a:cubicBezTo>
                          <a:cubicBezTo>
                            <a:pt x="4" y="19"/>
                            <a:pt x="4" y="19"/>
                            <a:pt x="4" y="19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cubicBezTo>
                            <a:pt x="1" y="20"/>
                            <a:pt x="1" y="20"/>
                            <a:pt x="1" y="20"/>
                          </a:cubicBezTo>
                          <a:cubicBezTo>
                            <a:pt x="0" y="20"/>
                            <a:pt x="0" y="20"/>
                            <a:pt x="0" y="20"/>
                          </a:cubicBezTo>
                          <a:cubicBezTo>
                            <a:pt x="0" y="12"/>
                            <a:pt x="0" y="12"/>
                            <a:pt x="0" y="12"/>
                          </a:cubicBezTo>
                          <a:cubicBezTo>
                            <a:pt x="1" y="14"/>
                            <a:pt x="3" y="12"/>
                            <a:pt x="3" y="10"/>
                          </a:cubicBezTo>
                          <a:lnTo>
                            <a:pt x="4" y="1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8" name="Freeform 344"/>
                    <p:cNvSpPr>
                      <a:spLocks/>
                    </p:cNvSpPr>
                    <p:nvPr/>
                  </p:nvSpPr>
                  <p:spPr bwMode="auto">
                    <a:xfrm>
                      <a:off x="784" y="971"/>
                      <a:ext cx="25" cy="96"/>
                    </a:xfrm>
                    <a:custGeom>
                      <a:avLst/>
                      <a:gdLst>
                        <a:gd name="T0" fmla="*/ 14 w 17"/>
                        <a:gd name="T1" fmla="*/ 7 h 66"/>
                        <a:gd name="T2" fmla="*/ 15 w 17"/>
                        <a:gd name="T3" fmla="*/ 7 h 66"/>
                        <a:gd name="T4" fmla="*/ 12 w 17"/>
                        <a:gd name="T5" fmla="*/ 18 h 66"/>
                        <a:gd name="T6" fmla="*/ 11 w 17"/>
                        <a:gd name="T7" fmla="*/ 19 h 66"/>
                        <a:gd name="T8" fmla="*/ 11 w 17"/>
                        <a:gd name="T9" fmla="*/ 21 h 66"/>
                        <a:gd name="T10" fmla="*/ 9 w 17"/>
                        <a:gd name="T11" fmla="*/ 21 h 66"/>
                        <a:gd name="T12" fmla="*/ 9 w 17"/>
                        <a:gd name="T13" fmla="*/ 23 h 66"/>
                        <a:gd name="T14" fmla="*/ 12 w 17"/>
                        <a:gd name="T15" fmla="*/ 23 h 66"/>
                        <a:gd name="T16" fmla="*/ 12 w 17"/>
                        <a:gd name="T17" fmla="*/ 22 h 66"/>
                        <a:gd name="T18" fmla="*/ 12 w 17"/>
                        <a:gd name="T19" fmla="*/ 21 h 66"/>
                        <a:gd name="T20" fmla="*/ 13 w 17"/>
                        <a:gd name="T21" fmla="*/ 20 h 66"/>
                        <a:gd name="T22" fmla="*/ 13 w 17"/>
                        <a:gd name="T23" fmla="*/ 18 h 66"/>
                        <a:gd name="T24" fmla="*/ 15 w 17"/>
                        <a:gd name="T25" fmla="*/ 18 h 66"/>
                        <a:gd name="T26" fmla="*/ 15 w 17"/>
                        <a:gd name="T27" fmla="*/ 29 h 66"/>
                        <a:gd name="T28" fmla="*/ 8 w 17"/>
                        <a:gd name="T29" fmla="*/ 30 h 66"/>
                        <a:gd name="T30" fmla="*/ 10 w 17"/>
                        <a:gd name="T31" fmla="*/ 36 h 66"/>
                        <a:gd name="T32" fmla="*/ 10 w 17"/>
                        <a:gd name="T33" fmla="*/ 38 h 66"/>
                        <a:gd name="T34" fmla="*/ 11 w 17"/>
                        <a:gd name="T35" fmla="*/ 37 h 66"/>
                        <a:gd name="T36" fmla="*/ 12 w 17"/>
                        <a:gd name="T37" fmla="*/ 42 h 66"/>
                        <a:gd name="T38" fmla="*/ 15 w 17"/>
                        <a:gd name="T39" fmla="*/ 40 h 66"/>
                        <a:gd name="T40" fmla="*/ 15 w 17"/>
                        <a:gd name="T41" fmla="*/ 66 h 66"/>
                        <a:gd name="T42" fmla="*/ 3 w 17"/>
                        <a:gd name="T43" fmla="*/ 62 h 66"/>
                        <a:gd name="T44" fmla="*/ 3 w 17"/>
                        <a:gd name="T45" fmla="*/ 23 h 66"/>
                        <a:gd name="T46" fmla="*/ 5 w 17"/>
                        <a:gd name="T47" fmla="*/ 20 h 66"/>
                        <a:gd name="T48" fmla="*/ 3 w 17"/>
                        <a:gd name="T49" fmla="*/ 19 h 66"/>
                        <a:gd name="T50" fmla="*/ 3 w 17"/>
                        <a:gd name="T51" fmla="*/ 17 h 66"/>
                        <a:gd name="T52" fmla="*/ 8 w 17"/>
                        <a:gd name="T53" fmla="*/ 14 h 66"/>
                        <a:gd name="T54" fmla="*/ 3 w 17"/>
                        <a:gd name="T55" fmla="*/ 13 h 66"/>
                        <a:gd name="T56" fmla="*/ 3 w 17"/>
                        <a:gd name="T57" fmla="*/ 1 h 66"/>
                        <a:gd name="T58" fmla="*/ 9 w 17"/>
                        <a:gd name="T59" fmla="*/ 3 h 66"/>
                        <a:gd name="T60" fmla="*/ 10 w 17"/>
                        <a:gd name="T61" fmla="*/ 3 h 66"/>
                        <a:gd name="T62" fmla="*/ 11 w 17"/>
                        <a:gd name="T63" fmla="*/ 4 h 66"/>
                        <a:gd name="T64" fmla="*/ 15 w 17"/>
                        <a:gd name="T65" fmla="*/ 5 h 66"/>
                        <a:gd name="T66" fmla="*/ 14 w 17"/>
                        <a:gd name="T67" fmla="*/ 7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</a:cxnLst>
                      <a:rect l="0" t="0" r="r" b="b"/>
                      <a:pathLst>
                        <a:path w="17" h="66">
                          <a:moveTo>
                            <a:pt x="14" y="7"/>
                          </a:moveTo>
                          <a:cubicBezTo>
                            <a:pt x="15" y="7"/>
                            <a:pt x="15" y="7"/>
                            <a:pt x="15" y="7"/>
                          </a:cubicBezTo>
                          <a:cubicBezTo>
                            <a:pt x="17" y="13"/>
                            <a:pt x="12" y="13"/>
                            <a:pt x="12" y="18"/>
                          </a:cubicBezTo>
                          <a:cubicBezTo>
                            <a:pt x="11" y="19"/>
                            <a:pt x="11" y="19"/>
                            <a:pt x="11" y="19"/>
                          </a:cubicBezTo>
                          <a:cubicBezTo>
                            <a:pt x="11" y="21"/>
                            <a:pt x="11" y="21"/>
                            <a:pt x="11" y="21"/>
                          </a:cubicBezTo>
                          <a:cubicBezTo>
                            <a:pt x="9" y="21"/>
                            <a:pt x="9" y="21"/>
                            <a:pt x="9" y="21"/>
                          </a:cubicBezTo>
                          <a:cubicBezTo>
                            <a:pt x="9" y="23"/>
                            <a:pt x="9" y="23"/>
                            <a:pt x="9" y="23"/>
                          </a:cubicBezTo>
                          <a:cubicBezTo>
                            <a:pt x="12" y="23"/>
                            <a:pt x="12" y="23"/>
                            <a:pt x="12" y="23"/>
                          </a:cubicBezTo>
                          <a:cubicBezTo>
                            <a:pt x="12" y="22"/>
                            <a:pt x="12" y="22"/>
                            <a:pt x="12" y="22"/>
                          </a:cubicBezTo>
                          <a:cubicBezTo>
                            <a:pt x="12" y="21"/>
                            <a:pt x="12" y="21"/>
                            <a:pt x="12" y="21"/>
                          </a:cubicBezTo>
                          <a:cubicBezTo>
                            <a:pt x="13" y="20"/>
                            <a:pt x="13" y="20"/>
                            <a:pt x="13" y="20"/>
                          </a:cubicBezTo>
                          <a:cubicBezTo>
                            <a:pt x="13" y="18"/>
                            <a:pt x="13" y="18"/>
                            <a:pt x="13" y="18"/>
                          </a:cubicBezTo>
                          <a:cubicBezTo>
                            <a:pt x="15" y="18"/>
                            <a:pt x="15" y="18"/>
                            <a:pt x="15" y="18"/>
                          </a:cubicBezTo>
                          <a:cubicBezTo>
                            <a:pt x="15" y="29"/>
                            <a:pt x="15" y="29"/>
                            <a:pt x="15" y="29"/>
                          </a:cubicBezTo>
                          <a:cubicBezTo>
                            <a:pt x="13" y="29"/>
                            <a:pt x="11" y="33"/>
                            <a:pt x="8" y="30"/>
                          </a:cubicBezTo>
                          <a:cubicBezTo>
                            <a:pt x="9" y="32"/>
                            <a:pt x="9" y="34"/>
                            <a:pt x="10" y="36"/>
                          </a:cubicBezTo>
                          <a:cubicBezTo>
                            <a:pt x="10" y="38"/>
                            <a:pt x="10" y="38"/>
                            <a:pt x="10" y="38"/>
                          </a:cubicBezTo>
                          <a:cubicBezTo>
                            <a:pt x="11" y="37"/>
                            <a:pt x="11" y="37"/>
                            <a:pt x="11" y="37"/>
                          </a:cubicBezTo>
                          <a:cubicBezTo>
                            <a:pt x="11" y="40"/>
                            <a:pt x="12" y="40"/>
                            <a:pt x="12" y="42"/>
                          </a:cubicBezTo>
                          <a:cubicBezTo>
                            <a:pt x="14" y="42"/>
                            <a:pt x="15" y="42"/>
                            <a:pt x="15" y="40"/>
                          </a:cubicBezTo>
                          <a:cubicBezTo>
                            <a:pt x="17" y="47"/>
                            <a:pt x="15" y="58"/>
                            <a:pt x="15" y="66"/>
                          </a:cubicBezTo>
                          <a:cubicBezTo>
                            <a:pt x="11" y="65"/>
                            <a:pt x="7" y="63"/>
                            <a:pt x="3" y="62"/>
                          </a:cubicBezTo>
                          <a:cubicBezTo>
                            <a:pt x="5" y="50"/>
                            <a:pt x="0" y="33"/>
                            <a:pt x="3" y="23"/>
                          </a:cubicBezTo>
                          <a:cubicBezTo>
                            <a:pt x="3" y="21"/>
                            <a:pt x="3" y="20"/>
                            <a:pt x="5" y="20"/>
                          </a:cubicBezTo>
                          <a:cubicBezTo>
                            <a:pt x="5" y="17"/>
                            <a:pt x="3" y="22"/>
                            <a:pt x="3" y="19"/>
                          </a:cubicBezTo>
                          <a:cubicBezTo>
                            <a:pt x="3" y="17"/>
                            <a:pt x="3" y="17"/>
                            <a:pt x="3" y="17"/>
                          </a:cubicBezTo>
                          <a:cubicBezTo>
                            <a:pt x="3" y="15"/>
                            <a:pt x="7" y="16"/>
                            <a:pt x="8" y="14"/>
                          </a:cubicBezTo>
                          <a:cubicBezTo>
                            <a:pt x="7" y="11"/>
                            <a:pt x="6" y="14"/>
                            <a:pt x="3" y="13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6" y="0"/>
                            <a:pt x="8" y="5"/>
                            <a:pt x="9" y="3"/>
                          </a:cubicBezTo>
                          <a:cubicBezTo>
                            <a:pt x="10" y="3"/>
                            <a:pt x="10" y="3"/>
                            <a:pt x="10" y="3"/>
                          </a:cubicBezTo>
                          <a:cubicBezTo>
                            <a:pt x="11" y="4"/>
                            <a:pt x="11" y="4"/>
                            <a:pt x="11" y="4"/>
                          </a:cubicBezTo>
                          <a:cubicBezTo>
                            <a:pt x="13" y="4"/>
                            <a:pt x="12" y="6"/>
                            <a:pt x="15" y="5"/>
                          </a:cubicBezTo>
                          <a:lnTo>
                            <a:pt x="14" y="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9" name="Freeform 345"/>
                    <p:cNvSpPr>
                      <a:spLocks/>
                    </p:cNvSpPr>
                    <p:nvPr/>
                  </p:nvSpPr>
                  <p:spPr bwMode="auto">
                    <a:xfrm>
                      <a:off x="802" y="1018"/>
                      <a:ext cx="6" cy="7"/>
                    </a:xfrm>
                    <a:custGeom>
                      <a:avLst/>
                      <a:gdLst>
                        <a:gd name="T0" fmla="*/ 1 w 4"/>
                        <a:gd name="T1" fmla="*/ 3 h 5"/>
                        <a:gd name="T2" fmla="*/ 0 w 4"/>
                        <a:gd name="T3" fmla="*/ 3 h 5"/>
                        <a:gd name="T4" fmla="*/ 3 w 4"/>
                        <a:gd name="T5" fmla="*/ 0 h 5"/>
                        <a:gd name="T6" fmla="*/ 1 w 4"/>
                        <a:gd name="T7" fmla="*/ 4 h 5"/>
                        <a:gd name="T8" fmla="*/ 1 w 4"/>
                        <a:gd name="T9" fmla="*/ 3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" h="5">
                          <a:moveTo>
                            <a:pt x="1" y="3"/>
                          </a:move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0" y="1"/>
                            <a:pt x="1" y="0"/>
                            <a:pt x="3" y="0"/>
                          </a:cubicBezTo>
                          <a:cubicBezTo>
                            <a:pt x="3" y="2"/>
                            <a:pt x="4" y="5"/>
                            <a:pt x="1" y="4"/>
                          </a:cubicBezTo>
                          <a:lnTo>
                            <a:pt x="1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0" name="Freeform 346"/>
                    <p:cNvSpPr>
                      <a:spLocks/>
                    </p:cNvSpPr>
                    <p:nvPr/>
                  </p:nvSpPr>
                  <p:spPr bwMode="auto">
                    <a:xfrm>
                      <a:off x="1106" y="921"/>
                      <a:ext cx="20" cy="35"/>
                    </a:xfrm>
                    <a:custGeom>
                      <a:avLst/>
                      <a:gdLst>
                        <a:gd name="T0" fmla="*/ 0 w 14"/>
                        <a:gd name="T1" fmla="*/ 20 h 24"/>
                        <a:gd name="T2" fmla="*/ 0 w 14"/>
                        <a:gd name="T3" fmla="*/ 2 h 24"/>
                        <a:gd name="T4" fmla="*/ 14 w 14"/>
                        <a:gd name="T5" fmla="*/ 4 h 24"/>
                        <a:gd name="T6" fmla="*/ 14 w 14"/>
                        <a:gd name="T7" fmla="*/ 24 h 24"/>
                        <a:gd name="T8" fmla="*/ 9 w 14"/>
                        <a:gd name="T9" fmla="*/ 23 h 24"/>
                        <a:gd name="T10" fmla="*/ 8 w 14"/>
                        <a:gd name="T11" fmla="*/ 22 h 24"/>
                        <a:gd name="T12" fmla="*/ 7 w 14"/>
                        <a:gd name="T13" fmla="*/ 22 h 24"/>
                        <a:gd name="T14" fmla="*/ 3 w 14"/>
                        <a:gd name="T15" fmla="*/ 20 h 24"/>
                        <a:gd name="T16" fmla="*/ 2 w 14"/>
                        <a:gd name="T17" fmla="*/ 19 h 24"/>
                        <a:gd name="T18" fmla="*/ 0 w 14"/>
                        <a:gd name="T19" fmla="*/ 20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4" h="24">
                          <a:moveTo>
                            <a:pt x="0" y="20"/>
                          </a:moveTo>
                          <a:cubicBezTo>
                            <a:pt x="0" y="2"/>
                            <a:pt x="0" y="2"/>
                            <a:pt x="0" y="2"/>
                          </a:cubicBezTo>
                          <a:cubicBezTo>
                            <a:pt x="7" y="0"/>
                            <a:pt x="8" y="4"/>
                            <a:pt x="14" y="4"/>
                          </a:cubicBezTo>
                          <a:cubicBezTo>
                            <a:pt x="14" y="24"/>
                            <a:pt x="14" y="24"/>
                            <a:pt x="14" y="24"/>
                          </a:cubicBezTo>
                          <a:cubicBezTo>
                            <a:pt x="13" y="23"/>
                            <a:pt x="11" y="23"/>
                            <a:pt x="9" y="23"/>
                          </a:cubicBezTo>
                          <a:cubicBezTo>
                            <a:pt x="8" y="22"/>
                            <a:pt x="8" y="22"/>
                            <a:pt x="8" y="22"/>
                          </a:cubicBezTo>
                          <a:cubicBezTo>
                            <a:pt x="7" y="22"/>
                            <a:pt x="7" y="22"/>
                            <a:pt x="7" y="22"/>
                          </a:cubicBezTo>
                          <a:cubicBezTo>
                            <a:pt x="8" y="19"/>
                            <a:pt x="4" y="21"/>
                            <a:pt x="3" y="20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lnTo>
                            <a:pt x="0" y="2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1" name="Freeform 347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101" y="953"/>
                      <a:ext cx="25" cy="114"/>
                    </a:xfrm>
                    <a:custGeom>
                      <a:avLst/>
                      <a:gdLst>
                        <a:gd name="T0" fmla="*/ 11 w 17"/>
                        <a:gd name="T1" fmla="*/ 1 h 78"/>
                        <a:gd name="T2" fmla="*/ 12 w 17"/>
                        <a:gd name="T3" fmla="*/ 1 h 78"/>
                        <a:gd name="T4" fmla="*/ 17 w 17"/>
                        <a:gd name="T5" fmla="*/ 5 h 78"/>
                        <a:gd name="T6" fmla="*/ 17 w 17"/>
                        <a:gd name="T7" fmla="*/ 39 h 78"/>
                        <a:gd name="T8" fmla="*/ 15 w 17"/>
                        <a:gd name="T9" fmla="*/ 38 h 78"/>
                        <a:gd name="T10" fmla="*/ 16 w 17"/>
                        <a:gd name="T11" fmla="*/ 40 h 78"/>
                        <a:gd name="T12" fmla="*/ 12 w 17"/>
                        <a:gd name="T13" fmla="*/ 40 h 78"/>
                        <a:gd name="T14" fmla="*/ 16 w 17"/>
                        <a:gd name="T15" fmla="*/ 43 h 78"/>
                        <a:gd name="T16" fmla="*/ 15 w 17"/>
                        <a:gd name="T17" fmla="*/ 44 h 78"/>
                        <a:gd name="T18" fmla="*/ 17 w 17"/>
                        <a:gd name="T19" fmla="*/ 44 h 78"/>
                        <a:gd name="T20" fmla="*/ 17 w 17"/>
                        <a:gd name="T21" fmla="*/ 51 h 78"/>
                        <a:gd name="T22" fmla="*/ 10 w 17"/>
                        <a:gd name="T23" fmla="*/ 49 h 78"/>
                        <a:gd name="T24" fmla="*/ 17 w 17"/>
                        <a:gd name="T25" fmla="*/ 57 h 78"/>
                        <a:gd name="T26" fmla="*/ 17 w 17"/>
                        <a:gd name="T27" fmla="*/ 74 h 78"/>
                        <a:gd name="T28" fmla="*/ 3 w 17"/>
                        <a:gd name="T29" fmla="*/ 78 h 78"/>
                        <a:gd name="T30" fmla="*/ 3 w 17"/>
                        <a:gd name="T31" fmla="*/ 56 h 78"/>
                        <a:gd name="T32" fmla="*/ 6 w 17"/>
                        <a:gd name="T33" fmla="*/ 56 h 78"/>
                        <a:gd name="T34" fmla="*/ 3 w 17"/>
                        <a:gd name="T35" fmla="*/ 37 h 78"/>
                        <a:gd name="T36" fmla="*/ 10 w 17"/>
                        <a:gd name="T37" fmla="*/ 35 h 78"/>
                        <a:gd name="T38" fmla="*/ 6 w 17"/>
                        <a:gd name="T39" fmla="*/ 29 h 78"/>
                        <a:gd name="T40" fmla="*/ 6 w 17"/>
                        <a:gd name="T41" fmla="*/ 28 h 78"/>
                        <a:gd name="T42" fmla="*/ 6 w 17"/>
                        <a:gd name="T43" fmla="*/ 27 h 78"/>
                        <a:gd name="T44" fmla="*/ 8 w 17"/>
                        <a:gd name="T45" fmla="*/ 24 h 78"/>
                        <a:gd name="T46" fmla="*/ 3 w 17"/>
                        <a:gd name="T47" fmla="*/ 24 h 78"/>
                        <a:gd name="T48" fmla="*/ 3 w 17"/>
                        <a:gd name="T49" fmla="*/ 1 h 78"/>
                        <a:gd name="T50" fmla="*/ 5 w 17"/>
                        <a:gd name="T51" fmla="*/ 1 h 78"/>
                        <a:gd name="T52" fmla="*/ 6 w 17"/>
                        <a:gd name="T53" fmla="*/ 0 h 78"/>
                        <a:gd name="T54" fmla="*/ 10 w 17"/>
                        <a:gd name="T55" fmla="*/ 0 h 78"/>
                        <a:gd name="T56" fmla="*/ 11 w 17"/>
                        <a:gd name="T57" fmla="*/ 1 h 78"/>
                        <a:gd name="T58" fmla="*/ 13 w 17"/>
                        <a:gd name="T59" fmla="*/ 63 h 78"/>
                        <a:gd name="T60" fmla="*/ 13 w 17"/>
                        <a:gd name="T61" fmla="*/ 63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1" y="1"/>
                          </a:moveTo>
                          <a:cubicBezTo>
                            <a:pt x="12" y="1"/>
                            <a:pt x="12" y="1"/>
                            <a:pt x="12" y="1"/>
                          </a:cubicBezTo>
                          <a:cubicBezTo>
                            <a:pt x="12" y="4"/>
                            <a:pt x="15" y="4"/>
                            <a:pt x="17" y="5"/>
                          </a:cubicBezTo>
                          <a:cubicBezTo>
                            <a:pt x="17" y="39"/>
                            <a:pt x="17" y="39"/>
                            <a:pt x="17" y="39"/>
                          </a:cubicBezTo>
                          <a:cubicBezTo>
                            <a:pt x="15" y="38"/>
                            <a:pt x="15" y="38"/>
                            <a:pt x="15" y="38"/>
                          </a:cubicBezTo>
                          <a:cubicBezTo>
                            <a:pt x="16" y="40"/>
                            <a:pt x="16" y="40"/>
                            <a:pt x="16" y="40"/>
                          </a:cubicBezTo>
                          <a:cubicBezTo>
                            <a:pt x="12" y="40"/>
                            <a:pt x="12" y="40"/>
                            <a:pt x="12" y="40"/>
                          </a:cubicBezTo>
                          <a:cubicBezTo>
                            <a:pt x="11" y="43"/>
                            <a:pt x="13" y="43"/>
                            <a:pt x="16" y="43"/>
                          </a:cubicBezTo>
                          <a:cubicBezTo>
                            <a:pt x="15" y="44"/>
                            <a:pt x="15" y="44"/>
                            <a:pt x="15" y="44"/>
                          </a:cubicBezTo>
                          <a:cubicBezTo>
                            <a:pt x="17" y="44"/>
                            <a:pt x="17" y="44"/>
                            <a:pt x="17" y="44"/>
                          </a:cubicBezTo>
                          <a:cubicBezTo>
                            <a:pt x="17" y="51"/>
                            <a:pt x="17" y="51"/>
                            <a:pt x="17" y="51"/>
                          </a:cubicBezTo>
                          <a:cubicBezTo>
                            <a:pt x="15" y="49"/>
                            <a:pt x="12" y="52"/>
                            <a:pt x="10" y="49"/>
                          </a:cubicBezTo>
                          <a:cubicBezTo>
                            <a:pt x="10" y="54"/>
                            <a:pt x="12" y="57"/>
                            <a:pt x="17" y="57"/>
                          </a:cubicBezTo>
                          <a:cubicBezTo>
                            <a:pt x="17" y="74"/>
                            <a:pt x="17" y="74"/>
                            <a:pt x="17" y="74"/>
                          </a:cubicBezTo>
                          <a:cubicBezTo>
                            <a:pt x="12" y="75"/>
                            <a:pt x="8" y="77"/>
                            <a:pt x="3" y="78"/>
                          </a:cubicBezTo>
                          <a:cubicBezTo>
                            <a:pt x="3" y="56"/>
                            <a:pt x="3" y="56"/>
                            <a:pt x="3" y="56"/>
                          </a:cubicBezTo>
                          <a:cubicBezTo>
                            <a:pt x="6" y="56"/>
                            <a:pt x="6" y="56"/>
                            <a:pt x="6" y="56"/>
                          </a:cubicBezTo>
                          <a:cubicBezTo>
                            <a:pt x="0" y="55"/>
                            <a:pt x="4" y="43"/>
                            <a:pt x="3" y="37"/>
                          </a:cubicBezTo>
                          <a:cubicBezTo>
                            <a:pt x="6" y="38"/>
                            <a:pt x="9" y="39"/>
                            <a:pt x="10" y="35"/>
                          </a:cubicBezTo>
                          <a:cubicBezTo>
                            <a:pt x="8" y="34"/>
                            <a:pt x="5" y="34"/>
                            <a:pt x="6" y="29"/>
                          </a:cubicBezTo>
                          <a:cubicBezTo>
                            <a:pt x="6" y="28"/>
                            <a:pt x="6" y="28"/>
                            <a:pt x="6" y="28"/>
                          </a:cubicBezTo>
                          <a:cubicBezTo>
                            <a:pt x="6" y="27"/>
                            <a:pt x="6" y="27"/>
                            <a:pt x="6" y="27"/>
                          </a:cubicBezTo>
                          <a:cubicBezTo>
                            <a:pt x="7" y="26"/>
                            <a:pt x="8" y="26"/>
                            <a:pt x="8" y="24"/>
                          </a:cubicBezTo>
                          <a:cubicBezTo>
                            <a:pt x="7" y="21"/>
                            <a:pt x="6" y="25"/>
                            <a:pt x="3" y="24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5" y="1"/>
                            <a:pt x="5" y="1"/>
                            <a:pt x="5" y="1"/>
                          </a:cubicBez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7" y="1"/>
                            <a:pt x="9" y="1"/>
                            <a:pt x="10" y="0"/>
                          </a:cubicBezTo>
                          <a:lnTo>
                            <a:pt x="11" y="1"/>
                          </a:lnTo>
                          <a:close/>
                          <a:moveTo>
                            <a:pt x="13" y="63"/>
                          </a:moveTo>
                          <a:cubicBezTo>
                            <a:pt x="9" y="61"/>
                            <a:pt x="10" y="66"/>
                            <a:pt x="13" y="6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2" name="Freeform 348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211" y="924"/>
                      <a:ext cx="22" cy="89"/>
                    </a:xfrm>
                    <a:custGeom>
                      <a:avLst/>
                      <a:gdLst>
                        <a:gd name="T0" fmla="*/ 1 w 15"/>
                        <a:gd name="T1" fmla="*/ 15 h 61"/>
                        <a:gd name="T2" fmla="*/ 1 w 15"/>
                        <a:gd name="T3" fmla="*/ 0 h 61"/>
                        <a:gd name="T4" fmla="*/ 15 w 15"/>
                        <a:gd name="T5" fmla="*/ 0 h 61"/>
                        <a:gd name="T6" fmla="*/ 15 w 15"/>
                        <a:gd name="T7" fmla="*/ 43 h 61"/>
                        <a:gd name="T8" fmla="*/ 10 w 15"/>
                        <a:gd name="T9" fmla="*/ 42 h 61"/>
                        <a:gd name="T10" fmla="*/ 12 w 15"/>
                        <a:gd name="T11" fmla="*/ 44 h 61"/>
                        <a:gd name="T12" fmla="*/ 7 w 15"/>
                        <a:gd name="T13" fmla="*/ 46 h 61"/>
                        <a:gd name="T14" fmla="*/ 15 w 15"/>
                        <a:gd name="T15" fmla="*/ 49 h 61"/>
                        <a:gd name="T16" fmla="*/ 1 w 15"/>
                        <a:gd name="T17" fmla="*/ 61 h 61"/>
                        <a:gd name="T18" fmla="*/ 1 w 15"/>
                        <a:gd name="T19" fmla="*/ 27 h 61"/>
                        <a:gd name="T20" fmla="*/ 3 w 15"/>
                        <a:gd name="T21" fmla="*/ 25 h 61"/>
                        <a:gd name="T22" fmla="*/ 1 w 15"/>
                        <a:gd name="T23" fmla="*/ 19 h 61"/>
                        <a:gd name="T24" fmla="*/ 2 w 15"/>
                        <a:gd name="T25" fmla="*/ 20 h 61"/>
                        <a:gd name="T26" fmla="*/ 3 w 15"/>
                        <a:gd name="T27" fmla="*/ 18 h 61"/>
                        <a:gd name="T28" fmla="*/ 4 w 15"/>
                        <a:gd name="T29" fmla="*/ 19 h 61"/>
                        <a:gd name="T30" fmla="*/ 3 w 15"/>
                        <a:gd name="T31" fmla="*/ 16 h 61"/>
                        <a:gd name="T32" fmla="*/ 2 w 15"/>
                        <a:gd name="T33" fmla="*/ 15 h 61"/>
                        <a:gd name="T34" fmla="*/ 1 w 15"/>
                        <a:gd name="T35" fmla="*/ 15 h 61"/>
                        <a:gd name="T36" fmla="*/ 10 w 15"/>
                        <a:gd name="T37" fmla="*/ 12 h 61"/>
                        <a:gd name="T38" fmla="*/ 5 w 15"/>
                        <a:gd name="T39" fmla="*/ 11 h 61"/>
                        <a:gd name="T40" fmla="*/ 10 w 15"/>
                        <a:gd name="T41" fmla="*/ 12 h 61"/>
                        <a:gd name="T42" fmla="*/ 7 w 15"/>
                        <a:gd name="T43" fmla="*/ 35 h 61"/>
                        <a:gd name="T44" fmla="*/ 4 w 15"/>
                        <a:gd name="T45" fmla="*/ 33 h 61"/>
                        <a:gd name="T46" fmla="*/ 7 w 15"/>
                        <a:gd name="T47" fmla="*/ 35 h 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5" h="61">
                          <a:moveTo>
                            <a:pt x="1" y="15"/>
                          </a:moveTo>
                          <a:cubicBezTo>
                            <a:pt x="1" y="0"/>
                            <a:pt x="1" y="0"/>
                            <a:pt x="1" y="0"/>
                          </a:cubicBezTo>
                          <a:cubicBezTo>
                            <a:pt x="15" y="0"/>
                            <a:pt x="15" y="0"/>
                            <a:pt x="15" y="0"/>
                          </a:cubicBezTo>
                          <a:cubicBezTo>
                            <a:pt x="15" y="17"/>
                            <a:pt x="14" y="26"/>
                            <a:pt x="15" y="43"/>
                          </a:cubicBezTo>
                          <a:cubicBezTo>
                            <a:pt x="13" y="43"/>
                            <a:pt x="12" y="41"/>
                            <a:pt x="10" y="42"/>
                          </a:cubicBezTo>
                          <a:cubicBezTo>
                            <a:pt x="9" y="44"/>
                            <a:pt x="10" y="45"/>
                            <a:pt x="12" y="44"/>
                          </a:cubicBezTo>
                          <a:cubicBezTo>
                            <a:pt x="12" y="47"/>
                            <a:pt x="7" y="44"/>
                            <a:pt x="7" y="46"/>
                          </a:cubicBezTo>
                          <a:cubicBezTo>
                            <a:pt x="9" y="47"/>
                            <a:pt x="13" y="47"/>
                            <a:pt x="15" y="49"/>
                          </a:cubicBezTo>
                          <a:cubicBezTo>
                            <a:pt x="12" y="55"/>
                            <a:pt x="6" y="57"/>
                            <a:pt x="1" y="61"/>
                          </a:cubicBezTo>
                          <a:cubicBezTo>
                            <a:pt x="2" y="50"/>
                            <a:pt x="0" y="36"/>
                            <a:pt x="1" y="27"/>
                          </a:cubicBezTo>
                          <a:cubicBezTo>
                            <a:pt x="1" y="26"/>
                            <a:pt x="1" y="25"/>
                            <a:pt x="3" y="25"/>
                          </a:cubicBezTo>
                          <a:cubicBezTo>
                            <a:pt x="3" y="23"/>
                            <a:pt x="0" y="23"/>
                            <a:pt x="1" y="19"/>
                          </a:cubicBezTo>
                          <a:cubicBezTo>
                            <a:pt x="2" y="20"/>
                            <a:pt x="2" y="20"/>
                            <a:pt x="2" y="20"/>
                          </a:cubicBezTo>
                          <a:cubicBezTo>
                            <a:pt x="3" y="18"/>
                            <a:pt x="3" y="18"/>
                            <a:pt x="3" y="18"/>
                          </a:cubicBezTo>
                          <a:cubicBezTo>
                            <a:pt x="3" y="19"/>
                            <a:pt x="4" y="19"/>
                            <a:pt x="4" y="19"/>
                          </a:cubicBezTo>
                          <a:cubicBezTo>
                            <a:pt x="4" y="18"/>
                            <a:pt x="5" y="15"/>
                            <a:pt x="3" y="16"/>
                          </a:cubicBezTo>
                          <a:cubicBezTo>
                            <a:pt x="2" y="15"/>
                            <a:pt x="2" y="15"/>
                            <a:pt x="2" y="15"/>
                          </a:cubicBezTo>
                          <a:lnTo>
                            <a:pt x="1" y="15"/>
                          </a:lnTo>
                          <a:close/>
                          <a:moveTo>
                            <a:pt x="10" y="12"/>
                          </a:moveTo>
                          <a:cubicBezTo>
                            <a:pt x="8" y="12"/>
                            <a:pt x="8" y="10"/>
                            <a:pt x="5" y="11"/>
                          </a:cubicBezTo>
                          <a:cubicBezTo>
                            <a:pt x="4" y="13"/>
                            <a:pt x="10" y="13"/>
                            <a:pt x="10" y="12"/>
                          </a:cubicBezTo>
                          <a:moveTo>
                            <a:pt x="7" y="35"/>
                          </a:moveTo>
                          <a:cubicBezTo>
                            <a:pt x="6" y="35"/>
                            <a:pt x="6" y="30"/>
                            <a:pt x="4" y="33"/>
                          </a:cubicBezTo>
                          <a:cubicBezTo>
                            <a:pt x="6" y="33"/>
                            <a:pt x="6" y="38"/>
                            <a:pt x="7" y="3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3" name="Freeform 349"/>
                    <p:cNvSpPr>
                      <a:spLocks/>
                    </p:cNvSpPr>
                    <p:nvPr/>
                  </p:nvSpPr>
                  <p:spPr bwMode="auto">
                    <a:xfrm>
                      <a:off x="943" y="219"/>
                      <a:ext cx="21" cy="18"/>
                    </a:xfrm>
                    <a:custGeom>
                      <a:avLst/>
                      <a:gdLst>
                        <a:gd name="T0" fmla="*/ 4 w 14"/>
                        <a:gd name="T1" fmla="*/ 12 h 12"/>
                        <a:gd name="T2" fmla="*/ 0 w 14"/>
                        <a:gd name="T3" fmla="*/ 11 h 12"/>
                        <a:gd name="T4" fmla="*/ 0 w 14"/>
                        <a:gd name="T5" fmla="*/ 0 h 12"/>
                        <a:gd name="T6" fmla="*/ 14 w 14"/>
                        <a:gd name="T7" fmla="*/ 0 h 12"/>
                        <a:gd name="T8" fmla="*/ 14 w 14"/>
                        <a:gd name="T9" fmla="*/ 7 h 12"/>
                        <a:gd name="T10" fmla="*/ 9 w 14"/>
                        <a:gd name="T11" fmla="*/ 4 h 12"/>
                        <a:gd name="T12" fmla="*/ 7 w 14"/>
                        <a:gd name="T13" fmla="*/ 11 h 12"/>
                        <a:gd name="T14" fmla="*/ 5 w 14"/>
                        <a:gd name="T15" fmla="*/ 10 h 12"/>
                        <a:gd name="T16" fmla="*/ 4 w 14"/>
                        <a:gd name="T17" fmla="*/ 12 h 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4" h="12">
                          <a:moveTo>
                            <a:pt x="4" y="12"/>
                          </a:moveTo>
                          <a:cubicBezTo>
                            <a:pt x="2" y="12"/>
                            <a:pt x="3" y="10"/>
                            <a:pt x="0" y="11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4" y="7"/>
                            <a:pt x="14" y="7"/>
                            <a:pt x="14" y="7"/>
                          </a:cubicBezTo>
                          <a:cubicBezTo>
                            <a:pt x="12" y="7"/>
                            <a:pt x="12" y="4"/>
                            <a:pt x="9" y="4"/>
                          </a:cubicBezTo>
                          <a:cubicBezTo>
                            <a:pt x="6" y="4"/>
                            <a:pt x="7" y="8"/>
                            <a:pt x="7" y="11"/>
                          </a:cubicBezTo>
                          <a:cubicBezTo>
                            <a:pt x="5" y="10"/>
                            <a:pt x="5" y="10"/>
                            <a:pt x="5" y="10"/>
                          </a:cubicBezTo>
                          <a:lnTo>
                            <a:pt x="4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4" name="Freeform 350"/>
                    <p:cNvSpPr>
                      <a:spLocks/>
                    </p:cNvSpPr>
                    <p:nvPr/>
                  </p:nvSpPr>
                  <p:spPr bwMode="auto">
                    <a:xfrm>
                      <a:off x="943" y="235"/>
                      <a:ext cx="22" cy="29"/>
                    </a:xfrm>
                    <a:custGeom>
                      <a:avLst/>
                      <a:gdLst>
                        <a:gd name="T0" fmla="*/ 6 w 15"/>
                        <a:gd name="T1" fmla="*/ 1 h 20"/>
                        <a:gd name="T2" fmla="*/ 7 w 15"/>
                        <a:gd name="T3" fmla="*/ 0 h 20"/>
                        <a:gd name="T4" fmla="*/ 14 w 15"/>
                        <a:gd name="T5" fmla="*/ 20 h 20"/>
                        <a:gd name="T6" fmla="*/ 7 w 15"/>
                        <a:gd name="T7" fmla="*/ 20 h 20"/>
                        <a:gd name="T8" fmla="*/ 5 w 15"/>
                        <a:gd name="T9" fmla="*/ 11 h 20"/>
                        <a:gd name="T10" fmla="*/ 3 w 15"/>
                        <a:gd name="T11" fmla="*/ 15 h 20"/>
                        <a:gd name="T12" fmla="*/ 2 w 15"/>
                        <a:gd name="T13" fmla="*/ 14 h 20"/>
                        <a:gd name="T14" fmla="*/ 0 w 15"/>
                        <a:gd name="T15" fmla="*/ 14 h 20"/>
                        <a:gd name="T16" fmla="*/ 0 w 15"/>
                        <a:gd name="T17" fmla="*/ 3 h 20"/>
                        <a:gd name="T18" fmla="*/ 4 w 15"/>
                        <a:gd name="T19" fmla="*/ 1 h 20"/>
                        <a:gd name="T20" fmla="*/ 4 w 15"/>
                        <a:gd name="T21" fmla="*/ 1 h 20"/>
                        <a:gd name="T22" fmla="*/ 6 w 15"/>
                        <a:gd name="T23" fmla="*/ 1 h 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5" h="20">
                          <a:moveTo>
                            <a:pt x="6" y="1"/>
                          </a:moveTo>
                          <a:cubicBezTo>
                            <a:pt x="7" y="0"/>
                            <a:pt x="7" y="0"/>
                            <a:pt x="7" y="0"/>
                          </a:cubicBezTo>
                          <a:cubicBezTo>
                            <a:pt x="13" y="3"/>
                            <a:pt x="15" y="10"/>
                            <a:pt x="14" y="20"/>
                          </a:cubicBezTo>
                          <a:cubicBezTo>
                            <a:pt x="7" y="20"/>
                            <a:pt x="7" y="20"/>
                            <a:pt x="7" y="20"/>
                          </a:cubicBezTo>
                          <a:cubicBezTo>
                            <a:pt x="7" y="17"/>
                            <a:pt x="10" y="12"/>
                            <a:pt x="5" y="11"/>
                          </a:cubicBezTo>
                          <a:cubicBezTo>
                            <a:pt x="3" y="11"/>
                            <a:pt x="6" y="17"/>
                            <a:pt x="3" y="15"/>
                          </a:cubicBezTo>
                          <a:cubicBezTo>
                            <a:pt x="2" y="14"/>
                            <a:pt x="2" y="14"/>
                            <a:pt x="2" y="14"/>
                          </a:cubicBezTo>
                          <a:cubicBezTo>
                            <a:pt x="0" y="14"/>
                            <a:pt x="0" y="14"/>
                            <a:pt x="0" y="14"/>
                          </a:cubicBez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0" y="0"/>
                            <a:pt x="3" y="4"/>
                            <a:pt x="4" y="1"/>
                          </a:cubicBezTo>
                          <a:cubicBezTo>
                            <a:pt x="4" y="1"/>
                            <a:pt x="4" y="1"/>
                            <a:pt x="4" y="1"/>
                          </a:cubicBezTo>
                          <a:lnTo>
                            <a:pt x="6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5" name="Freeform 351"/>
                    <p:cNvSpPr>
                      <a:spLocks/>
                    </p:cNvSpPr>
                    <p:nvPr/>
                  </p:nvSpPr>
                  <p:spPr bwMode="auto">
                    <a:xfrm>
                      <a:off x="943" y="261"/>
                      <a:ext cx="21" cy="22"/>
                    </a:xfrm>
                    <a:custGeom>
                      <a:avLst/>
                      <a:gdLst>
                        <a:gd name="T0" fmla="*/ 2 w 14"/>
                        <a:gd name="T1" fmla="*/ 1 h 15"/>
                        <a:gd name="T2" fmla="*/ 3 w 14"/>
                        <a:gd name="T3" fmla="*/ 0 h 15"/>
                        <a:gd name="T4" fmla="*/ 14 w 14"/>
                        <a:gd name="T5" fmla="*/ 7 h 15"/>
                        <a:gd name="T6" fmla="*/ 14 w 14"/>
                        <a:gd name="T7" fmla="*/ 15 h 15"/>
                        <a:gd name="T8" fmla="*/ 0 w 14"/>
                        <a:gd name="T9" fmla="*/ 6 h 15"/>
                        <a:gd name="T10" fmla="*/ 0 w 14"/>
                        <a:gd name="T11" fmla="*/ 1 h 15"/>
                        <a:gd name="T12" fmla="*/ 2 w 14"/>
                        <a:gd name="T13" fmla="*/ 1 h 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4" h="15">
                          <a:moveTo>
                            <a:pt x="2" y="1"/>
                          </a:move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7" y="1"/>
                            <a:pt x="7" y="8"/>
                            <a:pt x="14" y="7"/>
                          </a:cubicBezTo>
                          <a:cubicBezTo>
                            <a:pt x="14" y="15"/>
                            <a:pt x="14" y="15"/>
                            <a:pt x="14" y="15"/>
                          </a:cubicBezTo>
                          <a:cubicBezTo>
                            <a:pt x="8" y="13"/>
                            <a:pt x="6" y="8"/>
                            <a:pt x="0" y="6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lnTo>
                            <a:pt x="2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6" name="Freeform 352"/>
                    <p:cNvSpPr>
                      <a:spLocks/>
                    </p:cNvSpPr>
                    <p:nvPr/>
                  </p:nvSpPr>
                  <p:spPr bwMode="auto">
                    <a:xfrm>
                      <a:off x="735" y="924"/>
                      <a:ext cx="23" cy="121"/>
                    </a:xfrm>
                    <a:custGeom>
                      <a:avLst/>
                      <a:gdLst>
                        <a:gd name="T0" fmla="*/ 13 w 16"/>
                        <a:gd name="T1" fmla="*/ 25 h 83"/>
                        <a:gd name="T2" fmla="*/ 11 w 16"/>
                        <a:gd name="T3" fmla="*/ 36 h 83"/>
                        <a:gd name="T4" fmla="*/ 11 w 16"/>
                        <a:gd name="T5" fmla="*/ 47 h 83"/>
                        <a:gd name="T6" fmla="*/ 13 w 16"/>
                        <a:gd name="T7" fmla="*/ 49 h 83"/>
                        <a:gd name="T8" fmla="*/ 13 w 16"/>
                        <a:gd name="T9" fmla="*/ 83 h 83"/>
                        <a:gd name="T10" fmla="*/ 0 w 16"/>
                        <a:gd name="T11" fmla="*/ 76 h 83"/>
                        <a:gd name="T12" fmla="*/ 0 w 16"/>
                        <a:gd name="T13" fmla="*/ 13 h 83"/>
                        <a:gd name="T14" fmla="*/ 3 w 16"/>
                        <a:gd name="T15" fmla="*/ 12 h 83"/>
                        <a:gd name="T16" fmla="*/ 0 w 16"/>
                        <a:gd name="T17" fmla="*/ 11 h 83"/>
                        <a:gd name="T18" fmla="*/ 0 w 16"/>
                        <a:gd name="T19" fmla="*/ 0 h 83"/>
                        <a:gd name="T20" fmla="*/ 13 w 16"/>
                        <a:gd name="T21" fmla="*/ 0 h 83"/>
                        <a:gd name="T22" fmla="*/ 11 w 16"/>
                        <a:gd name="T23" fmla="*/ 16 h 83"/>
                        <a:gd name="T24" fmla="*/ 13 w 16"/>
                        <a:gd name="T25" fmla="*/ 21 h 83"/>
                        <a:gd name="T26" fmla="*/ 12 w 16"/>
                        <a:gd name="T27" fmla="*/ 21 h 83"/>
                        <a:gd name="T28" fmla="*/ 11 w 16"/>
                        <a:gd name="T29" fmla="*/ 22 h 83"/>
                        <a:gd name="T30" fmla="*/ 8 w 16"/>
                        <a:gd name="T31" fmla="*/ 21 h 83"/>
                        <a:gd name="T32" fmla="*/ 11 w 16"/>
                        <a:gd name="T33" fmla="*/ 25 h 83"/>
                        <a:gd name="T34" fmla="*/ 12 w 16"/>
                        <a:gd name="T35" fmla="*/ 26 h 83"/>
                        <a:gd name="T36" fmla="*/ 13 w 16"/>
                        <a:gd name="T37" fmla="*/ 25 h 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</a:cxnLst>
                      <a:rect l="0" t="0" r="r" b="b"/>
                      <a:pathLst>
                        <a:path w="16" h="83">
                          <a:moveTo>
                            <a:pt x="13" y="25"/>
                          </a:moveTo>
                          <a:cubicBezTo>
                            <a:pt x="13" y="29"/>
                            <a:pt x="15" y="36"/>
                            <a:pt x="11" y="36"/>
                          </a:cubicBezTo>
                          <a:cubicBezTo>
                            <a:pt x="13" y="38"/>
                            <a:pt x="16" y="46"/>
                            <a:pt x="11" y="47"/>
                          </a:cubicBezTo>
                          <a:cubicBezTo>
                            <a:pt x="11" y="48"/>
                            <a:pt x="13" y="47"/>
                            <a:pt x="13" y="49"/>
                          </a:cubicBezTo>
                          <a:cubicBezTo>
                            <a:pt x="13" y="83"/>
                            <a:pt x="13" y="83"/>
                            <a:pt x="13" y="83"/>
                          </a:cubicBezTo>
                          <a:cubicBezTo>
                            <a:pt x="9" y="81"/>
                            <a:pt x="5" y="78"/>
                            <a:pt x="0" y="76"/>
                          </a:cubicBezTo>
                          <a:cubicBezTo>
                            <a:pt x="0" y="13"/>
                            <a:pt x="0" y="13"/>
                            <a:pt x="0" y="13"/>
                          </a:cubicBezTo>
                          <a:cubicBezTo>
                            <a:pt x="1" y="13"/>
                            <a:pt x="3" y="14"/>
                            <a:pt x="3" y="12"/>
                          </a:cubicBezTo>
                          <a:cubicBezTo>
                            <a:pt x="4" y="10"/>
                            <a:pt x="1" y="11"/>
                            <a:pt x="0" y="11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13" y="0"/>
                            <a:pt x="13" y="0"/>
                            <a:pt x="13" y="0"/>
                          </a:cubicBezTo>
                          <a:cubicBezTo>
                            <a:pt x="13" y="6"/>
                            <a:pt x="15" y="14"/>
                            <a:pt x="11" y="16"/>
                          </a:cubicBezTo>
                          <a:cubicBezTo>
                            <a:pt x="12" y="17"/>
                            <a:pt x="14" y="18"/>
                            <a:pt x="13" y="21"/>
                          </a:cubicBezTo>
                          <a:cubicBezTo>
                            <a:pt x="12" y="21"/>
                            <a:pt x="12" y="21"/>
                            <a:pt x="12" y="21"/>
                          </a:cubicBezTo>
                          <a:cubicBezTo>
                            <a:pt x="11" y="22"/>
                            <a:pt x="11" y="22"/>
                            <a:pt x="11" y="22"/>
                          </a:cubicBezTo>
                          <a:cubicBezTo>
                            <a:pt x="9" y="22"/>
                            <a:pt x="9" y="21"/>
                            <a:pt x="8" y="21"/>
                          </a:cubicBezTo>
                          <a:cubicBezTo>
                            <a:pt x="8" y="23"/>
                            <a:pt x="9" y="25"/>
                            <a:pt x="11" y="25"/>
                          </a:cubicBezTo>
                          <a:cubicBezTo>
                            <a:pt x="12" y="26"/>
                            <a:pt x="12" y="26"/>
                            <a:pt x="12" y="26"/>
                          </a:cubicBezTo>
                          <a:lnTo>
                            <a:pt x="13" y="2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7" name="Freeform 353"/>
                    <p:cNvSpPr>
                      <a:spLocks/>
                    </p:cNvSpPr>
                    <p:nvPr/>
                  </p:nvSpPr>
                  <p:spPr bwMode="auto">
                    <a:xfrm>
                      <a:off x="1154" y="924"/>
                      <a:ext cx="26" cy="121"/>
                    </a:xfrm>
                    <a:custGeom>
                      <a:avLst/>
                      <a:gdLst>
                        <a:gd name="T0" fmla="*/ 13 w 18"/>
                        <a:gd name="T1" fmla="*/ 33 h 83"/>
                        <a:gd name="T2" fmla="*/ 17 w 18"/>
                        <a:gd name="T3" fmla="*/ 34 h 83"/>
                        <a:gd name="T4" fmla="*/ 17 w 18"/>
                        <a:gd name="T5" fmla="*/ 76 h 83"/>
                        <a:gd name="T6" fmla="*/ 3 w 18"/>
                        <a:gd name="T7" fmla="*/ 83 h 83"/>
                        <a:gd name="T8" fmla="*/ 6 w 18"/>
                        <a:gd name="T9" fmla="*/ 70 h 83"/>
                        <a:gd name="T10" fmla="*/ 3 w 18"/>
                        <a:gd name="T11" fmla="*/ 55 h 83"/>
                        <a:gd name="T12" fmla="*/ 11 w 18"/>
                        <a:gd name="T13" fmla="*/ 57 h 83"/>
                        <a:gd name="T14" fmla="*/ 3 w 18"/>
                        <a:gd name="T15" fmla="*/ 52 h 83"/>
                        <a:gd name="T16" fmla="*/ 6 w 18"/>
                        <a:gd name="T17" fmla="*/ 46 h 83"/>
                        <a:gd name="T18" fmla="*/ 3 w 18"/>
                        <a:gd name="T19" fmla="*/ 12 h 83"/>
                        <a:gd name="T20" fmla="*/ 6 w 18"/>
                        <a:gd name="T21" fmla="*/ 8 h 83"/>
                        <a:gd name="T22" fmla="*/ 3 w 18"/>
                        <a:gd name="T23" fmla="*/ 0 h 83"/>
                        <a:gd name="T24" fmla="*/ 12 w 18"/>
                        <a:gd name="T25" fmla="*/ 0 h 83"/>
                        <a:gd name="T26" fmla="*/ 17 w 18"/>
                        <a:gd name="T27" fmla="*/ 0 h 83"/>
                        <a:gd name="T28" fmla="*/ 17 w 18"/>
                        <a:gd name="T29" fmla="*/ 5 h 83"/>
                        <a:gd name="T30" fmla="*/ 13 w 18"/>
                        <a:gd name="T31" fmla="*/ 5 h 83"/>
                        <a:gd name="T32" fmla="*/ 13 w 18"/>
                        <a:gd name="T33" fmla="*/ 9 h 83"/>
                        <a:gd name="T34" fmla="*/ 17 w 18"/>
                        <a:gd name="T35" fmla="*/ 11 h 83"/>
                        <a:gd name="T36" fmla="*/ 14 w 18"/>
                        <a:gd name="T37" fmla="*/ 19 h 83"/>
                        <a:gd name="T38" fmla="*/ 13 w 18"/>
                        <a:gd name="T39" fmla="*/ 19 h 83"/>
                        <a:gd name="T40" fmla="*/ 13 w 18"/>
                        <a:gd name="T41" fmla="*/ 20 h 83"/>
                        <a:gd name="T42" fmla="*/ 9 w 18"/>
                        <a:gd name="T43" fmla="*/ 20 h 83"/>
                        <a:gd name="T44" fmla="*/ 12 w 18"/>
                        <a:gd name="T45" fmla="*/ 23 h 83"/>
                        <a:gd name="T46" fmla="*/ 11 w 18"/>
                        <a:gd name="T47" fmla="*/ 24 h 83"/>
                        <a:gd name="T48" fmla="*/ 13 w 18"/>
                        <a:gd name="T49" fmla="*/ 25 h 83"/>
                        <a:gd name="T50" fmla="*/ 13 w 18"/>
                        <a:gd name="T51" fmla="*/ 28 h 83"/>
                        <a:gd name="T52" fmla="*/ 12 w 18"/>
                        <a:gd name="T53" fmla="*/ 28 h 83"/>
                        <a:gd name="T54" fmla="*/ 11 w 18"/>
                        <a:gd name="T55" fmla="*/ 29 h 83"/>
                        <a:gd name="T56" fmla="*/ 6 w 18"/>
                        <a:gd name="T57" fmla="*/ 34 h 83"/>
                        <a:gd name="T58" fmla="*/ 10 w 18"/>
                        <a:gd name="T59" fmla="*/ 35 h 83"/>
                        <a:gd name="T60" fmla="*/ 11 w 18"/>
                        <a:gd name="T61" fmla="*/ 33 h 83"/>
                        <a:gd name="T62" fmla="*/ 12 w 18"/>
                        <a:gd name="T63" fmla="*/ 34 h 83"/>
                        <a:gd name="T64" fmla="*/ 13 w 18"/>
                        <a:gd name="T65" fmla="*/ 33 h 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</a:cxnLst>
                      <a:rect l="0" t="0" r="r" b="b"/>
                      <a:pathLst>
                        <a:path w="18" h="83">
                          <a:moveTo>
                            <a:pt x="13" y="33"/>
                          </a:moveTo>
                          <a:cubicBezTo>
                            <a:pt x="15" y="33"/>
                            <a:pt x="15" y="34"/>
                            <a:pt x="17" y="34"/>
                          </a:cubicBezTo>
                          <a:cubicBezTo>
                            <a:pt x="16" y="48"/>
                            <a:pt x="17" y="61"/>
                            <a:pt x="17" y="76"/>
                          </a:cubicBezTo>
                          <a:cubicBezTo>
                            <a:pt x="12" y="78"/>
                            <a:pt x="8" y="81"/>
                            <a:pt x="3" y="83"/>
                          </a:cubicBezTo>
                          <a:cubicBezTo>
                            <a:pt x="4" y="78"/>
                            <a:pt x="1" y="71"/>
                            <a:pt x="6" y="70"/>
                          </a:cubicBezTo>
                          <a:cubicBezTo>
                            <a:pt x="2" y="68"/>
                            <a:pt x="3" y="61"/>
                            <a:pt x="3" y="55"/>
                          </a:cubicBezTo>
                          <a:cubicBezTo>
                            <a:pt x="6" y="56"/>
                            <a:pt x="7" y="58"/>
                            <a:pt x="11" y="57"/>
                          </a:cubicBezTo>
                          <a:cubicBezTo>
                            <a:pt x="10" y="53"/>
                            <a:pt x="7" y="52"/>
                            <a:pt x="3" y="52"/>
                          </a:cubicBezTo>
                          <a:cubicBezTo>
                            <a:pt x="3" y="49"/>
                            <a:pt x="3" y="46"/>
                            <a:pt x="6" y="46"/>
                          </a:cubicBezTo>
                          <a:cubicBezTo>
                            <a:pt x="0" y="39"/>
                            <a:pt x="4" y="23"/>
                            <a:pt x="3" y="12"/>
                          </a:cubicBezTo>
                          <a:cubicBezTo>
                            <a:pt x="3" y="9"/>
                            <a:pt x="5" y="9"/>
                            <a:pt x="6" y="8"/>
                          </a:cubicBezTo>
                          <a:cubicBezTo>
                            <a:pt x="4" y="6"/>
                            <a:pt x="2" y="5"/>
                            <a:pt x="3" y="0"/>
                          </a:cubicBezTo>
                          <a:cubicBezTo>
                            <a:pt x="6" y="0"/>
                            <a:pt x="10" y="5"/>
                            <a:pt x="12" y="0"/>
                          </a:cubicBezTo>
                          <a:cubicBezTo>
                            <a:pt x="17" y="0"/>
                            <a:pt x="17" y="0"/>
                            <a:pt x="17" y="0"/>
                          </a:cubicBezTo>
                          <a:cubicBezTo>
                            <a:pt x="17" y="5"/>
                            <a:pt x="17" y="5"/>
                            <a:pt x="17" y="5"/>
                          </a:cubicBezTo>
                          <a:cubicBezTo>
                            <a:pt x="13" y="5"/>
                            <a:pt x="13" y="5"/>
                            <a:pt x="13" y="5"/>
                          </a:cubicBezTo>
                          <a:cubicBezTo>
                            <a:pt x="13" y="9"/>
                            <a:pt x="13" y="9"/>
                            <a:pt x="13" y="9"/>
                          </a:cubicBezTo>
                          <a:cubicBezTo>
                            <a:pt x="13" y="11"/>
                            <a:pt x="17" y="8"/>
                            <a:pt x="17" y="11"/>
                          </a:cubicBezTo>
                          <a:cubicBezTo>
                            <a:pt x="18" y="15"/>
                            <a:pt x="13" y="14"/>
                            <a:pt x="14" y="19"/>
                          </a:cubicBezTo>
                          <a:cubicBezTo>
                            <a:pt x="13" y="19"/>
                            <a:pt x="13" y="19"/>
                            <a:pt x="13" y="19"/>
                          </a:cubicBezTo>
                          <a:cubicBezTo>
                            <a:pt x="13" y="20"/>
                            <a:pt x="13" y="20"/>
                            <a:pt x="13" y="20"/>
                          </a:cubicBezTo>
                          <a:cubicBezTo>
                            <a:pt x="9" y="20"/>
                            <a:pt x="9" y="20"/>
                            <a:pt x="9" y="20"/>
                          </a:cubicBezTo>
                          <a:cubicBezTo>
                            <a:pt x="9" y="22"/>
                            <a:pt x="9" y="23"/>
                            <a:pt x="12" y="23"/>
                          </a:cubicBezTo>
                          <a:cubicBezTo>
                            <a:pt x="11" y="24"/>
                            <a:pt x="11" y="24"/>
                            <a:pt x="11" y="24"/>
                          </a:cubicBezTo>
                          <a:cubicBezTo>
                            <a:pt x="13" y="25"/>
                            <a:pt x="13" y="25"/>
                            <a:pt x="13" y="25"/>
                          </a:cubicBezTo>
                          <a:cubicBezTo>
                            <a:pt x="14" y="25"/>
                            <a:pt x="13" y="27"/>
                            <a:pt x="13" y="28"/>
                          </a:cubicBezTo>
                          <a:cubicBezTo>
                            <a:pt x="12" y="28"/>
                            <a:pt x="12" y="28"/>
                            <a:pt x="12" y="28"/>
                          </a:cubicBezTo>
                          <a:cubicBezTo>
                            <a:pt x="11" y="29"/>
                            <a:pt x="11" y="29"/>
                            <a:pt x="11" y="29"/>
                          </a:cubicBezTo>
                          <a:cubicBezTo>
                            <a:pt x="7" y="29"/>
                            <a:pt x="6" y="30"/>
                            <a:pt x="6" y="34"/>
                          </a:cubicBezTo>
                          <a:cubicBezTo>
                            <a:pt x="8" y="34"/>
                            <a:pt x="8" y="35"/>
                            <a:pt x="10" y="35"/>
                          </a:cubicBezTo>
                          <a:cubicBezTo>
                            <a:pt x="10" y="34"/>
                            <a:pt x="11" y="34"/>
                            <a:pt x="11" y="33"/>
                          </a:cubicBezTo>
                          <a:cubicBezTo>
                            <a:pt x="12" y="34"/>
                            <a:pt x="12" y="34"/>
                            <a:pt x="12" y="34"/>
                          </a:cubicBezTo>
                          <a:lnTo>
                            <a:pt x="13" y="3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8" name="Freeform 354"/>
                    <p:cNvSpPr>
                      <a:spLocks/>
                    </p:cNvSpPr>
                    <p:nvPr/>
                  </p:nvSpPr>
                  <p:spPr bwMode="auto">
                    <a:xfrm>
                      <a:off x="1173" y="950"/>
                      <a:ext cx="6" cy="11"/>
                    </a:xfrm>
                    <a:custGeom>
                      <a:avLst/>
                      <a:gdLst>
                        <a:gd name="T0" fmla="*/ 1 w 4"/>
                        <a:gd name="T1" fmla="*/ 3 h 7"/>
                        <a:gd name="T2" fmla="*/ 1 w 4"/>
                        <a:gd name="T3" fmla="*/ 1 h 7"/>
                        <a:gd name="T4" fmla="*/ 4 w 4"/>
                        <a:gd name="T5" fmla="*/ 0 h 7"/>
                        <a:gd name="T6" fmla="*/ 4 w 4"/>
                        <a:gd name="T7" fmla="*/ 7 h 7"/>
                        <a:gd name="T8" fmla="*/ 0 w 4"/>
                        <a:gd name="T9" fmla="*/ 6 h 7"/>
                        <a:gd name="T10" fmla="*/ 1 w 4"/>
                        <a:gd name="T11" fmla="*/ 4 h 7"/>
                        <a:gd name="T12" fmla="*/ 0 w 4"/>
                        <a:gd name="T13" fmla="*/ 4 h 7"/>
                        <a:gd name="T14" fmla="*/ 0 w 4"/>
                        <a:gd name="T15" fmla="*/ 2 h 7"/>
                        <a:gd name="T16" fmla="*/ 1 w 4"/>
                        <a:gd name="T17" fmla="*/ 3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4" h="7">
                          <a:moveTo>
                            <a:pt x="1" y="3"/>
                          </a:move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2" y="1"/>
                            <a:pt x="3" y="0"/>
                            <a:pt x="4" y="0"/>
                          </a:cubicBezTo>
                          <a:cubicBezTo>
                            <a:pt x="4" y="7"/>
                            <a:pt x="4" y="7"/>
                            <a:pt x="4" y="7"/>
                          </a:cubicBezTo>
                          <a:cubicBezTo>
                            <a:pt x="2" y="7"/>
                            <a:pt x="2" y="6"/>
                            <a:pt x="0" y="6"/>
                          </a:cubicBezTo>
                          <a:cubicBezTo>
                            <a:pt x="1" y="4"/>
                            <a:pt x="1" y="4"/>
                            <a:pt x="1" y="4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0" y="2"/>
                            <a:pt x="0" y="2"/>
                          </a:cubicBezTo>
                          <a:lnTo>
                            <a:pt x="1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9" name="Freeform 355"/>
                    <p:cNvSpPr>
                      <a:spLocks/>
                    </p:cNvSpPr>
                    <p:nvPr/>
                  </p:nvSpPr>
                  <p:spPr bwMode="auto">
                    <a:xfrm>
                      <a:off x="841" y="985"/>
                      <a:ext cx="9" cy="5"/>
                    </a:xfrm>
                    <a:custGeom>
                      <a:avLst/>
                      <a:gdLst>
                        <a:gd name="T0" fmla="*/ 0 w 6"/>
                        <a:gd name="T1" fmla="*/ 2 h 3"/>
                        <a:gd name="T2" fmla="*/ 0 w 6"/>
                        <a:gd name="T3" fmla="*/ 0 h 3"/>
                        <a:gd name="T4" fmla="*/ 5 w 6"/>
                        <a:gd name="T5" fmla="*/ 0 h 3"/>
                        <a:gd name="T6" fmla="*/ 2 w 6"/>
                        <a:gd name="T7" fmla="*/ 3 h 3"/>
                        <a:gd name="T8" fmla="*/ 1 w 6"/>
                        <a:gd name="T9" fmla="*/ 2 h 3"/>
                        <a:gd name="T10" fmla="*/ 0 w 6"/>
                        <a:gd name="T11" fmla="*/ 2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" h="3">
                          <a:moveTo>
                            <a:pt x="0" y="2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5" y="0"/>
                            <a:pt x="5" y="0"/>
                            <a:pt x="5" y="0"/>
                          </a:cubicBezTo>
                          <a:cubicBezTo>
                            <a:pt x="6" y="2"/>
                            <a:pt x="4" y="2"/>
                            <a:pt x="2" y="3"/>
                          </a:cubicBezTo>
                          <a:cubicBezTo>
                            <a:pt x="1" y="2"/>
                            <a:pt x="1" y="2"/>
                            <a:pt x="1" y="2"/>
                          </a:cubicBezTo>
                          <a:lnTo>
                            <a:pt x="0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0" name="Freeform 356"/>
                    <p:cNvSpPr>
                      <a:spLocks/>
                    </p:cNvSpPr>
                    <p:nvPr/>
                  </p:nvSpPr>
                  <p:spPr bwMode="auto">
                    <a:xfrm>
                      <a:off x="838" y="993"/>
                      <a:ext cx="25" cy="90"/>
                    </a:xfrm>
                    <a:custGeom>
                      <a:avLst/>
                      <a:gdLst>
                        <a:gd name="T0" fmla="*/ 3 w 17"/>
                        <a:gd name="T1" fmla="*/ 1 h 62"/>
                        <a:gd name="T2" fmla="*/ 4 w 17"/>
                        <a:gd name="T3" fmla="*/ 0 h 62"/>
                        <a:gd name="T4" fmla="*/ 5 w 17"/>
                        <a:gd name="T5" fmla="*/ 0 h 62"/>
                        <a:gd name="T6" fmla="*/ 5 w 17"/>
                        <a:gd name="T7" fmla="*/ 2 h 62"/>
                        <a:gd name="T8" fmla="*/ 7 w 17"/>
                        <a:gd name="T9" fmla="*/ 3 h 62"/>
                        <a:gd name="T10" fmla="*/ 7 w 17"/>
                        <a:gd name="T11" fmla="*/ 4 h 62"/>
                        <a:gd name="T12" fmla="*/ 14 w 17"/>
                        <a:gd name="T13" fmla="*/ 5 h 62"/>
                        <a:gd name="T14" fmla="*/ 14 w 17"/>
                        <a:gd name="T15" fmla="*/ 6 h 62"/>
                        <a:gd name="T16" fmla="*/ 15 w 17"/>
                        <a:gd name="T17" fmla="*/ 6 h 62"/>
                        <a:gd name="T18" fmla="*/ 12 w 17"/>
                        <a:gd name="T19" fmla="*/ 18 h 62"/>
                        <a:gd name="T20" fmla="*/ 15 w 17"/>
                        <a:gd name="T21" fmla="*/ 20 h 62"/>
                        <a:gd name="T22" fmla="*/ 15 w 17"/>
                        <a:gd name="T23" fmla="*/ 62 h 62"/>
                        <a:gd name="T24" fmla="*/ 2 w 17"/>
                        <a:gd name="T25" fmla="*/ 57 h 62"/>
                        <a:gd name="T26" fmla="*/ 3 w 17"/>
                        <a:gd name="T27" fmla="*/ 57 h 62"/>
                        <a:gd name="T28" fmla="*/ 3 w 17"/>
                        <a:gd name="T29" fmla="*/ 57 h 62"/>
                        <a:gd name="T30" fmla="*/ 3 w 17"/>
                        <a:gd name="T31" fmla="*/ 53 h 62"/>
                        <a:gd name="T32" fmla="*/ 3 w 17"/>
                        <a:gd name="T33" fmla="*/ 52 h 62"/>
                        <a:gd name="T34" fmla="*/ 2 w 17"/>
                        <a:gd name="T35" fmla="*/ 52 h 62"/>
                        <a:gd name="T36" fmla="*/ 3 w 17"/>
                        <a:gd name="T37" fmla="*/ 20 h 62"/>
                        <a:gd name="T38" fmla="*/ 6 w 17"/>
                        <a:gd name="T39" fmla="*/ 9 h 62"/>
                        <a:gd name="T40" fmla="*/ 6 w 17"/>
                        <a:gd name="T41" fmla="*/ 11 h 62"/>
                        <a:gd name="T42" fmla="*/ 8 w 17"/>
                        <a:gd name="T43" fmla="*/ 10 h 62"/>
                        <a:gd name="T44" fmla="*/ 10 w 17"/>
                        <a:gd name="T45" fmla="*/ 13 h 62"/>
                        <a:gd name="T46" fmla="*/ 10 w 17"/>
                        <a:gd name="T47" fmla="*/ 10 h 62"/>
                        <a:gd name="T48" fmla="*/ 7 w 17"/>
                        <a:gd name="T49" fmla="*/ 9 h 62"/>
                        <a:gd name="T50" fmla="*/ 6 w 17"/>
                        <a:gd name="T51" fmla="*/ 9 h 62"/>
                        <a:gd name="T52" fmla="*/ 2 w 17"/>
                        <a:gd name="T53" fmla="*/ 8 h 62"/>
                        <a:gd name="T54" fmla="*/ 2 w 17"/>
                        <a:gd name="T55" fmla="*/ 1 h 62"/>
                        <a:gd name="T56" fmla="*/ 3 w 17"/>
                        <a:gd name="T57" fmla="*/ 1 h 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17" h="62">
                          <a:moveTo>
                            <a:pt x="3" y="1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5" y="0"/>
                            <a:pt x="5" y="0"/>
                            <a:pt x="5" y="0"/>
                          </a:cubicBezTo>
                          <a:cubicBezTo>
                            <a:pt x="5" y="2"/>
                            <a:pt x="5" y="2"/>
                            <a:pt x="5" y="2"/>
                          </a:cubicBezTo>
                          <a:cubicBezTo>
                            <a:pt x="7" y="3"/>
                            <a:pt x="7" y="3"/>
                            <a:pt x="7" y="3"/>
                          </a:cubicBezTo>
                          <a:cubicBezTo>
                            <a:pt x="7" y="4"/>
                            <a:pt x="7" y="4"/>
                            <a:pt x="7" y="4"/>
                          </a:cubicBezTo>
                          <a:cubicBezTo>
                            <a:pt x="7" y="6"/>
                            <a:pt x="12" y="4"/>
                            <a:pt x="14" y="5"/>
                          </a:cubicBezTo>
                          <a:cubicBezTo>
                            <a:pt x="14" y="6"/>
                            <a:pt x="14" y="6"/>
                            <a:pt x="14" y="6"/>
                          </a:cubicBezTo>
                          <a:cubicBezTo>
                            <a:pt x="15" y="6"/>
                            <a:pt x="15" y="6"/>
                            <a:pt x="15" y="6"/>
                          </a:cubicBezTo>
                          <a:cubicBezTo>
                            <a:pt x="15" y="11"/>
                            <a:pt x="17" y="18"/>
                            <a:pt x="12" y="18"/>
                          </a:cubicBezTo>
                          <a:cubicBezTo>
                            <a:pt x="12" y="19"/>
                            <a:pt x="15" y="18"/>
                            <a:pt x="15" y="20"/>
                          </a:cubicBezTo>
                          <a:cubicBezTo>
                            <a:pt x="14" y="34"/>
                            <a:pt x="16" y="45"/>
                            <a:pt x="15" y="62"/>
                          </a:cubicBezTo>
                          <a:cubicBezTo>
                            <a:pt x="10" y="61"/>
                            <a:pt x="4" y="61"/>
                            <a:pt x="2" y="57"/>
                          </a:cubicBezTo>
                          <a:cubicBezTo>
                            <a:pt x="3" y="57"/>
                            <a:pt x="3" y="57"/>
                            <a:pt x="3" y="57"/>
                          </a:cubicBezTo>
                          <a:cubicBezTo>
                            <a:pt x="3" y="57"/>
                            <a:pt x="3" y="57"/>
                            <a:pt x="3" y="57"/>
                          </a:cubicBezTo>
                          <a:cubicBezTo>
                            <a:pt x="5" y="60"/>
                            <a:pt x="6" y="52"/>
                            <a:pt x="3" y="53"/>
                          </a:cubicBezTo>
                          <a:cubicBezTo>
                            <a:pt x="3" y="52"/>
                            <a:pt x="3" y="52"/>
                            <a:pt x="3" y="52"/>
                          </a:cubicBezTo>
                          <a:cubicBezTo>
                            <a:pt x="2" y="52"/>
                            <a:pt x="2" y="52"/>
                            <a:pt x="2" y="52"/>
                          </a:cubicBezTo>
                          <a:cubicBezTo>
                            <a:pt x="1" y="44"/>
                            <a:pt x="3" y="30"/>
                            <a:pt x="3" y="20"/>
                          </a:cubicBezTo>
                          <a:cubicBezTo>
                            <a:pt x="3" y="15"/>
                            <a:pt x="0" y="10"/>
                            <a:pt x="6" y="9"/>
                          </a:cubicBezTo>
                          <a:cubicBezTo>
                            <a:pt x="6" y="11"/>
                            <a:pt x="6" y="11"/>
                            <a:pt x="6" y="11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9" y="13"/>
                            <a:pt x="9" y="13"/>
                            <a:pt x="10" y="13"/>
                          </a:cubicBezTo>
                          <a:cubicBezTo>
                            <a:pt x="10" y="10"/>
                            <a:pt x="10" y="10"/>
                            <a:pt x="10" y="10"/>
                          </a:cubicBezTo>
                          <a:cubicBezTo>
                            <a:pt x="8" y="10"/>
                            <a:pt x="7" y="9"/>
                            <a:pt x="7" y="9"/>
                          </a:cubicBezTo>
                          <a:cubicBezTo>
                            <a:pt x="6" y="9"/>
                            <a:pt x="6" y="9"/>
                            <a:pt x="6" y="9"/>
                          </a:cubicBezTo>
                          <a:cubicBezTo>
                            <a:pt x="6" y="7"/>
                            <a:pt x="4" y="7"/>
                            <a:pt x="2" y="8"/>
                          </a:cubicBezTo>
                          <a:cubicBezTo>
                            <a:pt x="2" y="1"/>
                            <a:pt x="2" y="1"/>
                            <a:pt x="2" y="1"/>
                          </a:cubicBezTo>
                          <a:lnTo>
                            <a:pt x="3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1" name="Freeform 357"/>
                    <p:cNvSpPr>
                      <a:spLocks/>
                    </p:cNvSpPr>
                    <p:nvPr/>
                  </p:nvSpPr>
                  <p:spPr bwMode="auto">
                    <a:xfrm>
                      <a:off x="904" y="990"/>
                      <a:ext cx="6" cy="6"/>
                    </a:xfrm>
                    <a:custGeom>
                      <a:avLst/>
                      <a:gdLst>
                        <a:gd name="T0" fmla="*/ 4 w 4"/>
                        <a:gd name="T1" fmla="*/ 1 h 4"/>
                        <a:gd name="T2" fmla="*/ 4 w 4"/>
                        <a:gd name="T3" fmla="*/ 2 h 4"/>
                        <a:gd name="T4" fmla="*/ 3 w 4"/>
                        <a:gd name="T5" fmla="*/ 3 h 4"/>
                        <a:gd name="T6" fmla="*/ 3 w 4"/>
                        <a:gd name="T7" fmla="*/ 4 h 4"/>
                        <a:gd name="T8" fmla="*/ 0 w 4"/>
                        <a:gd name="T9" fmla="*/ 4 h 4"/>
                        <a:gd name="T10" fmla="*/ 1 w 4"/>
                        <a:gd name="T11" fmla="*/ 0 h 4"/>
                        <a:gd name="T12" fmla="*/ 2 w 4"/>
                        <a:gd name="T13" fmla="*/ 1 h 4"/>
                        <a:gd name="T14" fmla="*/ 4 w 4"/>
                        <a:gd name="T15" fmla="*/ 1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" h="4">
                          <a:moveTo>
                            <a:pt x="4" y="1"/>
                          </a:moveTo>
                          <a:cubicBezTo>
                            <a:pt x="4" y="2"/>
                            <a:pt x="4" y="2"/>
                            <a:pt x="4" y="2"/>
                          </a:cubicBezTo>
                          <a:cubicBezTo>
                            <a:pt x="3" y="3"/>
                            <a:pt x="3" y="3"/>
                            <a:pt x="3" y="3"/>
                          </a:cubicBezTo>
                          <a:cubicBezTo>
                            <a:pt x="3" y="4"/>
                            <a:pt x="3" y="4"/>
                            <a:pt x="3" y="4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0" y="1"/>
                            <a:pt x="1" y="0"/>
                          </a:cubicBezTo>
                          <a:cubicBezTo>
                            <a:pt x="2" y="1"/>
                            <a:pt x="2" y="1"/>
                            <a:pt x="2" y="1"/>
                          </a:cubicBezTo>
                          <a:lnTo>
                            <a:pt x="4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2" name="Freeform 358"/>
                    <p:cNvSpPr>
                      <a:spLocks/>
                    </p:cNvSpPr>
                    <p:nvPr/>
                  </p:nvSpPr>
                  <p:spPr bwMode="auto">
                    <a:xfrm>
                      <a:off x="904" y="997"/>
                      <a:ext cx="10" cy="12"/>
                    </a:xfrm>
                    <a:custGeom>
                      <a:avLst/>
                      <a:gdLst>
                        <a:gd name="T0" fmla="*/ 5 w 7"/>
                        <a:gd name="T1" fmla="*/ 2 h 8"/>
                        <a:gd name="T2" fmla="*/ 7 w 7"/>
                        <a:gd name="T3" fmla="*/ 1 h 8"/>
                        <a:gd name="T4" fmla="*/ 7 w 7"/>
                        <a:gd name="T5" fmla="*/ 5 h 8"/>
                        <a:gd name="T6" fmla="*/ 4 w 7"/>
                        <a:gd name="T7" fmla="*/ 5 h 8"/>
                        <a:gd name="T8" fmla="*/ 4 w 7"/>
                        <a:gd name="T9" fmla="*/ 8 h 8"/>
                        <a:gd name="T10" fmla="*/ 1 w 7"/>
                        <a:gd name="T11" fmla="*/ 8 h 8"/>
                        <a:gd name="T12" fmla="*/ 2 w 7"/>
                        <a:gd name="T13" fmla="*/ 6 h 8"/>
                        <a:gd name="T14" fmla="*/ 1 w 7"/>
                        <a:gd name="T15" fmla="*/ 5 h 8"/>
                        <a:gd name="T16" fmla="*/ 4 w 7"/>
                        <a:gd name="T17" fmla="*/ 0 h 8"/>
                        <a:gd name="T18" fmla="*/ 5 w 7"/>
                        <a:gd name="T19" fmla="*/ 2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" h="8">
                          <a:moveTo>
                            <a:pt x="5" y="2"/>
                          </a:moveTo>
                          <a:cubicBezTo>
                            <a:pt x="7" y="1"/>
                            <a:pt x="7" y="1"/>
                            <a:pt x="7" y="1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4" y="5"/>
                            <a:pt x="4" y="5"/>
                            <a:pt x="4" y="5"/>
                          </a:cubicBezTo>
                          <a:cubicBezTo>
                            <a:pt x="4" y="8"/>
                            <a:pt x="4" y="8"/>
                            <a:pt x="4" y="8"/>
                          </a:cubicBezTo>
                          <a:cubicBezTo>
                            <a:pt x="1" y="8"/>
                            <a:pt x="1" y="8"/>
                            <a:pt x="1" y="8"/>
                          </a:cubicBezTo>
                          <a:cubicBezTo>
                            <a:pt x="2" y="6"/>
                            <a:pt x="2" y="6"/>
                            <a:pt x="2" y="6"/>
                          </a:cubicBezTo>
                          <a:cubicBezTo>
                            <a:pt x="1" y="5"/>
                            <a:pt x="1" y="5"/>
                            <a:pt x="1" y="5"/>
                          </a:cubicBezTo>
                          <a:cubicBezTo>
                            <a:pt x="0" y="0"/>
                            <a:pt x="2" y="1"/>
                            <a:pt x="4" y="0"/>
                          </a:cubicBezTo>
                          <a:lnTo>
                            <a:pt x="5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3" name="Freeform 359"/>
                    <p:cNvSpPr>
                      <a:spLocks/>
                    </p:cNvSpPr>
                    <p:nvPr/>
                  </p:nvSpPr>
                  <p:spPr bwMode="auto">
                    <a:xfrm>
                      <a:off x="892" y="1012"/>
                      <a:ext cx="22" cy="82"/>
                    </a:xfrm>
                    <a:custGeom>
                      <a:avLst/>
                      <a:gdLst>
                        <a:gd name="T0" fmla="*/ 13 w 15"/>
                        <a:gd name="T1" fmla="*/ 2 h 56"/>
                        <a:gd name="T2" fmla="*/ 15 w 15"/>
                        <a:gd name="T3" fmla="*/ 1 h 56"/>
                        <a:gd name="T4" fmla="*/ 15 w 15"/>
                        <a:gd name="T5" fmla="*/ 7 h 56"/>
                        <a:gd name="T6" fmla="*/ 9 w 15"/>
                        <a:gd name="T7" fmla="*/ 7 h 56"/>
                        <a:gd name="T8" fmla="*/ 15 w 15"/>
                        <a:gd name="T9" fmla="*/ 13 h 56"/>
                        <a:gd name="T10" fmla="*/ 15 w 15"/>
                        <a:gd name="T11" fmla="*/ 22 h 56"/>
                        <a:gd name="T12" fmla="*/ 13 w 15"/>
                        <a:gd name="T13" fmla="*/ 22 h 56"/>
                        <a:gd name="T14" fmla="*/ 12 w 15"/>
                        <a:gd name="T15" fmla="*/ 23 h 56"/>
                        <a:gd name="T16" fmla="*/ 9 w 15"/>
                        <a:gd name="T17" fmla="*/ 24 h 56"/>
                        <a:gd name="T18" fmla="*/ 12 w 15"/>
                        <a:gd name="T19" fmla="*/ 24 h 56"/>
                        <a:gd name="T20" fmla="*/ 13 w 15"/>
                        <a:gd name="T21" fmla="*/ 25 h 56"/>
                        <a:gd name="T22" fmla="*/ 15 w 15"/>
                        <a:gd name="T23" fmla="*/ 25 h 56"/>
                        <a:gd name="T24" fmla="*/ 15 w 15"/>
                        <a:gd name="T25" fmla="*/ 28 h 56"/>
                        <a:gd name="T26" fmla="*/ 12 w 15"/>
                        <a:gd name="T27" fmla="*/ 27 h 56"/>
                        <a:gd name="T28" fmla="*/ 15 w 15"/>
                        <a:gd name="T29" fmla="*/ 48 h 56"/>
                        <a:gd name="T30" fmla="*/ 9 w 15"/>
                        <a:gd name="T31" fmla="*/ 48 h 56"/>
                        <a:gd name="T32" fmla="*/ 15 w 15"/>
                        <a:gd name="T33" fmla="*/ 54 h 56"/>
                        <a:gd name="T34" fmla="*/ 1 w 15"/>
                        <a:gd name="T35" fmla="*/ 53 h 56"/>
                        <a:gd name="T36" fmla="*/ 4 w 15"/>
                        <a:gd name="T37" fmla="*/ 38 h 56"/>
                        <a:gd name="T38" fmla="*/ 1 w 15"/>
                        <a:gd name="T39" fmla="*/ 36 h 56"/>
                        <a:gd name="T40" fmla="*/ 2 w 15"/>
                        <a:gd name="T41" fmla="*/ 23 h 56"/>
                        <a:gd name="T42" fmla="*/ 1 w 15"/>
                        <a:gd name="T43" fmla="*/ 18 h 56"/>
                        <a:gd name="T44" fmla="*/ 2 w 15"/>
                        <a:gd name="T45" fmla="*/ 18 h 56"/>
                        <a:gd name="T46" fmla="*/ 2 w 15"/>
                        <a:gd name="T47" fmla="*/ 17 h 56"/>
                        <a:gd name="T48" fmla="*/ 2 w 15"/>
                        <a:gd name="T49" fmla="*/ 16 h 56"/>
                        <a:gd name="T50" fmla="*/ 2 w 15"/>
                        <a:gd name="T51" fmla="*/ 15 h 56"/>
                        <a:gd name="T52" fmla="*/ 1 w 15"/>
                        <a:gd name="T53" fmla="*/ 15 h 56"/>
                        <a:gd name="T54" fmla="*/ 1 w 15"/>
                        <a:gd name="T55" fmla="*/ 3 h 56"/>
                        <a:gd name="T56" fmla="*/ 2 w 15"/>
                        <a:gd name="T57" fmla="*/ 4 h 56"/>
                        <a:gd name="T58" fmla="*/ 2 w 15"/>
                        <a:gd name="T59" fmla="*/ 2 h 56"/>
                        <a:gd name="T60" fmla="*/ 12 w 15"/>
                        <a:gd name="T61" fmla="*/ 1 h 56"/>
                        <a:gd name="T62" fmla="*/ 13 w 15"/>
                        <a:gd name="T63" fmla="*/ 2 h 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</a:cxnLst>
                      <a:rect l="0" t="0" r="r" b="b"/>
                      <a:pathLst>
                        <a:path w="15" h="56">
                          <a:moveTo>
                            <a:pt x="13" y="2"/>
                          </a:moveTo>
                          <a:cubicBezTo>
                            <a:pt x="15" y="1"/>
                            <a:pt x="15" y="1"/>
                            <a:pt x="15" y="1"/>
                          </a:cubicBezTo>
                          <a:cubicBezTo>
                            <a:pt x="15" y="4"/>
                            <a:pt x="12" y="6"/>
                            <a:pt x="15" y="7"/>
                          </a:cubicBezTo>
                          <a:cubicBezTo>
                            <a:pt x="13" y="10"/>
                            <a:pt x="11" y="6"/>
                            <a:pt x="9" y="7"/>
                          </a:cubicBezTo>
                          <a:cubicBezTo>
                            <a:pt x="9" y="10"/>
                            <a:pt x="10" y="13"/>
                            <a:pt x="15" y="13"/>
                          </a:cubicBezTo>
                          <a:cubicBezTo>
                            <a:pt x="15" y="22"/>
                            <a:pt x="15" y="22"/>
                            <a:pt x="15" y="22"/>
                          </a:cubicBezTo>
                          <a:cubicBezTo>
                            <a:pt x="13" y="22"/>
                            <a:pt x="13" y="22"/>
                            <a:pt x="13" y="22"/>
                          </a:cubicBezTo>
                          <a:cubicBezTo>
                            <a:pt x="12" y="23"/>
                            <a:pt x="12" y="23"/>
                            <a:pt x="12" y="23"/>
                          </a:cubicBezTo>
                          <a:cubicBezTo>
                            <a:pt x="11" y="22"/>
                            <a:pt x="9" y="22"/>
                            <a:pt x="9" y="24"/>
                          </a:cubicBezTo>
                          <a:cubicBezTo>
                            <a:pt x="12" y="24"/>
                            <a:pt x="12" y="24"/>
                            <a:pt x="12" y="24"/>
                          </a:cubicBezTo>
                          <a:cubicBezTo>
                            <a:pt x="13" y="25"/>
                            <a:pt x="13" y="25"/>
                            <a:pt x="13" y="25"/>
                          </a:cubicBezTo>
                          <a:cubicBezTo>
                            <a:pt x="15" y="25"/>
                            <a:pt x="15" y="25"/>
                            <a:pt x="15" y="25"/>
                          </a:cubicBezTo>
                          <a:cubicBezTo>
                            <a:pt x="15" y="28"/>
                            <a:pt x="15" y="28"/>
                            <a:pt x="15" y="28"/>
                          </a:cubicBezTo>
                          <a:cubicBezTo>
                            <a:pt x="13" y="28"/>
                            <a:pt x="13" y="27"/>
                            <a:pt x="12" y="27"/>
                          </a:cubicBezTo>
                          <a:cubicBezTo>
                            <a:pt x="15" y="32"/>
                            <a:pt x="15" y="40"/>
                            <a:pt x="15" y="48"/>
                          </a:cubicBezTo>
                          <a:cubicBezTo>
                            <a:pt x="14" y="52"/>
                            <a:pt x="11" y="44"/>
                            <a:pt x="9" y="48"/>
                          </a:cubicBezTo>
                          <a:cubicBezTo>
                            <a:pt x="11" y="49"/>
                            <a:pt x="12" y="53"/>
                            <a:pt x="15" y="54"/>
                          </a:cubicBezTo>
                          <a:cubicBezTo>
                            <a:pt x="11" y="56"/>
                            <a:pt x="5" y="53"/>
                            <a:pt x="1" y="53"/>
                          </a:cubicBezTo>
                          <a:cubicBezTo>
                            <a:pt x="0" y="47"/>
                            <a:pt x="2" y="42"/>
                            <a:pt x="4" y="38"/>
                          </a:cubicBezTo>
                          <a:cubicBezTo>
                            <a:pt x="3" y="37"/>
                            <a:pt x="4" y="35"/>
                            <a:pt x="1" y="36"/>
                          </a:cubicBezTo>
                          <a:cubicBezTo>
                            <a:pt x="1" y="31"/>
                            <a:pt x="0" y="25"/>
                            <a:pt x="2" y="23"/>
                          </a:cubicBezTo>
                          <a:cubicBezTo>
                            <a:pt x="3" y="20"/>
                            <a:pt x="0" y="21"/>
                            <a:pt x="1" y="18"/>
                          </a:cubicBezTo>
                          <a:cubicBezTo>
                            <a:pt x="2" y="18"/>
                            <a:pt x="2" y="18"/>
                            <a:pt x="2" y="18"/>
                          </a:cubicBezTo>
                          <a:cubicBezTo>
                            <a:pt x="2" y="17"/>
                            <a:pt x="2" y="17"/>
                            <a:pt x="2" y="17"/>
                          </a:cubicBezTo>
                          <a:cubicBezTo>
                            <a:pt x="6" y="18"/>
                            <a:pt x="6" y="15"/>
                            <a:pt x="2" y="16"/>
                          </a:cubicBezTo>
                          <a:cubicBezTo>
                            <a:pt x="2" y="15"/>
                            <a:pt x="2" y="15"/>
                            <a:pt x="2" y="15"/>
                          </a:cubicBezTo>
                          <a:cubicBezTo>
                            <a:pt x="1" y="15"/>
                            <a:pt x="1" y="15"/>
                            <a:pt x="1" y="15"/>
                          </a:cubicBezTo>
                          <a:cubicBezTo>
                            <a:pt x="1" y="3"/>
                            <a:pt x="1" y="3"/>
                            <a:pt x="1" y="3"/>
                          </a:cubicBezTo>
                          <a:cubicBezTo>
                            <a:pt x="2" y="4"/>
                            <a:pt x="2" y="4"/>
                            <a:pt x="2" y="4"/>
                          </a:cubicBezTo>
                          <a:cubicBezTo>
                            <a:pt x="2" y="2"/>
                            <a:pt x="2" y="2"/>
                            <a:pt x="2" y="2"/>
                          </a:cubicBezTo>
                          <a:cubicBezTo>
                            <a:pt x="7" y="3"/>
                            <a:pt x="8" y="0"/>
                            <a:pt x="12" y="1"/>
                          </a:cubicBezTo>
                          <a:lnTo>
                            <a:pt x="13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4" name="Freeform 360"/>
                    <p:cNvSpPr>
                      <a:spLocks/>
                    </p:cNvSpPr>
                    <p:nvPr/>
                  </p:nvSpPr>
                  <p:spPr bwMode="auto">
                    <a:xfrm>
                      <a:off x="894" y="1000"/>
                      <a:ext cx="13" cy="16"/>
                    </a:xfrm>
                    <a:custGeom>
                      <a:avLst/>
                      <a:gdLst>
                        <a:gd name="T0" fmla="*/ 1 w 9"/>
                        <a:gd name="T1" fmla="*/ 7 h 11"/>
                        <a:gd name="T2" fmla="*/ 0 w 9"/>
                        <a:gd name="T3" fmla="*/ 8 h 11"/>
                        <a:gd name="T4" fmla="*/ 0 w 9"/>
                        <a:gd name="T5" fmla="*/ 0 h 11"/>
                        <a:gd name="T6" fmla="*/ 8 w 9"/>
                        <a:gd name="T7" fmla="*/ 3 h 11"/>
                        <a:gd name="T8" fmla="*/ 7 w 9"/>
                        <a:gd name="T9" fmla="*/ 5 h 11"/>
                        <a:gd name="T10" fmla="*/ 8 w 9"/>
                        <a:gd name="T11" fmla="*/ 6 h 11"/>
                        <a:gd name="T12" fmla="*/ 1 w 9"/>
                        <a:gd name="T13" fmla="*/ 9 h 11"/>
                        <a:gd name="T14" fmla="*/ 1 w 9"/>
                        <a:gd name="T15" fmla="*/ 7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9" h="11">
                          <a:moveTo>
                            <a:pt x="1" y="7"/>
                          </a:moveTo>
                          <a:cubicBezTo>
                            <a:pt x="0" y="8"/>
                            <a:pt x="0" y="8"/>
                            <a:pt x="0" y="8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" y="1"/>
                            <a:pt x="4" y="3"/>
                            <a:pt x="8" y="3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8" y="6"/>
                            <a:pt x="8" y="6"/>
                            <a:pt x="8" y="6"/>
                          </a:cubicBezTo>
                          <a:cubicBezTo>
                            <a:pt x="9" y="11"/>
                            <a:pt x="4" y="6"/>
                            <a:pt x="1" y="9"/>
                          </a:cubicBezTo>
                          <a:lnTo>
                            <a:pt x="1" y="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5" name="Freeform 361"/>
                    <p:cNvSpPr>
                      <a:spLocks/>
                    </p:cNvSpPr>
                    <p:nvPr/>
                  </p:nvSpPr>
                  <p:spPr bwMode="auto">
                    <a:xfrm>
                      <a:off x="997" y="335"/>
                      <a:ext cx="2" cy="11"/>
                    </a:xfrm>
                    <a:custGeom>
                      <a:avLst/>
                      <a:gdLst>
                        <a:gd name="T0" fmla="*/ 1 w 1"/>
                        <a:gd name="T1" fmla="*/ 8 h 8"/>
                        <a:gd name="T2" fmla="*/ 0 w 1"/>
                        <a:gd name="T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8">
                          <a:moveTo>
                            <a:pt x="1" y="8"/>
                          </a:moveTo>
                          <a:cubicBezTo>
                            <a:pt x="0" y="5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6" name="Freeform 362"/>
                    <p:cNvSpPr>
                      <a:spLocks/>
                    </p:cNvSpPr>
                    <p:nvPr/>
                  </p:nvSpPr>
                  <p:spPr bwMode="auto">
                    <a:xfrm>
                      <a:off x="1008" y="247"/>
                      <a:ext cx="4" cy="0"/>
                    </a:xfrm>
                    <a:custGeom>
                      <a:avLst/>
                      <a:gdLst>
                        <a:gd name="T0" fmla="*/ 3 w 3"/>
                        <a:gd name="T1" fmla="*/ 0 w 3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3">
                          <a:moveTo>
                            <a:pt x="3" y="0"/>
                          </a:moveTo>
                          <a:cubicBezTo>
                            <a:pt x="2" y="0"/>
                            <a:pt x="1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7" name="Freeform 363"/>
                    <p:cNvSpPr>
                      <a:spLocks/>
                    </p:cNvSpPr>
                    <p:nvPr/>
                  </p:nvSpPr>
                  <p:spPr bwMode="auto">
                    <a:xfrm>
                      <a:off x="1015" y="232"/>
                      <a:ext cx="0" cy="15"/>
                    </a:xfrm>
                    <a:custGeom>
                      <a:avLst/>
                      <a:gdLst>
                        <a:gd name="T0" fmla="*/ 10 h 10"/>
                        <a:gd name="T1" fmla="*/ 0 h 10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10">
                          <a:moveTo>
                            <a:pt x="0" y="10"/>
                          </a:moveTo>
                          <a:cubicBezTo>
                            <a:pt x="0" y="7"/>
                            <a:pt x="0" y="3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8" name="Freeform 364"/>
                    <p:cNvSpPr>
                      <a:spLocks/>
                    </p:cNvSpPr>
                    <p:nvPr/>
                  </p:nvSpPr>
                  <p:spPr bwMode="auto">
                    <a:xfrm>
                      <a:off x="841" y="264"/>
                      <a:ext cx="5" cy="5"/>
                    </a:xfrm>
                    <a:custGeom>
                      <a:avLst/>
                      <a:gdLst>
                        <a:gd name="T0" fmla="*/ 3 w 3"/>
                        <a:gd name="T1" fmla="*/ 0 h 3"/>
                        <a:gd name="T2" fmla="*/ 0 w 3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3" y="0"/>
                          </a:moveTo>
                          <a:cubicBezTo>
                            <a:pt x="2" y="1"/>
                            <a:pt x="1" y="1"/>
                            <a:pt x="0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9" name="Freeform 365"/>
                    <p:cNvSpPr>
                      <a:spLocks/>
                    </p:cNvSpPr>
                    <p:nvPr/>
                  </p:nvSpPr>
                  <p:spPr bwMode="auto">
                    <a:xfrm>
                      <a:off x="843" y="257"/>
                      <a:ext cx="4" cy="4"/>
                    </a:xfrm>
                    <a:custGeom>
                      <a:avLst/>
                      <a:gdLst>
                        <a:gd name="T0" fmla="*/ 3 w 3"/>
                        <a:gd name="T1" fmla="*/ 3 h 3"/>
                        <a:gd name="T2" fmla="*/ 0 w 3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3" y="3"/>
                          </a:moveTo>
                          <a:cubicBezTo>
                            <a:pt x="2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0" name="Freeform 366"/>
                    <p:cNvSpPr>
                      <a:spLocks/>
                    </p:cNvSpPr>
                    <p:nvPr/>
                  </p:nvSpPr>
                  <p:spPr bwMode="auto">
                    <a:xfrm>
                      <a:off x="856" y="254"/>
                      <a:ext cx="1" cy="6"/>
                    </a:xfrm>
                    <a:custGeom>
                      <a:avLst/>
                      <a:gdLst>
                        <a:gd name="T0" fmla="*/ 0 w 1"/>
                        <a:gd name="T1" fmla="*/ 4 h 4"/>
                        <a:gd name="T2" fmla="*/ 0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0" y="4"/>
                          </a:moveTo>
                          <a:cubicBezTo>
                            <a:pt x="1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1" name="Freeform 367"/>
                    <p:cNvSpPr>
                      <a:spLocks/>
                    </p:cNvSpPr>
                    <p:nvPr/>
                  </p:nvSpPr>
                  <p:spPr bwMode="auto">
                    <a:xfrm>
                      <a:off x="786" y="380"/>
                      <a:ext cx="1" cy="4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0" y="2"/>
                            <a:pt x="0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2" name="Freeform 368"/>
                    <p:cNvSpPr>
                      <a:spLocks/>
                    </p:cNvSpPr>
                    <p:nvPr/>
                  </p:nvSpPr>
                  <p:spPr bwMode="auto">
                    <a:xfrm>
                      <a:off x="784" y="358"/>
                      <a:ext cx="2" cy="9"/>
                    </a:xfrm>
                    <a:custGeom>
                      <a:avLst/>
                      <a:gdLst>
                        <a:gd name="T0" fmla="*/ 1 w 1"/>
                        <a:gd name="T1" fmla="*/ 6 h 6"/>
                        <a:gd name="T2" fmla="*/ 1 w 1"/>
                        <a:gd name="T3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6">
                          <a:moveTo>
                            <a:pt x="1" y="6"/>
                          </a:moveTo>
                          <a:cubicBezTo>
                            <a:pt x="0" y="4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3" name="Freeform 369"/>
                    <p:cNvSpPr>
                      <a:spLocks/>
                    </p:cNvSpPr>
                    <p:nvPr/>
                  </p:nvSpPr>
                  <p:spPr bwMode="auto">
                    <a:xfrm>
                      <a:off x="793" y="261"/>
                      <a:ext cx="1" cy="5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4" name="Freeform 370"/>
                    <p:cNvSpPr>
                      <a:spLocks/>
                    </p:cNvSpPr>
                    <p:nvPr/>
                  </p:nvSpPr>
                  <p:spPr bwMode="auto">
                    <a:xfrm>
                      <a:off x="799" y="280"/>
                      <a:ext cx="3" cy="3"/>
                    </a:xfrm>
                    <a:custGeom>
                      <a:avLst/>
                      <a:gdLst>
                        <a:gd name="T0" fmla="*/ 2 w 2"/>
                        <a:gd name="T1" fmla="*/ 2 h 2"/>
                        <a:gd name="T2" fmla="*/ 0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2" y="2"/>
                          </a:moveTo>
                          <a:cubicBezTo>
                            <a:pt x="1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5" name="Freeform 371"/>
                    <p:cNvSpPr>
                      <a:spLocks/>
                    </p:cNvSpPr>
                    <p:nvPr/>
                  </p:nvSpPr>
                  <p:spPr bwMode="auto">
                    <a:xfrm>
                      <a:off x="790" y="292"/>
                      <a:ext cx="0" cy="3"/>
                    </a:xfrm>
                    <a:custGeom>
                      <a:avLst/>
                      <a:gdLst>
                        <a:gd name="T0" fmla="*/ 0 h 2"/>
                        <a:gd name="T1" fmla="*/ 2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0"/>
                          </a:moveTo>
                          <a:cubicBezTo>
                            <a:pt x="0" y="0"/>
                            <a:pt x="0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6" name="Freeform 372"/>
                    <p:cNvSpPr>
                      <a:spLocks/>
                    </p:cNvSpPr>
                    <p:nvPr/>
                  </p:nvSpPr>
                  <p:spPr bwMode="auto">
                    <a:xfrm>
                      <a:off x="796" y="321"/>
                      <a:ext cx="1" cy="5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7" name="Freeform 373"/>
                    <p:cNvSpPr>
                      <a:spLocks/>
                    </p:cNvSpPr>
                    <p:nvPr/>
                  </p:nvSpPr>
                  <p:spPr bwMode="auto">
                    <a:xfrm>
                      <a:off x="802" y="339"/>
                      <a:ext cx="1" cy="9"/>
                    </a:xfrm>
                    <a:custGeom>
                      <a:avLst/>
                      <a:gdLst>
                        <a:gd name="T0" fmla="*/ 0 w 1"/>
                        <a:gd name="T1" fmla="*/ 6 h 6"/>
                        <a:gd name="T2" fmla="*/ 0 w 1"/>
                        <a:gd name="T3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6">
                          <a:moveTo>
                            <a:pt x="0" y="6"/>
                          </a:moveTo>
                          <a:cubicBezTo>
                            <a:pt x="1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8" name="Freeform 374"/>
                    <p:cNvSpPr>
                      <a:spLocks/>
                    </p:cNvSpPr>
                    <p:nvPr/>
                  </p:nvSpPr>
                  <p:spPr bwMode="auto">
                    <a:xfrm>
                      <a:off x="1104" y="269"/>
                      <a:ext cx="2" cy="6"/>
                    </a:xfrm>
                    <a:custGeom>
                      <a:avLst/>
                      <a:gdLst>
                        <a:gd name="T0" fmla="*/ 1 w 1"/>
                        <a:gd name="T1" fmla="*/ 4 h 4"/>
                        <a:gd name="T2" fmla="*/ 1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1" y="4"/>
                          </a:moveTo>
                          <a:cubicBezTo>
                            <a:pt x="0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9" name="Freeform 375"/>
                    <p:cNvSpPr>
                      <a:spLocks/>
                    </p:cNvSpPr>
                    <p:nvPr/>
                  </p:nvSpPr>
                  <p:spPr bwMode="auto">
                    <a:xfrm>
                      <a:off x="1113" y="272"/>
                      <a:ext cx="0" cy="4"/>
                    </a:xfrm>
                    <a:custGeom>
                      <a:avLst/>
                      <a:gdLst>
                        <a:gd name="T0" fmla="*/ 4 h 4"/>
                        <a:gd name="T1" fmla="*/ 0 h 4"/>
                        <a:gd name="T2" fmla="*/ 4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lnTo>
                            <a:pt x="0" y="0"/>
                          </a:lnTo>
                          <a:lnTo>
                            <a:pt x="0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0" name="Line 37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13" y="272"/>
                      <a:ext cx="0" cy="4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1" name="Freeform 377"/>
                    <p:cNvSpPr>
                      <a:spLocks/>
                    </p:cNvSpPr>
                    <p:nvPr/>
                  </p:nvSpPr>
                  <p:spPr bwMode="auto">
                    <a:xfrm>
                      <a:off x="1120" y="269"/>
                      <a:ext cx="2" cy="7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1" y="3"/>
                            <a:pt x="1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2" name="Freeform 378"/>
                    <p:cNvSpPr>
                      <a:spLocks/>
                    </p:cNvSpPr>
                    <p:nvPr/>
                  </p:nvSpPr>
                  <p:spPr bwMode="auto">
                    <a:xfrm>
                      <a:off x="1120" y="288"/>
                      <a:ext cx="3" cy="10"/>
                    </a:xfrm>
                    <a:custGeom>
                      <a:avLst/>
                      <a:gdLst>
                        <a:gd name="T0" fmla="*/ 0 w 2"/>
                        <a:gd name="T1" fmla="*/ 7 h 7"/>
                        <a:gd name="T2" fmla="*/ 0 w 2"/>
                        <a:gd name="T3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7">
                          <a:moveTo>
                            <a:pt x="0" y="7"/>
                          </a:moveTo>
                          <a:cubicBezTo>
                            <a:pt x="2" y="5"/>
                            <a:pt x="2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3" name="Freeform 379"/>
                    <p:cNvSpPr>
                      <a:spLocks/>
                    </p:cNvSpPr>
                    <p:nvPr/>
                  </p:nvSpPr>
                  <p:spPr bwMode="auto">
                    <a:xfrm>
                      <a:off x="1122" y="301"/>
                      <a:ext cx="0" cy="6"/>
                    </a:xfrm>
                    <a:custGeom>
                      <a:avLst/>
                      <a:gdLst>
                        <a:gd name="T0" fmla="*/ 4 h 4"/>
                        <a:gd name="T1" fmla="*/ 0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4" name="Freeform 380"/>
                    <p:cNvSpPr>
                      <a:spLocks/>
                    </p:cNvSpPr>
                    <p:nvPr/>
                  </p:nvSpPr>
                  <p:spPr bwMode="auto">
                    <a:xfrm>
                      <a:off x="1122" y="329"/>
                      <a:ext cx="0" cy="6"/>
                    </a:xfrm>
                    <a:custGeom>
                      <a:avLst/>
                      <a:gdLst>
                        <a:gd name="T0" fmla="*/ 4 h 4"/>
                        <a:gd name="T1" fmla="*/ 0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5" name="Freeform 381"/>
                    <p:cNvSpPr>
                      <a:spLocks/>
                    </p:cNvSpPr>
                    <p:nvPr/>
                  </p:nvSpPr>
                  <p:spPr bwMode="auto">
                    <a:xfrm>
                      <a:off x="1114" y="371"/>
                      <a:ext cx="2" cy="5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1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6" name="Freeform 382"/>
                    <p:cNvSpPr>
                      <a:spLocks/>
                    </p:cNvSpPr>
                    <p:nvPr/>
                  </p:nvSpPr>
                  <p:spPr bwMode="auto">
                    <a:xfrm>
                      <a:off x="746" y="273"/>
                      <a:ext cx="3" cy="0"/>
                    </a:xfrm>
                    <a:custGeom>
                      <a:avLst/>
                      <a:gdLst>
                        <a:gd name="T0" fmla="*/ 2 w 2"/>
                        <a:gd name="T1" fmla="*/ 0 w 2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2">
                          <a:moveTo>
                            <a:pt x="2" y="0"/>
                          </a:moveTo>
                          <a:cubicBezTo>
                            <a:pt x="1" y="0"/>
                            <a:pt x="0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7" name="Freeform 383"/>
                    <p:cNvSpPr>
                      <a:spLocks/>
                    </p:cNvSpPr>
                    <p:nvPr/>
                  </p:nvSpPr>
                  <p:spPr bwMode="auto">
                    <a:xfrm>
                      <a:off x="1157" y="381"/>
                      <a:ext cx="14" cy="8"/>
                    </a:xfrm>
                    <a:custGeom>
                      <a:avLst/>
                      <a:gdLst>
                        <a:gd name="T0" fmla="*/ 10 w 10"/>
                        <a:gd name="T1" fmla="*/ 5 h 5"/>
                        <a:gd name="T2" fmla="*/ 1 w 10"/>
                        <a:gd name="T3" fmla="*/ 5 h 5"/>
                        <a:gd name="T4" fmla="*/ 0 w 10"/>
                        <a:gd name="T5" fmla="*/ 1 h 5"/>
                        <a:gd name="T6" fmla="*/ 1 w 10"/>
                        <a:gd name="T7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10" h="5">
                          <a:moveTo>
                            <a:pt x="10" y="5"/>
                          </a:moveTo>
                          <a:cubicBezTo>
                            <a:pt x="7" y="5"/>
                            <a:pt x="4" y="5"/>
                            <a:pt x="1" y="5"/>
                          </a:cubicBezTo>
                          <a:cubicBezTo>
                            <a:pt x="0" y="4"/>
                            <a:pt x="0" y="2"/>
                            <a:pt x="0" y="1"/>
                          </a:cubicBezTo>
                          <a:cubicBezTo>
                            <a:pt x="0" y="0"/>
                            <a:pt x="1" y="0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8" name="Freeform 384"/>
                    <p:cNvSpPr>
                      <a:spLocks/>
                    </p:cNvSpPr>
                    <p:nvPr/>
                  </p:nvSpPr>
                  <p:spPr bwMode="auto">
                    <a:xfrm>
                      <a:off x="749" y="295"/>
                      <a:ext cx="2" cy="9"/>
                    </a:xfrm>
                    <a:custGeom>
                      <a:avLst/>
                      <a:gdLst>
                        <a:gd name="T0" fmla="*/ 0 w 1"/>
                        <a:gd name="T1" fmla="*/ 0 h 6"/>
                        <a:gd name="T2" fmla="*/ 0 w 1"/>
                        <a:gd name="T3" fmla="*/ 6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6">
                          <a:moveTo>
                            <a:pt x="0" y="0"/>
                          </a:moveTo>
                          <a:cubicBezTo>
                            <a:pt x="0" y="2"/>
                            <a:pt x="1" y="4"/>
                            <a:pt x="0" y="6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9" name="Freeform 385"/>
                    <p:cNvSpPr>
                      <a:spLocks/>
                    </p:cNvSpPr>
                    <p:nvPr/>
                  </p:nvSpPr>
                  <p:spPr bwMode="auto">
                    <a:xfrm>
                      <a:off x="742" y="285"/>
                      <a:ext cx="9" cy="10"/>
                    </a:xfrm>
                    <a:custGeom>
                      <a:avLst/>
                      <a:gdLst>
                        <a:gd name="T0" fmla="*/ 5 w 6"/>
                        <a:gd name="T1" fmla="*/ 7 h 7"/>
                        <a:gd name="T2" fmla="*/ 3 w 6"/>
                        <a:gd name="T3" fmla="*/ 1 h 7"/>
                        <a:gd name="T4" fmla="*/ 0 w 6"/>
                        <a:gd name="T5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5" y="7"/>
                          </a:moveTo>
                          <a:cubicBezTo>
                            <a:pt x="6" y="5"/>
                            <a:pt x="5" y="3"/>
                            <a:pt x="3" y="1"/>
                          </a:cubicBezTo>
                          <a:cubicBezTo>
                            <a:pt x="2" y="1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0" name="Freeform 386"/>
                    <p:cNvSpPr>
                      <a:spLocks/>
                    </p:cNvSpPr>
                    <p:nvPr/>
                  </p:nvSpPr>
                  <p:spPr bwMode="auto">
                    <a:xfrm>
                      <a:off x="740" y="294"/>
                      <a:ext cx="9" cy="1"/>
                    </a:xfrm>
                    <a:custGeom>
                      <a:avLst/>
                      <a:gdLst>
                        <a:gd name="T0" fmla="*/ 6 w 6"/>
                        <a:gd name="T1" fmla="*/ 1 h 1"/>
                        <a:gd name="T2" fmla="*/ 0 w 6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6" h="1">
                          <a:moveTo>
                            <a:pt x="6" y="1"/>
                          </a:moveTo>
                          <a:cubicBezTo>
                            <a:pt x="4" y="0"/>
                            <a:pt x="2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1" name="Freeform 387"/>
                    <p:cNvSpPr>
                      <a:spLocks/>
                    </p:cNvSpPr>
                    <p:nvPr/>
                  </p:nvSpPr>
                  <p:spPr bwMode="auto">
                    <a:xfrm>
                      <a:off x="735" y="389"/>
                      <a:ext cx="7" cy="1"/>
                    </a:xfrm>
                    <a:custGeom>
                      <a:avLst/>
                      <a:gdLst>
                        <a:gd name="T0" fmla="*/ 0 w 5"/>
                        <a:gd name="T1" fmla="*/ 0 h 1"/>
                        <a:gd name="T2" fmla="*/ 5 w 5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5" h="1">
                          <a:moveTo>
                            <a:pt x="0" y="0"/>
                          </a:moveTo>
                          <a:cubicBezTo>
                            <a:pt x="1" y="1"/>
                            <a:pt x="3" y="1"/>
                            <a:pt x="5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2" name="Freeform 388"/>
                    <p:cNvSpPr>
                      <a:spLocks/>
                    </p:cNvSpPr>
                    <p:nvPr/>
                  </p:nvSpPr>
                  <p:spPr bwMode="auto">
                    <a:xfrm>
                      <a:off x="900" y="292"/>
                      <a:ext cx="4" cy="5"/>
                    </a:xfrm>
                    <a:custGeom>
                      <a:avLst/>
                      <a:gdLst>
                        <a:gd name="T0" fmla="*/ 0 w 3"/>
                        <a:gd name="T1" fmla="*/ 0 h 3"/>
                        <a:gd name="T2" fmla="*/ 3 w 3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0" y="0"/>
                          </a:moveTo>
                          <a:cubicBezTo>
                            <a:pt x="2" y="1"/>
                            <a:pt x="2" y="2"/>
                            <a:pt x="3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3" name="Freeform 389"/>
                    <p:cNvSpPr>
                      <a:spLocks/>
                    </p:cNvSpPr>
                    <p:nvPr/>
                  </p:nvSpPr>
                  <p:spPr bwMode="auto">
                    <a:xfrm>
                      <a:off x="905" y="365"/>
                      <a:ext cx="3" cy="5"/>
                    </a:xfrm>
                    <a:custGeom>
                      <a:avLst/>
                      <a:gdLst>
                        <a:gd name="T0" fmla="*/ 0 w 2"/>
                        <a:gd name="T1" fmla="*/ 0 h 3"/>
                        <a:gd name="T2" fmla="*/ 2 w 2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3">
                          <a:moveTo>
                            <a:pt x="0" y="0"/>
                          </a:moveTo>
                          <a:cubicBezTo>
                            <a:pt x="1" y="1"/>
                            <a:pt x="1" y="2"/>
                            <a:pt x="2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4" name="Freeform 390"/>
                    <p:cNvSpPr>
                      <a:spLocks/>
                    </p:cNvSpPr>
                    <p:nvPr/>
                  </p:nvSpPr>
                  <p:spPr bwMode="auto">
                    <a:xfrm>
                      <a:off x="961" y="295"/>
                      <a:ext cx="1" cy="7"/>
                    </a:xfrm>
                    <a:custGeom>
                      <a:avLst/>
                      <a:gdLst>
                        <a:gd name="T0" fmla="*/ 1 w 1"/>
                        <a:gd name="T1" fmla="*/ 5 h 5"/>
                        <a:gd name="T2" fmla="*/ 0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1" y="5"/>
                          </a:moveTo>
                          <a:cubicBezTo>
                            <a:pt x="1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5" name="Freeform 391"/>
                    <p:cNvSpPr>
                      <a:spLocks/>
                    </p:cNvSpPr>
                    <p:nvPr/>
                  </p:nvSpPr>
                  <p:spPr bwMode="auto">
                    <a:xfrm>
                      <a:off x="851" y="351"/>
                      <a:ext cx="2" cy="7"/>
                    </a:xfrm>
                    <a:custGeom>
                      <a:avLst/>
                      <a:gdLst>
                        <a:gd name="T0" fmla="*/ 1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1" y="5"/>
                          </a:moveTo>
                          <a:cubicBezTo>
                            <a:pt x="0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6" name="Freeform 392"/>
                    <p:cNvSpPr>
                      <a:spLocks/>
                    </p:cNvSpPr>
                    <p:nvPr/>
                  </p:nvSpPr>
                  <p:spPr bwMode="auto">
                    <a:xfrm>
                      <a:off x="840" y="355"/>
                      <a:ext cx="0" cy="3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7" name="Freeform 393"/>
                    <p:cNvSpPr>
                      <a:spLocks/>
                    </p:cNvSpPr>
                    <p:nvPr/>
                  </p:nvSpPr>
                  <p:spPr bwMode="auto">
                    <a:xfrm>
                      <a:off x="841" y="305"/>
                      <a:ext cx="2" cy="8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1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8" name="Freeform 394"/>
                    <p:cNvSpPr>
                      <a:spLocks/>
                    </p:cNvSpPr>
                    <p:nvPr/>
                  </p:nvSpPr>
                  <p:spPr bwMode="auto">
                    <a:xfrm>
                      <a:off x="853" y="307"/>
                      <a:ext cx="6" cy="11"/>
                    </a:xfrm>
                    <a:custGeom>
                      <a:avLst/>
                      <a:gdLst>
                        <a:gd name="T0" fmla="*/ 1 w 4"/>
                        <a:gd name="T1" fmla="*/ 8 h 8"/>
                        <a:gd name="T2" fmla="*/ 0 w 4"/>
                        <a:gd name="T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4" h="8">
                          <a:moveTo>
                            <a:pt x="1" y="8"/>
                          </a:moveTo>
                          <a:cubicBezTo>
                            <a:pt x="4" y="6"/>
                            <a:pt x="2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9" name="Freeform 395"/>
                    <p:cNvSpPr>
                      <a:spLocks/>
                    </p:cNvSpPr>
                    <p:nvPr/>
                  </p:nvSpPr>
                  <p:spPr bwMode="auto">
                    <a:xfrm>
                      <a:off x="948" y="304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2"/>
                            <a:pt x="1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0" name="Freeform 396"/>
                    <p:cNvSpPr>
                      <a:spLocks/>
                    </p:cNvSpPr>
                    <p:nvPr/>
                  </p:nvSpPr>
                  <p:spPr bwMode="auto">
                    <a:xfrm>
                      <a:off x="1227" y="348"/>
                      <a:ext cx="1" cy="7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0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1" y="4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1" name="Freeform 397"/>
                    <p:cNvSpPr>
                      <a:spLocks/>
                    </p:cNvSpPr>
                    <p:nvPr/>
                  </p:nvSpPr>
                  <p:spPr bwMode="auto">
                    <a:xfrm>
                      <a:off x="952" y="329"/>
                      <a:ext cx="8" cy="1"/>
                    </a:xfrm>
                    <a:custGeom>
                      <a:avLst/>
                      <a:gdLst>
                        <a:gd name="T0" fmla="*/ 0 w 5"/>
                        <a:gd name="T1" fmla="*/ 0 h 1"/>
                        <a:gd name="T2" fmla="*/ 5 w 5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5" h="1">
                          <a:moveTo>
                            <a:pt x="0" y="0"/>
                          </a:moveTo>
                          <a:cubicBezTo>
                            <a:pt x="1" y="0"/>
                            <a:pt x="3" y="0"/>
                            <a:pt x="5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2" name="Freeform 398"/>
                    <p:cNvSpPr>
                      <a:spLocks/>
                    </p:cNvSpPr>
                    <p:nvPr/>
                  </p:nvSpPr>
                  <p:spPr bwMode="auto">
                    <a:xfrm>
                      <a:off x="962" y="324"/>
                      <a:ext cx="0" cy="3"/>
                    </a:xfrm>
                    <a:custGeom>
                      <a:avLst/>
                      <a:gdLst>
                        <a:gd name="T0" fmla="*/ 3 h 3"/>
                        <a:gd name="T1" fmla="*/ 0 h 3"/>
                        <a:gd name="T2" fmla="*/ 3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lnTo>
                            <a:pt x="0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3" name="Line 39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62" y="324"/>
                      <a:ext cx="0" cy="3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4" name="Freeform 400"/>
                    <p:cNvSpPr>
                      <a:spLocks/>
                    </p:cNvSpPr>
                    <p:nvPr/>
                  </p:nvSpPr>
                  <p:spPr bwMode="auto">
                    <a:xfrm>
                      <a:off x="962" y="320"/>
                      <a:ext cx="2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0" y="3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5" name="Freeform 401"/>
                    <p:cNvSpPr>
                      <a:spLocks/>
                    </p:cNvSpPr>
                    <p:nvPr/>
                  </p:nvSpPr>
                  <p:spPr bwMode="auto">
                    <a:xfrm>
                      <a:off x="625" y="374"/>
                      <a:ext cx="1" cy="12"/>
                    </a:xfrm>
                    <a:custGeom>
                      <a:avLst/>
                      <a:gdLst>
                        <a:gd name="T0" fmla="*/ 1 w 1"/>
                        <a:gd name="T1" fmla="*/ 8 h 8"/>
                        <a:gd name="T2" fmla="*/ 1 w 1"/>
                        <a:gd name="T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8">
                          <a:moveTo>
                            <a:pt x="1" y="8"/>
                          </a:moveTo>
                          <a:cubicBezTo>
                            <a:pt x="1" y="5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6" name="Freeform 402"/>
                    <p:cNvSpPr>
                      <a:spLocks/>
                    </p:cNvSpPr>
                    <p:nvPr/>
                  </p:nvSpPr>
                  <p:spPr bwMode="auto">
                    <a:xfrm>
                      <a:off x="843" y="384"/>
                      <a:ext cx="0" cy="3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7" name="Freeform 403"/>
                    <p:cNvSpPr>
                      <a:spLocks/>
                    </p:cNvSpPr>
                    <p:nvPr/>
                  </p:nvSpPr>
                  <p:spPr bwMode="auto">
                    <a:xfrm>
                      <a:off x="1234" y="412"/>
                      <a:ext cx="12" cy="2"/>
                    </a:xfrm>
                    <a:custGeom>
                      <a:avLst/>
                      <a:gdLst>
                        <a:gd name="T0" fmla="*/ 8 w 8"/>
                        <a:gd name="T1" fmla="*/ 1 h 1"/>
                        <a:gd name="T2" fmla="*/ 0 w 8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8" h="1">
                          <a:moveTo>
                            <a:pt x="8" y="1"/>
                          </a:moveTo>
                          <a:cubicBezTo>
                            <a:pt x="5" y="0"/>
                            <a:pt x="3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8" name="Freeform 404"/>
                    <p:cNvSpPr>
                      <a:spLocks/>
                    </p:cNvSpPr>
                    <p:nvPr/>
                  </p:nvSpPr>
                  <p:spPr bwMode="auto">
                    <a:xfrm>
                      <a:off x="1258" y="412"/>
                      <a:ext cx="10" cy="2"/>
                    </a:xfrm>
                    <a:custGeom>
                      <a:avLst/>
                      <a:gdLst>
                        <a:gd name="T0" fmla="*/ 0 w 7"/>
                        <a:gd name="T1" fmla="*/ 1 h 1"/>
                        <a:gd name="T2" fmla="*/ 7 w 7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7" h="1">
                          <a:moveTo>
                            <a:pt x="0" y="1"/>
                          </a:moveTo>
                          <a:cubicBezTo>
                            <a:pt x="3" y="0"/>
                            <a:pt x="5" y="0"/>
                            <a:pt x="7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9" name="Freeform 405"/>
                    <p:cNvSpPr>
                      <a:spLocks/>
                    </p:cNvSpPr>
                    <p:nvPr/>
                  </p:nvSpPr>
                  <p:spPr bwMode="auto">
                    <a:xfrm>
                      <a:off x="641" y="924"/>
                      <a:ext cx="4" cy="1"/>
                    </a:xfrm>
                    <a:custGeom>
                      <a:avLst/>
                      <a:gdLst>
                        <a:gd name="T0" fmla="*/ 0 w 3"/>
                        <a:gd name="T1" fmla="*/ 1 h 1"/>
                        <a:gd name="T2" fmla="*/ 3 w 3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1">
                          <a:moveTo>
                            <a:pt x="0" y="1"/>
                          </a:moveTo>
                          <a:cubicBezTo>
                            <a:pt x="1" y="0"/>
                            <a:pt x="2" y="1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84" name="Freeform 407"/>
                  <p:cNvSpPr>
                    <a:spLocks/>
                  </p:cNvSpPr>
                  <p:nvPr/>
                </p:nvSpPr>
                <p:spPr bwMode="auto">
                  <a:xfrm>
                    <a:off x="1101725" y="1506538"/>
                    <a:ext cx="7937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" name="Freeform 408"/>
                  <p:cNvSpPr>
                    <a:spLocks/>
                  </p:cNvSpPr>
                  <p:nvPr/>
                </p:nvSpPr>
                <p:spPr bwMode="auto">
                  <a:xfrm>
                    <a:off x="1103313" y="1547813"/>
                    <a:ext cx="3175" cy="12700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" name="Freeform 409"/>
                  <p:cNvSpPr>
                    <a:spLocks/>
                  </p:cNvSpPr>
                  <p:nvPr/>
                </p:nvSpPr>
                <p:spPr bwMode="auto">
                  <a:xfrm>
                    <a:off x="1109663" y="1573213"/>
                    <a:ext cx="3175" cy="14288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" name="Freeform 410"/>
                  <p:cNvSpPr>
                    <a:spLocks/>
                  </p:cNvSpPr>
                  <p:nvPr/>
                </p:nvSpPr>
                <p:spPr bwMode="auto">
                  <a:xfrm>
                    <a:off x="1360488" y="1552576"/>
                    <a:ext cx="4762" cy="476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" name="Freeform 411"/>
                  <p:cNvSpPr>
                    <a:spLocks/>
                  </p:cNvSpPr>
                  <p:nvPr/>
                </p:nvSpPr>
                <p:spPr bwMode="auto">
                  <a:xfrm>
                    <a:off x="1360488" y="1557338"/>
                    <a:ext cx="4762" cy="6350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2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" name="Freeform 412"/>
                  <p:cNvSpPr>
                    <a:spLocks/>
                  </p:cNvSpPr>
                  <p:nvPr/>
                </p:nvSpPr>
                <p:spPr bwMode="auto">
                  <a:xfrm>
                    <a:off x="1338263" y="1528763"/>
                    <a:ext cx="22225" cy="28575"/>
                  </a:xfrm>
                  <a:custGeom>
                    <a:avLst/>
                    <a:gdLst>
                      <a:gd name="T0" fmla="*/ 10 w 10"/>
                      <a:gd name="T1" fmla="*/ 12 h 12"/>
                      <a:gd name="T2" fmla="*/ 1 w 10"/>
                      <a:gd name="T3" fmla="*/ 8 h 12"/>
                      <a:gd name="T4" fmla="*/ 0 w 10"/>
                      <a:gd name="T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12">
                        <a:moveTo>
                          <a:pt x="10" y="12"/>
                        </a:moveTo>
                        <a:cubicBezTo>
                          <a:pt x="7" y="11"/>
                          <a:pt x="4" y="9"/>
                          <a:pt x="1" y="8"/>
                        </a:cubicBezTo>
                        <a:cubicBezTo>
                          <a:pt x="0" y="5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" name="Freeform 413"/>
                  <p:cNvSpPr>
                    <a:spLocks/>
                  </p:cNvSpPr>
                  <p:nvPr/>
                </p:nvSpPr>
                <p:spPr bwMode="auto">
                  <a:xfrm>
                    <a:off x="1355725" y="1466851"/>
                    <a:ext cx="4762" cy="1588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1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1" name="Freeform 414"/>
                  <p:cNvSpPr>
                    <a:spLocks/>
                  </p:cNvSpPr>
                  <p:nvPr/>
                </p:nvSpPr>
                <p:spPr bwMode="auto">
                  <a:xfrm>
                    <a:off x="1530350" y="1473201"/>
                    <a:ext cx="0" cy="7938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2" name="Freeform 415"/>
                  <p:cNvSpPr>
                    <a:spLocks/>
                  </p:cNvSpPr>
                  <p:nvPr/>
                </p:nvSpPr>
                <p:spPr bwMode="auto">
                  <a:xfrm>
                    <a:off x="1504950" y="1487488"/>
                    <a:ext cx="4762" cy="3175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0" y="0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3" name="Freeform 416"/>
                  <p:cNvSpPr>
                    <a:spLocks/>
                  </p:cNvSpPr>
                  <p:nvPr/>
                </p:nvSpPr>
                <p:spPr bwMode="auto">
                  <a:xfrm>
                    <a:off x="1514475" y="1481138"/>
                    <a:ext cx="1587" cy="4763"/>
                  </a:xfrm>
                  <a:custGeom>
                    <a:avLst/>
                    <a:gdLst>
                      <a:gd name="T0" fmla="*/ 0 w 1"/>
                      <a:gd name="T1" fmla="*/ 2 h 2"/>
                      <a:gd name="T2" fmla="*/ 1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0" y="1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4" name="Freeform 417"/>
                  <p:cNvSpPr>
                    <a:spLocks/>
                  </p:cNvSpPr>
                  <p:nvPr/>
                </p:nvSpPr>
                <p:spPr bwMode="auto">
                  <a:xfrm>
                    <a:off x="1509713" y="1512888"/>
                    <a:ext cx="22225" cy="25400"/>
                  </a:xfrm>
                  <a:custGeom>
                    <a:avLst/>
                    <a:gdLst>
                      <a:gd name="T0" fmla="*/ 5 w 10"/>
                      <a:gd name="T1" fmla="*/ 0 h 11"/>
                      <a:gd name="T2" fmla="*/ 1 w 10"/>
                      <a:gd name="T3" fmla="*/ 3 h 11"/>
                      <a:gd name="T4" fmla="*/ 5 w 10"/>
                      <a:gd name="T5" fmla="*/ 10 h 11"/>
                      <a:gd name="T6" fmla="*/ 9 w 10"/>
                      <a:gd name="T7" fmla="*/ 10 h 11"/>
                      <a:gd name="T8" fmla="*/ 9 w 10"/>
                      <a:gd name="T9" fmla="*/ 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11">
                        <a:moveTo>
                          <a:pt x="5" y="0"/>
                        </a:moveTo>
                        <a:cubicBezTo>
                          <a:pt x="4" y="2"/>
                          <a:pt x="3" y="2"/>
                          <a:pt x="1" y="3"/>
                        </a:cubicBezTo>
                        <a:cubicBezTo>
                          <a:pt x="0" y="6"/>
                          <a:pt x="3" y="8"/>
                          <a:pt x="5" y="10"/>
                        </a:cubicBezTo>
                        <a:cubicBezTo>
                          <a:pt x="7" y="11"/>
                          <a:pt x="8" y="10"/>
                          <a:pt x="9" y="10"/>
                        </a:cubicBezTo>
                        <a:cubicBezTo>
                          <a:pt x="10" y="7"/>
                          <a:pt x="10" y="4"/>
                          <a:pt x="9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5" name="Freeform 418"/>
                  <p:cNvSpPr>
                    <a:spLocks/>
                  </p:cNvSpPr>
                  <p:nvPr/>
                </p:nvSpPr>
                <p:spPr bwMode="auto">
                  <a:xfrm>
                    <a:off x="1590675" y="1582738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6" name="Freeform 419"/>
                  <p:cNvSpPr>
                    <a:spLocks/>
                  </p:cNvSpPr>
                  <p:nvPr/>
                </p:nvSpPr>
                <p:spPr bwMode="auto">
                  <a:xfrm>
                    <a:off x="1587500" y="1503363"/>
                    <a:ext cx="3175" cy="12700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7" name="Freeform 420"/>
                  <p:cNvSpPr>
                    <a:spLocks/>
                  </p:cNvSpPr>
                  <p:nvPr/>
                </p:nvSpPr>
                <p:spPr bwMode="auto">
                  <a:xfrm>
                    <a:off x="1595438" y="1547813"/>
                    <a:ext cx="0" cy="476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8" name="Freeform 421"/>
                  <p:cNvSpPr>
                    <a:spLocks/>
                  </p:cNvSpPr>
                  <p:nvPr/>
                </p:nvSpPr>
                <p:spPr bwMode="auto">
                  <a:xfrm>
                    <a:off x="1616075" y="1606551"/>
                    <a:ext cx="1587" cy="9525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3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9" name="Freeform 422"/>
                  <p:cNvSpPr>
                    <a:spLocks/>
                  </p:cNvSpPr>
                  <p:nvPr/>
                </p:nvSpPr>
                <p:spPr bwMode="auto">
                  <a:xfrm>
                    <a:off x="1587500" y="1682751"/>
                    <a:ext cx="7937" cy="11113"/>
                  </a:xfrm>
                  <a:custGeom>
                    <a:avLst/>
                    <a:gdLst>
                      <a:gd name="T0" fmla="*/ 1 w 3"/>
                      <a:gd name="T1" fmla="*/ 0 h 5"/>
                      <a:gd name="T2" fmla="*/ 1 w 3"/>
                      <a:gd name="T3" fmla="*/ 4 h 5"/>
                      <a:gd name="T4" fmla="*/ 3 w 3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1" y="0"/>
                        </a:moveTo>
                        <a:cubicBezTo>
                          <a:pt x="1" y="1"/>
                          <a:pt x="0" y="2"/>
                          <a:pt x="1" y="4"/>
                        </a:cubicBezTo>
                        <a:cubicBezTo>
                          <a:pt x="1" y="4"/>
                          <a:pt x="2" y="4"/>
                          <a:pt x="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0" name="Freeform 423"/>
                  <p:cNvSpPr>
                    <a:spLocks/>
                  </p:cNvSpPr>
                  <p:nvPr/>
                </p:nvSpPr>
                <p:spPr bwMode="auto">
                  <a:xfrm>
                    <a:off x="1697038" y="1498601"/>
                    <a:ext cx="4762" cy="9525"/>
                  </a:xfrm>
                  <a:custGeom>
                    <a:avLst/>
                    <a:gdLst>
                      <a:gd name="T0" fmla="*/ 0 w 2"/>
                      <a:gd name="T1" fmla="*/ 0 h 4"/>
                      <a:gd name="T2" fmla="*/ 1 w 2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0" y="0"/>
                        </a:moveTo>
                        <a:cubicBezTo>
                          <a:pt x="1" y="0"/>
                          <a:pt x="2" y="3"/>
                          <a:pt x="1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1" name="Freeform 424"/>
                  <p:cNvSpPr>
                    <a:spLocks/>
                  </p:cNvSpPr>
                  <p:nvPr/>
                </p:nvSpPr>
                <p:spPr bwMode="auto">
                  <a:xfrm>
                    <a:off x="1681163" y="1560513"/>
                    <a:ext cx="1587" cy="3175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Freeform 425"/>
                  <p:cNvSpPr>
                    <a:spLocks/>
                  </p:cNvSpPr>
                  <p:nvPr/>
                </p:nvSpPr>
                <p:spPr bwMode="auto">
                  <a:xfrm>
                    <a:off x="1690688" y="1598613"/>
                    <a:ext cx="6350" cy="0"/>
                  </a:xfrm>
                  <a:custGeom>
                    <a:avLst/>
                    <a:gdLst>
                      <a:gd name="T0" fmla="*/ 0 w 4"/>
                      <a:gd name="T1" fmla="*/ 4 w 4"/>
                      <a:gd name="T2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lnTo>
                          <a:pt x="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3" name="Line 426"/>
                  <p:cNvSpPr>
                    <a:spLocks noChangeShapeType="1"/>
                  </p:cNvSpPr>
                  <p:nvPr/>
                </p:nvSpPr>
                <p:spPr bwMode="auto">
                  <a:xfrm>
                    <a:off x="1690688" y="1598613"/>
                    <a:ext cx="6350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Freeform 427"/>
                  <p:cNvSpPr>
                    <a:spLocks/>
                  </p:cNvSpPr>
                  <p:nvPr/>
                </p:nvSpPr>
                <p:spPr bwMode="auto">
                  <a:xfrm>
                    <a:off x="1700213" y="1598613"/>
                    <a:ext cx="0" cy="12700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5" name="Freeform 428"/>
                  <p:cNvSpPr>
                    <a:spLocks/>
                  </p:cNvSpPr>
                  <p:nvPr/>
                </p:nvSpPr>
                <p:spPr bwMode="auto">
                  <a:xfrm>
                    <a:off x="1700213" y="1647826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6" name="Freeform 429"/>
                  <p:cNvSpPr>
                    <a:spLocks/>
                  </p:cNvSpPr>
                  <p:nvPr/>
                </p:nvSpPr>
                <p:spPr bwMode="auto">
                  <a:xfrm>
                    <a:off x="1700213" y="1687513"/>
                    <a:ext cx="3175" cy="11113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0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cubicBezTo>
                          <a:pt x="2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7" name="Freeform 430"/>
                  <p:cNvSpPr>
                    <a:spLocks/>
                  </p:cNvSpPr>
                  <p:nvPr/>
                </p:nvSpPr>
                <p:spPr bwMode="auto">
                  <a:xfrm>
                    <a:off x="1430338" y="1471613"/>
                    <a:ext cx="14287" cy="4763"/>
                  </a:xfrm>
                  <a:custGeom>
                    <a:avLst/>
                    <a:gdLst>
                      <a:gd name="T0" fmla="*/ 6 w 6"/>
                      <a:gd name="T1" fmla="*/ 2 h 2"/>
                      <a:gd name="T2" fmla="*/ 0 w 6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2">
                        <a:moveTo>
                          <a:pt x="6" y="2"/>
                        </a:moveTo>
                        <a:cubicBezTo>
                          <a:pt x="5" y="1"/>
                          <a:pt x="3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8" name="Freeform 431"/>
                  <p:cNvSpPr>
                    <a:spLocks/>
                  </p:cNvSpPr>
                  <p:nvPr/>
                </p:nvSpPr>
                <p:spPr bwMode="auto">
                  <a:xfrm>
                    <a:off x="2035175" y="1476376"/>
                    <a:ext cx="3175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9" name="Freeform 432"/>
                  <p:cNvSpPr>
                    <a:spLocks/>
                  </p:cNvSpPr>
                  <p:nvPr/>
                </p:nvSpPr>
                <p:spPr bwMode="auto">
                  <a:xfrm>
                    <a:off x="1430338" y="1547813"/>
                    <a:ext cx="6350" cy="3175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0" name="Freeform 433"/>
                  <p:cNvSpPr>
                    <a:spLocks/>
                  </p:cNvSpPr>
                  <p:nvPr/>
                </p:nvSpPr>
                <p:spPr bwMode="auto">
                  <a:xfrm>
                    <a:off x="1420813" y="1527176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1" name="Freeform 434"/>
                  <p:cNvSpPr>
                    <a:spLocks/>
                  </p:cNvSpPr>
                  <p:nvPr/>
                </p:nvSpPr>
                <p:spPr bwMode="auto">
                  <a:xfrm>
                    <a:off x="1439863" y="1511301"/>
                    <a:ext cx="0" cy="476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2" name="Freeform 435"/>
                  <p:cNvSpPr>
                    <a:spLocks/>
                  </p:cNvSpPr>
                  <p:nvPr/>
                </p:nvSpPr>
                <p:spPr bwMode="auto">
                  <a:xfrm>
                    <a:off x="2009775" y="1516063"/>
                    <a:ext cx="3175" cy="952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3" name="Freeform 436"/>
                  <p:cNvSpPr>
                    <a:spLocks/>
                  </p:cNvSpPr>
                  <p:nvPr/>
                </p:nvSpPr>
                <p:spPr bwMode="auto">
                  <a:xfrm>
                    <a:off x="1109663" y="1522413"/>
                    <a:ext cx="0" cy="476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4" name="Freeform 437"/>
                  <p:cNvSpPr>
                    <a:spLocks/>
                  </p:cNvSpPr>
                  <p:nvPr/>
                </p:nvSpPr>
                <p:spPr bwMode="auto">
                  <a:xfrm>
                    <a:off x="1524000" y="1562101"/>
                    <a:ext cx="3175" cy="1588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2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5" name="Freeform 438"/>
                  <p:cNvSpPr>
                    <a:spLocks/>
                  </p:cNvSpPr>
                  <p:nvPr/>
                </p:nvSpPr>
                <p:spPr bwMode="auto">
                  <a:xfrm>
                    <a:off x="1509713" y="1555751"/>
                    <a:ext cx="0" cy="476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6" name="Freeform 439"/>
                  <p:cNvSpPr>
                    <a:spLocks/>
                  </p:cNvSpPr>
                  <p:nvPr/>
                </p:nvSpPr>
                <p:spPr bwMode="auto">
                  <a:xfrm>
                    <a:off x="1520825" y="1557338"/>
                    <a:ext cx="4762" cy="476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7" name="Freeform 440"/>
                  <p:cNvSpPr>
                    <a:spLocks/>
                  </p:cNvSpPr>
                  <p:nvPr/>
                </p:nvSpPr>
                <p:spPr bwMode="auto">
                  <a:xfrm>
                    <a:off x="1520825" y="1616076"/>
                    <a:ext cx="3175" cy="1588"/>
                  </a:xfrm>
                  <a:custGeom>
                    <a:avLst/>
                    <a:gdLst>
                      <a:gd name="T0" fmla="*/ 1 w 1"/>
                      <a:gd name="T1" fmla="*/ 1 h 1"/>
                      <a:gd name="T2" fmla="*/ 0 w 1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8" name="Freeform 441"/>
                  <p:cNvSpPr>
                    <a:spLocks/>
                  </p:cNvSpPr>
                  <p:nvPr/>
                </p:nvSpPr>
                <p:spPr bwMode="auto">
                  <a:xfrm>
                    <a:off x="1527175" y="1590676"/>
                    <a:ext cx="4762" cy="12700"/>
                  </a:xfrm>
                  <a:custGeom>
                    <a:avLst/>
                    <a:gdLst>
                      <a:gd name="T0" fmla="*/ 1 w 2"/>
                      <a:gd name="T1" fmla="*/ 6 h 6"/>
                      <a:gd name="T2" fmla="*/ 0 w 2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1" y="6"/>
                        </a:moveTo>
                        <a:cubicBezTo>
                          <a:pt x="2" y="4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9" name="Freeform 442"/>
                  <p:cNvSpPr>
                    <a:spLocks/>
                  </p:cNvSpPr>
                  <p:nvPr/>
                </p:nvSpPr>
                <p:spPr bwMode="auto">
                  <a:xfrm>
                    <a:off x="1504950" y="1682751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0" name="Freeform 443"/>
                  <p:cNvSpPr>
                    <a:spLocks/>
                  </p:cNvSpPr>
                  <p:nvPr/>
                </p:nvSpPr>
                <p:spPr bwMode="auto">
                  <a:xfrm>
                    <a:off x="1530350" y="1638301"/>
                    <a:ext cx="1587" cy="19050"/>
                  </a:xfrm>
                  <a:custGeom>
                    <a:avLst/>
                    <a:gdLst>
                      <a:gd name="T0" fmla="*/ 0 w 1"/>
                      <a:gd name="T1" fmla="*/ 8 h 8"/>
                      <a:gd name="T2" fmla="*/ 0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0" y="8"/>
                        </a:moveTo>
                        <a:cubicBezTo>
                          <a:pt x="1" y="5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1" name="Freeform 444"/>
                  <p:cNvSpPr>
                    <a:spLocks/>
                  </p:cNvSpPr>
                  <p:nvPr/>
                </p:nvSpPr>
                <p:spPr bwMode="auto">
                  <a:xfrm>
                    <a:off x="1524000" y="1654176"/>
                    <a:ext cx="3175" cy="3175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2" name="Freeform 445"/>
                  <p:cNvSpPr>
                    <a:spLocks/>
                  </p:cNvSpPr>
                  <p:nvPr/>
                </p:nvSpPr>
                <p:spPr bwMode="auto">
                  <a:xfrm>
                    <a:off x="1677988" y="466726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3" name="Freeform 446"/>
                  <p:cNvSpPr>
                    <a:spLocks/>
                  </p:cNvSpPr>
                  <p:nvPr/>
                </p:nvSpPr>
                <p:spPr bwMode="auto">
                  <a:xfrm>
                    <a:off x="1670050" y="403226"/>
                    <a:ext cx="3175" cy="14288"/>
                  </a:xfrm>
                  <a:custGeom>
                    <a:avLst/>
                    <a:gdLst>
                      <a:gd name="T0" fmla="*/ 2 w 2"/>
                      <a:gd name="T1" fmla="*/ 6 h 6"/>
                      <a:gd name="T2" fmla="*/ 1 w 2"/>
                      <a:gd name="T3" fmla="*/ 6 h 6"/>
                      <a:gd name="T4" fmla="*/ 1 w 2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6">
                        <a:moveTo>
                          <a:pt x="2" y="6"/>
                        </a:moveTo>
                        <a:cubicBezTo>
                          <a:pt x="2" y="6"/>
                          <a:pt x="1" y="6"/>
                          <a:pt x="1" y="6"/>
                        </a:cubicBez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4" name="Freeform 447"/>
                  <p:cNvSpPr>
                    <a:spLocks/>
                  </p:cNvSpPr>
                  <p:nvPr/>
                </p:nvSpPr>
                <p:spPr bwMode="auto">
                  <a:xfrm>
                    <a:off x="1670050" y="366713"/>
                    <a:ext cx="12700" cy="4763"/>
                  </a:xfrm>
                  <a:custGeom>
                    <a:avLst/>
                    <a:gdLst>
                      <a:gd name="T0" fmla="*/ 0 w 6"/>
                      <a:gd name="T1" fmla="*/ 2 h 2"/>
                      <a:gd name="T2" fmla="*/ 6 w 6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2">
                        <a:moveTo>
                          <a:pt x="0" y="2"/>
                        </a:moveTo>
                        <a:cubicBezTo>
                          <a:pt x="2" y="0"/>
                          <a:pt x="5" y="1"/>
                          <a:pt x="6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5" name="Freeform 448"/>
                  <p:cNvSpPr>
                    <a:spLocks/>
                  </p:cNvSpPr>
                  <p:nvPr/>
                </p:nvSpPr>
                <p:spPr bwMode="auto">
                  <a:xfrm>
                    <a:off x="1685925" y="609601"/>
                    <a:ext cx="6350" cy="4763"/>
                  </a:xfrm>
                  <a:custGeom>
                    <a:avLst/>
                    <a:gdLst>
                      <a:gd name="T0" fmla="*/ 3 w 3"/>
                      <a:gd name="T1" fmla="*/ 2 h 2"/>
                      <a:gd name="T2" fmla="*/ 0 w 3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3" y="2"/>
                        </a:moveTo>
                        <a:cubicBezTo>
                          <a:pt x="2" y="1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6" name="Freeform 449"/>
                  <p:cNvSpPr>
                    <a:spLocks/>
                  </p:cNvSpPr>
                  <p:nvPr/>
                </p:nvSpPr>
                <p:spPr bwMode="auto">
                  <a:xfrm>
                    <a:off x="1670050" y="582613"/>
                    <a:ext cx="1587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7" name="Freeform 450"/>
                  <p:cNvSpPr>
                    <a:spLocks/>
                  </p:cNvSpPr>
                  <p:nvPr/>
                </p:nvSpPr>
                <p:spPr bwMode="auto">
                  <a:xfrm>
                    <a:off x="1687513" y="569913"/>
                    <a:ext cx="7937" cy="7938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2" y="3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8" name="Freeform 451"/>
                  <p:cNvSpPr>
                    <a:spLocks/>
                  </p:cNvSpPr>
                  <p:nvPr/>
                </p:nvSpPr>
                <p:spPr bwMode="auto">
                  <a:xfrm>
                    <a:off x="1682750" y="582613"/>
                    <a:ext cx="4762" cy="11113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1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cubicBezTo>
                          <a:pt x="0" y="3"/>
                          <a:pt x="2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9" name="Freeform 452"/>
                  <p:cNvSpPr>
                    <a:spLocks/>
                  </p:cNvSpPr>
                  <p:nvPr/>
                </p:nvSpPr>
                <p:spPr bwMode="auto">
                  <a:xfrm>
                    <a:off x="1098550" y="609601"/>
                    <a:ext cx="3175" cy="476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1"/>
                          <a:pt x="1" y="2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0" name="Freeform 453"/>
                  <p:cNvSpPr>
                    <a:spLocks/>
                  </p:cNvSpPr>
                  <p:nvPr/>
                </p:nvSpPr>
                <p:spPr bwMode="auto">
                  <a:xfrm>
                    <a:off x="1079500" y="600076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1" name="Freeform 454"/>
                  <p:cNvSpPr>
                    <a:spLocks/>
                  </p:cNvSpPr>
                  <p:nvPr/>
                </p:nvSpPr>
                <p:spPr bwMode="auto">
                  <a:xfrm>
                    <a:off x="1079500" y="544513"/>
                    <a:ext cx="0" cy="14288"/>
                  </a:xfrm>
                  <a:custGeom>
                    <a:avLst/>
                    <a:gdLst>
                      <a:gd name="T0" fmla="*/ 6 h 6"/>
                      <a:gd name="T1" fmla="*/ 0 h 6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6">
                        <a:moveTo>
                          <a:pt x="0" y="6"/>
                        </a:moveTo>
                        <a:cubicBezTo>
                          <a:pt x="0" y="4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2" name="Freeform 455"/>
                  <p:cNvSpPr>
                    <a:spLocks/>
                  </p:cNvSpPr>
                  <p:nvPr/>
                </p:nvSpPr>
                <p:spPr bwMode="auto">
                  <a:xfrm>
                    <a:off x="1103313" y="482601"/>
                    <a:ext cx="3175" cy="1588"/>
                  </a:xfrm>
                  <a:custGeom>
                    <a:avLst/>
                    <a:gdLst>
                      <a:gd name="T0" fmla="*/ 0 w 1"/>
                      <a:gd name="T1" fmla="*/ 1 h 1"/>
                      <a:gd name="T2" fmla="*/ 1 w 1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3" name="Freeform 456"/>
                  <p:cNvSpPr>
                    <a:spLocks/>
                  </p:cNvSpPr>
                  <p:nvPr/>
                </p:nvSpPr>
                <p:spPr bwMode="auto">
                  <a:xfrm>
                    <a:off x="1106488" y="501651"/>
                    <a:ext cx="0" cy="7938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4" name="Freeform 457"/>
                  <p:cNvSpPr>
                    <a:spLocks/>
                  </p:cNvSpPr>
                  <p:nvPr/>
                </p:nvSpPr>
                <p:spPr bwMode="auto">
                  <a:xfrm>
                    <a:off x="1319213" y="654051"/>
                    <a:ext cx="11112" cy="11113"/>
                  </a:xfrm>
                  <a:custGeom>
                    <a:avLst/>
                    <a:gdLst>
                      <a:gd name="T0" fmla="*/ 0 w 5"/>
                      <a:gd name="T1" fmla="*/ 5 h 5"/>
                      <a:gd name="T2" fmla="*/ 0 w 5"/>
                      <a:gd name="T3" fmla="*/ 1 h 5"/>
                      <a:gd name="T4" fmla="*/ 4 w 5"/>
                      <a:gd name="T5" fmla="*/ 1 h 5"/>
                      <a:gd name="T6" fmla="*/ 5 w 5"/>
                      <a:gd name="T7" fmla="*/ 2 h 5"/>
                      <a:gd name="T8" fmla="*/ 5 w 5"/>
                      <a:gd name="T9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1"/>
                        </a:cubicBezTo>
                        <a:cubicBezTo>
                          <a:pt x="2" y="0"/>
                          <a:pt x="3" y="0"/>
                          <a:pt x="4" y="1"/>
                        </a:cubicBezTo>
                        <a:cubicBezTo>
                          <a:pt x="5" y="1"/>
                          <a:pt x="5" y="1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5" name="Freeform 458"/>
                  <p:cNvSpPr>
                    <a:spLocks/>
                  </p:cNvSpPr>
                  <p:nvPr/>
                </p:nvSpPr>
                <p:spPr bwMode="auto">
                  <a:xfrm>
                    <a:off x="1349375" y="665163"/>
                    <a:ext cx="6350" cy="3175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1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6" name="Freeform 459"/>
                  <p:cNvSpPr>
                    <a:spLocks/>
                  </p:cNvSpPr>
                  <p:nvPr/>
                </p:nvSpPr>
                <p:spPr bwMode="auto">
                  <a:xfrm>
                    <a:off x="1400175" y="660401"/>
                    <a:ext cx="3175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7" name="Freeform 460"/>
                  <p:cNvSpPr>
                    <a:spLocks/>
                  </p:cNvSpPr>
                  <p:nvPr/>
                </p:nvSpPr>
                <p:spPr bwMode="auto">
                  <a:xfrm>
                    <a:off x="1439863" y="665163"/>
                    <a:ext cx="4762" cy="9525"/>
                  </a:xfrm>
                  <a:custGeom>
                    <a:avLst/>
                    <a:gdLst>
                      <a:gd name="T0" fmla="*/ 0 w 2"/>
                      <a:gd name="T1" fmla="*/ 4 h 4"/>
                      <a:gd name="T2" fmla="*/ 2 w 2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0" y="4"/>
                        </a:moveTo>
                        <a:cubicBezTo>
                          <a:pt x="1" y="3"/>
                          <a:pt x="1" y="2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8" name="Freeform 461"/>
                  <p:cNvSpPr>
                    <a:spLocks/>
                  </p:cNvSpPr>
                  <p:nvPr/>
                </p:nvSpPr>
                <p:spPr bwMode="auto">
                  <a:xfrm>
                    <a:off x="1458913" y="652463"/>
                    <a:ext cx="6350" cy="1588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1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9" name="Freeform 462"/>
                  <p:cNvSpPr>
                    <a:spLocks/>
                  </p:cNvSpPr>
                  <p:nvPr/>
                </p:nvSpPr>
                <p:spPr bwMode="auto">
                  <a:xfrm>
                    <a:off x="1838325" y="654051"/>
                    <a:ext cx="9525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2" y="0"/>
                          <a:pt x="3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0" name="Freeform 463"/>
                  <p:cNvSpPr>
                    <a:spLocks/>
                  </p:cNvSpPr>
                  <p:nvPr/>
                </p:nvSpPr>
                <p:spPr bwMode="auto">
                  <a:xfrm>
                    <a:off x="1776413" y="663576"/>
                    <a:ext cx="9525" cy="1588"/>
                  </a:xfrm>
                  <a:custGeom>
                    <a:avLst/>
                    <a:gdLst>
                      <a:gd name="T0" fmla="*/ 4 w 4"/>
                      <a:gd name="T1" fmla="*/ 1 h 1"/>
                      <a:gd name="T2" fmla="*/ 0 w 4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4" y="1"/>
                        </a:moveTo>
                        <a:cubicBezTo>
                          <a:pt x="3" y="0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1" name="Freeform 464"/>
                  <p:cNvSpPr>
                    <a:spLocks/>
                  </p:cNvSpPr>
                  <p:nvPr/>
                </p:nvSpPr>
                <p:spPr bwMode="auto">
                  <a:xfrm>
                    <a:off x="1762125" y="679451"/>
                    <a:ext cx="15875" cy="3175"/>
                  </a:xfrm>
                  <a:custGeom>
                    <a:avLst/>
                    <a:gdLst>
                      <a:gd name="T0" fmla="*/ 0 w 7"/>
                      <a:gd name="T1" fmla="*/ 0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0"/>
                        </a:moveTo>
                        <a:cubicBezTo>
                          <a:pt x="2" y="1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2" name="Freeform 465"/>
                  <p:cNvSpPr>
                    <a:spLocks/>
                  </p:cNvSpPr>
                  <p:nvPr/>
                </p:nvSpPr>
                <p:spPr bwMode="auto">
                  <a:xfrm>
                    <a:off x="1274763" y="679451"/>
                    <a:ext cx="9525" cy="3175"/>
                  </a:xfrm>
                  <a:custGeom>
                    <a:avLst/>
                    <a:gdLst>
                      <a:gd name="T0" fmla="*/ 0 w 4"/>
                      <a:gd name="T1" fmla="*/ 0 h 1"/>
                      <a:gd name="T2" fmla="*/ 4 w 4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4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3" name="Freeform 466"/>
                  <p:cNvSpPr>
                    <a:spLocks/>
                  </p:cNvSpPr>
                  <p:nvPr/>
                </p:nvSpPr>
                <p:spPr bwMode="auto">
                  <a:xfrm>
                    <a:off x="1158875" y="679451"/>
                    <a:ext cx="3175" cy="3175"/>
                  </a:xfrm>
                  <a:custGeom>
                    <a:avLst/>
                    <a:gdLst>
                      <a:gd name="T0" fmla="*/ 1 w 1"/>
                      <a:gd name="T1" fmla="*/ 1 h 1"/>
                      <a:gd name="T2" fmla="*/ 0 w 1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4" name="Freeform 467"/>
                  <p:cNvSpPr>
                    <a:spLocks/>
                  </p:cNvSpPr>
                  <p:nvPr/>
                </p:nvSpPr>
                <p:spPr bwMode="auto">
                  <a:xfrm>
                    <a:off x="1012825" y="679451"/>
                    <a:ext cx="4762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5" name="Freeform 468"/>
                  <p:cNvSpPr>
                    <a:spLocks/>
                  </p:cNvSpPr>
                  <p:nvPr/>
                </p:nvSpPr>
                <p:spPr bwMode="auto">
                  <a:xfrm>
                    <a:off x="989013" y="679451"/>
                    <a:ext cx="7937" cy="3175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cubicBezTo>
                          <a:pt x="1" y="1"/>
                          <a:pt x="2" y="1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6" name="Freeform 469"/>
                  <p:cNvSpPr>
                    <a:spLocks/>
                  </p:cNvSpPr>
                  <p:nvPr/>
                </p:nvSpPr>
                <p:spPr bwMode="auto">
                  <a:xfrm>
                    <a:off x="950913" y="679451"/>
                    <a:ext cx="12700" cy="3175"/>
                  </a:xfrm>
                  <a:custGeom>
                    <a:avLst/>
                    <a:gdLst>
                      <a:gd name="T0" fmla="*/ 6 w 6"/>
                      <a:gd name="T1" fmla="*/ 0 h 1"/>
                      <a:gd name="T2" fmla="*/ 0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0"/>
                        </a:moveTo>
                        <a:cubicBezTo>
                          <a:pt x="4" y="1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7" name="Freeform 470"/>
                  <p:cNvSpPr>
                    <a:spLocks/>
                  </p:cNvSpPr>
                  <p:nvPr/>
                </p:nvSpPr>
                <p:spPr bwMode="auto">
                  <a:xfrm>
                    <a:off x="966788" y="654051"/>
                    <a:ext cx="11112" cy="3175"/>
                  </a:xfrm>
                  <a:custGeom>
                    <a:avLst/>
                    <a:gdLst>
                      <a:gd name="T0" fmla="*/ 0 w 5"/>
                      <a:gd name="T1" fmla="*/ 1 h 1"/>
                      <a:gd name="T2" fmla="*/ 5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2" y="0"/>
                          <a:pt x="4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8" name="Freeform 471"/>
                  <p:cNvSpPr>
                    <a:spLocks/>
                  </p:cNvSpPr>
                  <p:nvPr/>
                </p:nvSpPr>
                <p:spPr bwMode="auto">
                  <a:xfrm>
                    <a:off x="1182688" y="658813"/>
                    <a:ext cx="4762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9" name="Freeform 472"/>
                  <p:cNvSpPr>
                    <a:spLocks/>
                  </p:cNvSpPr>
                  <p:nvPr/>
                </p:nvSpPr>
                <p:spPr bwMode="auto">
                  <a:xfrm>
                    <a:off x="941388" y="654051"/>
                    <a:ext cx="14287" cy="3175"/>
                  </a:xfrm>
                  <a:custGeom>
                    <a:avLst/>
                    <a:gdLst>
                      <a:gd name="T0" fmla="*/ 6 w 6"/>
                      <a:gd name="T1" fmla="*/ 1 h 1"/>
                      <a:gd name="T2" fmla="*/ 0 w 6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1"/>
                        </a:moveTo>
                        <a:cubicBezTo>
                          <a:pt x="4" y="0"/>
                          <a:pt x="2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0" name="Freeform 473"/>
                  <p:cNvSpPr>
                    <a:spLocks/>
                  </p:cNvSpPr>
                  <p:nvPr/>
                </p:nvSpPr>
                <p:spPr bwMode="auto">
                  <a:xfrm>
                    <a:off x="1031875" y="668338"/>
                    <a:ext cx="11112" cy="6350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5 w 5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2" y="2"/>
                          <a:pt x="4" y="3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1" name="Freeform 474"/>
                  <p:cNvSpPr>
                    <a:spLocks/>
                  </p:cNvSpPr>
                  <p:nvPr/>
                </p:nvSpPr>
                <p:spPr bwMode="auto">
                  <a:xfrm>
                    <a:off x="1390650" y="673101"/>
                    <a:ext cx="4762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2" name="Freeform 475"/>
                  <p:cNvSpPr>
                    <a:spLocks/>
                  </p:cNvSpPr>
                  <p:nvPr/>
                </p:nvSpPr>
                <p:spPr bwMode="auto">
                  <a:xfrm>
                    <a:off x="1403350" y="679451"/>
                    <a:ext cx="15875" cy="3175"/>
                  </a:xfrm>
                  <a:custGeom>
                    <a:avLst/>
                    <a:gdLst>
                      <a:gd name="T0" fmla="*/ 0 w 7"/>
                      <a:gd name="T1" fmla="*/ 0 h 1"/>
                      <a:gd name="T2" fmla="*/ 7 w 7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0"/>
                        </a:moveTo>
                        <a:cubicBezTo>
                          <a:pt x="3" y="1"/>
                          <a:pt x="5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3" name="Freeform 476"/>
                  <p:cNvSpPr>
                    <a:spLocks/>
                  </p:cNvSpPr>
                  <p:nvPr/>
                </p:nvSpPr>
                <p:spPr bwMode="auto">
                  <a:xfrm>
                    <a:off x="1435100" y="1427163"/>
                    <a:ext cx="23812" cy="3175"/>
                  </a:xfrm>
                  <a:custGeom>
                    <a:avLst/>
                    <a:gdLst>
                      <a:gd name="T0" fmla="*/ 0 w 10"/>
                      <a:gd name="T1" fmla="*/ 0 h 1"/>
                      <a:gd name="T2" fmla="*/ 10 w 10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0" h="1">
                        <a:moveTo>
                          <a:pt x="0" y="0"/>
                        </a:moveTo>
                        <a:cubicBezTo>
                          <a:pt x="3" y="1"/>
                          <a:pt x="7" y="1"/>
                          <a:pt x="1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4" name="Freeform 477"/>
                  <p:cNvSpPr>
                    <a:spLocks/>
                  </p:cNvSpPr>
                  <p:nvPr/>
                </p:nvSpPr>
                <p:spPr bwMode="auto">
                  <a:xfrm>
                    <a:off x="1471613" y="1400176"/>
                    <a:ext cx="14287" cy="4763"/>
                  </a:xfrm>
                  <a:custGeom>
                    <a:avLst/>
                    <a:gdLst>
                      <a:gd name="T0" fmla="*/ 0 w 6"/>
                      <a:gd name="T1" fmla="*/ 2 h 2"/>
                      <a:gd name="T2" fmla="*/ 6 w 6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2">
                        <a:moveTo>
                          <a:pt x="0" y="2"/>
                        </a:moveTo>
                        <a:cubicBezTo>
                          <a:pt x="2" y="0"/>
                          <a:pt x="4" y="1"/>
                          <a:pt x="6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5" name="Freeform 478"/>
                  <p:cNvSpPr>
                    <a:spLocks/>
                  </p:cNvSpPr>
                  <p:nvPr/>
                </p:nvSpPr>
                <p:spPr bwMode="auto">
                  <a:xfrm>
                    <a:off x="1733550" y="1401763"/>
                    <a:ext cx="17462" cy="3175"/>
                  </a:xfrm>
                  <a:custGeom>
                    <a:avLst/>
                    <a:gdLst>
                      <a:gd name="T0" fmla="*/ 0 w 7"/>
                      <a:gd name="T1" fmla="*/ 1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1"/>
                        </a:moveTo>
                        <a:cubicBezTo>
                          <a:pt x="2" y="0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6" name="Freeform 479"/>
                  <p:cNvSpPr>
                    <a:spLocks/>
                  </p:cNvSpPr>
                  <p:nvPr/>
                </p:nvSpPr>
                <p:spPr bwMode="auto">
                  <a:xfrm>
                    <a:off x="1822450" y="1404938"/>
                    <a:ext cx="6350" cy="1588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7" name="Freeform 480"/>
                  <p:cNvSpPr>
                    <a:spLocks/>
                  </p:cNvSpPr>
                  <p:nvPr/>
                </p:nvSpPr>
                <p:spPr bwMode="auto">
                  <a:xfrm>
                    <a:off x="2054225" y="1430338"/>
                    <a:ext cx="15875" cy="1588"/>
                  </a:xfrm>
                  <a:custGeom>
                    <a:avLst/>
                    <a:gdLst>
                      <a:gd name="T0" fmla="*/ 0 w 7"/>
                      <a:gd name="T1" fmla="*/ 0 h 1"/>
                      <a:gd name="T2" fmla="*/ 7 w 7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0"/>
                        </a:moveTo>
                        <a:cubicBezTo>
                          <a:pt x="2" y="1"/>
                          <a:pt x="5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8" name="Freeform 481"/>
                  <p:cNvSpPr>
                    <a:spLocks/>
                  </p:cNvSpPr>
                  <p:nvPr/>
                </p:nvSpPr>
                <p:spPr bwMode="auto">
                  <a:xfrm>
                    <a:off x="1997075" y="1425576"/>
                    <a:ext cx="12700" cy="4763"/>
                  </a:xfrm>
                  <a:custGeom>
                    <a:avLst/>
                    <a:gdLst>
                      <a:gd name="T0" fmla="*/ 6 w 6"/>
                      <a:gd name="T1" fmla="*/ 0 h 2"/>
                      <a:gd name="T2" fmla="*/ 6 w 6"/>
                      <a:gd name="T3" fmla="*/ 1 h 2"/>
                      <a:gd name="T4" fmla="*/ 0 w 6"/>
                      <a:gd name="T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2">
                        <a:moveTo>
                          <a:pt x="6" y="0"/>
                        </a:moveTo>
                        <a:cubicBezTo>
                          <a:pt x="6" y="0"/>
                          <a:pt x="6" y="1"/>
                          <a:pt x="6" y="1"/>
                        </a:cubicBezTo>
                        <a:cubicBezTo>
                          <a:pt x="5" y="2"/>
                          <a:pt x="2" y="2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9" name="Freeform 482"/>
                  <p:cNvSpPr>
                    <a:spLocks/>
                  </p:cNvSpPr>
                  <p:nvPr/>
                </p:nvSpPr>
                <p:spPr bwMode="auto">
                  <a:xfrm>
                    <a:off x="1798638" y="1427163"/>
                    <a:ext cx="7937" cy="3175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1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0" name="Freeform 483"/>
                  <p:cNvSpPr>
                    <a:spLocks/>
                  </p:cNvSpPr>
                  <p:nvPr/>
                </p:nvSpPr>
                <p:spPr bwMode="auto">
                  <a:xfrm>
                    <a:off x="1617663" y="1427163"/>
                    <a:ext cx="25400" cy="4763"/>
                  </a:xfrm>
                  <a:custGeom>
                    <a:avLst/>
                    <a:gdLst>
                      <a:gd name="T0" fmla="*/ 11 w 11"/>
                      <a:gd name="T1" fmla="*/ 0 h 2"/>
                      <a:gd name="T2" fmla="*/ 0 w 1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1" h="2">
                        <a:moveTo>
                          <a:pt x="11" y="0"/>
                        </a:moveTo>
                        <a:cubicBezTo>
                          <a:pt x="8" y="2"/>
                          <a:pt x="4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1" name="Freeform 484"/>
                  <p:cNvSpPr>
                    <a:spLocks/>
                  </p:cNvSpPr>
                  <p:nvPr/>
                </p:nvSpPr>
                <p:spPr bwMode="auto">
                  <a:xfrm>
                    <a:off x="1485900" y="1417638"/>
                    <a:ext cx="4762" cy="3175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2" name="Freeform 485"/>
                  <p:cNvSpPr>
                    <a:spLocks/>
                  </p:cNvSpPr>
                  <p:nvPr/>
                </p:nvSpPr>
                <p:spPr bwMode="auto">
                  <a:xfrm>
                    <a:off x="1308100" y="1430338"/>
                    <a:ext cx="7937" cy="1588"/>
                  </a:xfrm>
                  <a:custGeom>
                    <a:avLst/>
                    <a:gdLst>
                      <a:gd name="T0" fmla="*/ 0 w 4"/>
                      <a:gd name="T1" fmla="*/ 1 h 1"/>
                      <a:gd name="T2" fmla="*/ 4 w 4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3" name="Freeform 486"/>
                  <p:cNvSpPr>
                    <a:spLocks/>
                  </p:cNvSpPr>
                  <p:nvPr/>
                </p:nvSpPr>
                <p:spPr bwMode="auto">
                  <a:xfrm>
                    <a:off x="1252538" y="1427163"/>
                    <a:ext cx="3175" cy="3175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4" name="Freeform 487"/>
                  <p:cNvSpPr>
                    <a:spLocks/>
                  </p:cNvSpPr>
                  <p:nvPr/>
                </p:nvSpPr>
                <p:spPr bwMode="auto">
                  <a:xfrm>
                    <a:off x="1096963" y="1417638"/>
                    <a:ext cx="1587" cy="7938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5" name="Freeform 488"/>
                  <p:cNvSpPr>
                    <a:spLocks/>
                  </p:cNvSpPr>
                  <p:nvPr/>
                </p:nvSpPr>
                <p:spPr bwMode="auto">
                  <a:xfrm>
                    <a:off x="996950" y="1427163"/>
                    <a:ext cx="4762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6" name="Freeform 489"/>
                  <p:cNvSpPr>
                    <a:spLocks/>
                  </p:cNvSpPr>
                  <p:nvPr/>
                </p:nvSpPr>
                <p:spPr bwMode="auto">
                  <a:xfrm>
                    <a:off x="1154113" y="1401763"/>
                    <a:ext cx="25400" cy="3175"/>
                  </a:xfrm>
                  <a:custGeom>
                    <a:avLst/>
                    <a:gdLst>
                      <a:gd name="T0" fmla="*/ 0 w 11"/>
                      <a:gd name="T1" fmla="*/ 1 h 1"/>
                      <a:gd name="T2" fmla="*/ 11 w 1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1" h="1">
                        <a:moveTo>
                          <a:pt x="0" y="1"/>
                        </a:moveTo>
                        <a:cubicBezTo>
                          <a:pt x="4" y="0"/>
                          <a:pt x="8" y="0"/>
                          <a:pt x="1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7" name="Freeform 490"/>
                  <p:cNvSpPr>
                    <a:spLocks/>
                  </p:cNvSpPr>
                  <p:nvPr/>
                </p:nvSpPr>
                <p:spPr bwMode="auto">
                  <a:xfrm>
                    <a:off x="1671638" y="1427163"/>
                    <a:ext cx="9525" cy="3175"/>
                  </a:xfrm>
                  <a:custGeom>
                    <a:avLst/>
                    <a:gdLst>
                      <a:gd name="T0" fmla="*/ 0 w 4"/>
                      <a:gd name="T1" fmla="*/ 0 h 1"/>
                      <a:gd name="T2" fmla="*/ 4 w 4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8" name="Freeform 491"/>
                  <p:cNvSpPr>
                    <a:spLocks/>
                  </p:cNvSpPr>
                  <p:nvPr/>
                </p:nvSpPr>
                <p:spPr bwMode="auto">
                  <a:xfrm>
                    <a:off x="1665288" y="1400176"/>
                    <a:ext cx="17462" cy="11113"/>
                  </a:xfrm>
                  <a:custGeom>
                    <a:avLst/>
                    <a:gdLst>
                      <a:gd name="T0" fmla="*/ 8 w 8"/>
                      <a:gd name="T1" fmla="*/ 5 h 5"/>
                      <a:gd name="T2" fmla="*/ 7 w 8"/>
                      <a:gd name="T3" fmla="*/ 2 h 5"/>
                      <a:gd name="T4" fmla="*/ 0 w 8"/>
                      <a:gd name="T5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5">
                        <a:moveTo>
                          <a:pt x="8" y="5"/>
                        </a:moveTo>
                        <a:cubicBezTo>
                          <a:pt x="7" y="5"/>
                          <a:pt x="7" y="3"/>
                          <a:pt x="7" y="2"/>
                        </a:cubicBezTo>
                        <a:cubicBezTo>
                          <a:pt x="5" y="0"/>
                          <a:pt x="2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9" name="Freeform 492"/>
                  <p:cNvSpPr>
                    <a:spLocks/>
                  </p:cNvSpPr>
                  <p:nvPr/>
                </p:nvSpPr>
                <p:spPr bwMode="auto">
                  <a:xfrm>
                    <a:off x="1103313" y="1401763"/>
                    <a:ext cx="20637" cy="3175"/>
                  </a:xfrm>
                  <a:custGeom>
                    <a:avLst/>
                    <a:gdLst>
                      <a:gd name="T0" fmla="*/ 9 w 9"/>
                      <a:gd name="T1" fmla="*/ 1 h 1"/>
                      <a:gd name="T2" fmla="*/ 0 w 9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" h="1">
                        <a:moveTo>
                          <a:pt x="9" y="1"/>
                        </a:moveTo>
                        <a:cubicBezTo>
                          <a:pt x="6" y="0"/>
                          <a:pt x="3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0" name="Freeform 493"/>
                  <p:cNvSpPr>
                    <a:spLocks/>
                  </p:cNvSpPr>
                  <p:nvPr/>
                </p:nvSpPr>
                <p:spPr bwMode="auto">
                  <a:xfrm>
                    <a:off x="1968500" y="1404938"/>
                    <a:ext cx="9525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3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1" name="Freeform 494"/>
                  <p:cNvSpPr>
                    <a:spLocks/>
                  </p:cNvSpPr>
                  <p:nvPr/>
                </p:nvSpPr>
                <p:spPr bwMode="auto">
                  <a:xfrm>
                    <a:off x="968375" y="1417638"/>
                    <a:ext cx="7937" cy="0"/>
                  </a:xfrm>
                  <a:custGeom>
                    <a:avLst/>
                    <a:gdLst>
                      <a:gd name="T0" fmla="*/ 0 w 5"/>
                      <a:gd name="T1" fmla="*/ 5 w 5"/>
                      <a:gd name="T2" fmla="*/ 0 w 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5">
                        <a:moveTo>
                          <a:pt x="0" y="0"/>
                        </a:move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2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968375" y="1417638"/>
                    <a:ext cx="7937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3" name="Freeform 496"/>
                  <p:cNvSpPr>
                    <a:spLocks/>
                  </p:cNvSpPr>
                  <p:nvPr/>
                </p:nvSpPr>
                <p:spPr bwMode="auto">
                  <a:xfrm>
                    <a:off x="1812925" y="1406526"/>
                    <a:ext cx="3175" cy="6350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4" name="Freeform 497"/>
                  <p:cNvSpPr>
                    <a:spLocks/>
                  </p:cNvSpPr>
                  <p:nvPr/>
                </p:nvSpPr>
                <p:spPr bwMode="auto">
                  <a:xfrm>
                    <a:off x="1922463" y="1408113"/>
                    <a:ext cx="6350" cy="3175"/>
                  </a:xfrm>
                  <a:custGeom>
                    <a:avLst/>
                    <a:gdLst>
                      <a:gd name="T0" fmla="*/ 3 w 3"/>
                      <a:gd name="T1" fmla="*/ 1 h 1"/>
                      <a:gd name="T2" fmla="*/ 0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3" y="1"/>
                        </a:moveTo>
                        <a:cubicBezTo>
                          <a:pt x="2" y="0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5" name="Freeform 498"/>
                  <p:cNvSpPr>
                    <a:spLocks/>
                  </p:cNvSpPr>
                  <p:nvPr/>
                </p:nvSpPr>
                <p:spPr bwMode="auto">
                  <a:xfrm>
                    <a:off x="1536700" y="1425576"/>
                    <a:ext cx="4762" cy="1588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1"/>
                          <a:pt x="2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6" name="Freeform 499"/>
                  <p:cNvSpPr>
                    <a:spLocks/>
                  </p:cNvSpPr>
                  <p:nvPr/>
                </p:nvSpPr>
                <p:spPr bwMode="auto">
                  <a:xfrm>
                    <a:off x="2100263" y="1416051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7" name="Freeform 500"/>
                  <p:cNvSpPr>
                    <a:spLocks/>
                  </p:cNvSpPr>
                  <p:nvPr/>
                </p:nvSpPr>
                <p:spPr bwMode="auto">
                  <a:xfrm>
                    <a:off x="963613" y="1430338"/>
                    <a:ext cx="12700" cy="1588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2" y="1"/>
                          <a:pt x="4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8" name="Freeform 501"/>
                  <p:cNvSpPr>
                    <a:spLocks/>
                  </p:cNvSpPr>
                  <p:nvPr/>
                </p:nvSpPr>
                <p:spPr bwMode="auto">
                  <a:xfrm>
                    <a:off x="1555750" y="1427163"/>
                    <a:ext cx="6350" cy="3175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9" name="Freeform 502"/>
                  <p:cNvSpPr>
                    <a:spLocks/>
                  </p:cNvSpPr>
                  <p:nvPr/>
                </p:nvSpPr>
                <p:spPr bwMode="auto">
                  <a:xfrm>
                    <a:off x="1277938" y="1541463"/>
                    <a:ext cx="4762" cy="15875"/>
                  </a:xfrm>
                  <a:custGeom>
                    <a:avLst/>
                    <a:gdLst>
                      <a:gd name="T0" fmla="*/ 0 w 2"/>
                      <a:gd name="T1" fmla="*/ 0 h 7"/>
                      <a:gd name="T2" fmla="*/ 0 w 2"/>
                      <a:gd name="T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0" y="0"/>
                        </a:moveTo>
                        <a:cubicBezTo>
                          <a:pt x="2" y="2"/>
                          <a:pt x="2" y="5"/>
                          <a:pt x="0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0" name="Freeform 503"/>
                  <p:cNvSpPr>
                    <a:spLocks/>
                  </p:cNvSpPr>
                  <p:nvPr/>
                </p:nvSpPr>
                <p:spPr bwMode="auto">
                  <a:xfrm>
                    <a:off x="1268413" y="1622426"/>
                    <a:ext cx="6350" cy="6350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1" name="Freeform 504"/>
                  <p:cNvSpPr>
                    <a:spLocks/>
                  </p:cNvSpPr>
                  <p:nvPr/>
                </p:nvSpPr>
                <p:spPr bwMode="auto">
                  <a:xfrm>
                    <a:off x="1277938" y="1531938"/>
                    <a:ext cx="1587" cy="9525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2" name="Freeform 505"/>
                  <p:cNvSpPr>
                    <a:spLocks/>
                  </p:cNvSpPr>
                  <p:nvPr/>
                </p:nvSpPr>
                <p:spPr bwMode="auto">
                  <a:xfrm>
                    <a:off x="1255713" y="1506538"/>
                    <a:ext cx="4762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2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3" name="Freeform 506"/>
                  <p:cNvSpPr>
                    <a:spLocks/>
                  </p:cNvSpPr>
                  <p:nvPr/>
                </p:nvSpPr>
                <p:spPr bwMode="auto">
                  <a:xfrm>
                    <a:off x="1258888" y="1477963"/>
                    <a:ext cx="1587" cy="952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4" name="Freeform 507"/>
                  <p:cNvSpPr>
                    <a:spLocks/>
                  </p:cNvSpPr>
                  <p:nvPr/>
                </p:nvSpPr>
                <p:spPr bwMode="auto">
                  <a:xfrm>
                    <a:off x="1268413" y="1541463"/>
                    <a:ext cx="9525" cy="6350"/>
                  </a:xfrm>
                  <a:custGeom>
                    <a:avLst/>
                    <a:gdLst>
                      <a:gd name="T0" fmla="*/ 4 w 4"/>
                      <a:gd name="T1" fmla="*/ 0 h 3"/>
                      <a:gd name="T2" fmla="*/ 1 w 4"/>
                      <a:gd name="T3" fmla="*/ 1 h 3"/>
                      <a:gd name="T4" fmla="*/ 0 w 4"/>
                      <a:gd name="T5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4" y="0"/>
                        </a:moveTo>
                        <a:cubicBezTo>
                          <a:pt x="3" y="1"/>
                          <a:pt x="2" y="1"/>
                          <a:pt x="1" y="1"/>
                        </a:cubicBezTo>
                        <a:cubicBezTo>
                          <a:pt x="1" y="2"/>
                          <a:pt x="0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5" name="Freeform 508"/>
                  <p:cNvSpPr>
                    <a:spLocks/>
                  </p:cNvSpPr>
                  <p:nvPr/>
                </p:nvSpPr>
                <p:spPr bwMode="auto">
                  <a:xfrm>
                    <a:off x="1270000" y="1585913"/>
                    <a:ext cx="4762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6" name="Freeform 509"/>
                  <p:cNvSpPr>
                    <a:spLocks/>
                  </p:cNvSpPr>
                  <p:nvPr/>
                </p:nvSpPr>
                <p:spPr bwMode="auto">
                  <a:xfrm>
                    <a:off x="1773238" y="1512888"/>
                    <a:ext cx="0" cy="3175"/>
                  </a:xfrm>
                  <a:custGeom>
                    <a:avLst/>
                    <a:gdLst>
                      <a:gd name="T0" fmla="*/ 0 h 1"/>
                      <a:gd name="T1" fmla="*/ 1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7" name="Freeform 510"/>
                  <p:cNvSpPr>
                    <a:spLocks/>
                  </p:cNvSpPr>
                  <p:nvPr/>
                </p:nvSpPr>
                <p:spPr bwMode="auto">
                  <a:xfrm>
                    <a:off x="1757363" y="1577976"/>
                    <a:ext cx="4762" cy="0"/>
                  </a:xfrm>
                  <a:custGeom>
                    <a:avLst/>
                    <a:gdLst>
                      <a:gd name="T0" fmla="*/ 0 w 3"/>
                      <a:gd name="T1" fmla="*/ 3 w 3"/>
                      <a:gd name="T2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8" name="Line 511"/>
                  <p:cNvSpPr>
                    <a:spLocks noChangeShapeType="1"/>
                  </p:cNvSpPr>
                  <p:nvPr/>
                </p:nvSpPr>
                <p:spPr bwMode="auto">
                  <a:xfrm>
                    <a:off x="1757363" y="1577976"/>
                    <a:ext cx="4762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9" name="Freeform 512"/>
                  <p:cNvSpPr>
                    <a:spLocks/>
                  </p:cNvSpPr>
                  <p:nvPr/>
                </p:nvSpPr>
                <p:spPr bwMode="auto">
                  <a:xfrm>
                    <a:off x="1757363" y="1506538"/>
                    <a:ext cx="3175" cy="952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0" name="Freeform 513"/>
                  <p:cNvSpPr>
                    <a:spLocks/>
                  </p:cNvSpPr>
                  <p:nvPr/>
                </p:nvSpPr>
                <p:spPr bwMode="auto">
                  <a:xfrm>
                    <a:off x="1782763" y="1601788"/>
                    <a:ext cx="4762" cy="14288"/>
                  </a:xfrm>
                  <a:custGeom>
                    <a:avLst/>
                    <a:gdLst>
                      <a:gd name="T0" fmla="*/ 0 w 2"/>
                      <a:gd name="T1" fmla="*/ 6 h 6"/>
                      <a:gd name="T2" fmla="*/ 0 w 2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0" y="6"/>
                        </a:moveTo>
                        <a:cubicBezTo>
                          <a:pt x="2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1" name="Freeform 514"/>
                  <p:cNvSpPr>
                    <a:spLocks/>
                  </p:cNvSpPr>
                  <p:nvPr/>
                </p:nvSpPr>
                <p:spPr bwMode="auto">
                  <a:xfrm>
                    <a:off x="1927225" y="1501776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2" name="Freeform 515"/>
                  <p:cNvSpPr>
                    <a:spLocks/>
                  </p:cNvSpPr>
                  <p:nvPr/>
                </p:nvSpPr>
                <p:spPr bwMode="auto">
                  <a:xfrm>
                    <a:off x="1509713" y="371476"/>
                    <a:ext cx="1587" cy="4763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3" name="Freeform 516"/>
                  <p:cNvSpPr>
                    <a:spLocks/>
                  </p:cNvSpPr>
                  <p:nvPr/>
                </p:nvSpPr>
                <p:spPr bwMode="auto">
                  <a:xfrm>
                    <a:off x="1500188" y="406401"/>
                    <a:ext cx="1587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4" name="Freeform 517"/>
                  <p:cNvSpPr>
                    <a:spLocks/>
                  </p:cNvSpPr>
                  <p:nvPr/>
                </p:nvSpPr>
                <p:spPr bwMode="auto">
                  <a:xfrm>
                    <a:off x="1193800" y="1516063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5" name="Freeform 518"/>
                  <p:cNvSpPr>
                    <a:spLocks/>
                  </p:cNvSpPr>
                  <p:nvPr/>
                </p:nvSpPr>
                <p:spPr bwMode="auto">
                  <a:xfrm>
                    <a:off x="1862138" y="1511301"/>
                    <a:ext cx="1587" cy="4763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0" y="0"/>
                          <a:pt x="1" y="1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6" name="Freeform 519"/>
                  <p:cNvSpPr>
                    <a:spLocks/>
                  </p:cNvSpPr>
                  <p:nvPr/>
                </p:nvSpPr>
                <p:spPr bwMode="auto">
                  <a:xfrm>
                    <a:off x="1857375" y="1517651"/>
                    <a:ext cx="6350" cy="4763"/>
                  </a:xfrm>
                  <a:custGeom>
                    <a:avLst/>
                    <a:gdLst>
                      <a:gd name="T0" fmla="*/ 0 w 3"/>
                      <a:gd name="T1" fmla="*/ 2 h 2"/>
                      <a:gd name="T2" fmla="*/ 3 w 3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0" y="2"/>
                        </a:moveTo>
                        <a:cubicBezTo>
                          <a:pt x="1" y="1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7" name="Freeform 520"/>
                  <p:cNvSpPr>
                    <a:spLocks/>
                  </p:cNvSpPr>
                  <p:nvPr/>
                </p:nvSpPr>
                <p:spPr bwMode="auto">
                  <a:xfrm>
                    <a:off x="1858963" y="1531938"/>
                    <a:ext cx="0" cy="14288"/>
                  </a:xfrm>
                  <a:custGeom>
                    <a:avLst/>
                    <a:gdLst>
                      <a:gd name="T0" fmla="*/ 6 h 6"/>
                      <a:gd name="T1" fmla="*/ 0 h 6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6">
                        <a:moveTo>
                          <a:pt x="0" y="6"/>
                        </a:moveTo>
                        <a:cubicBezTo>
                          <a:pt x="0" y="4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8" name="Freeform 521"/>
                  <p:cNvSpPr>
                    <a:spLocks/>
                  </p:cNvSpPr>
                  <p:nvPr/>
                </p:nvSpPr>
                <p:spPr bwMode="auto">
                  <a:xfrm>
                    <a:off x="1343025" y="1577976"/>
                    <a:ext cx="3175" cy="3175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1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9" name="Freeform 522"/>
                  <p:cNvSpPr>
                    <a:spLocks/>
                  </p:cNvSpPr>
                  <p:nvPr/>
                </p:nvSpPr>
                <p:spPr bwMode="auto">
                  <a:xfrm>
                    <a:off x="1363663" y="1585913"/>
                    <a:ext cx="1587" cy="4763"/>
                  </a:xfrm>
                  <a:custGeom>
                    <a:avLst/>
                    <a:gdLst>
                      <a:gd name="T0" fmla="*/ 0 w 1"/>
                      <a:gd name="T1" fmla="*/ 2 h 2"/>
                      <a:gd name="T2" fmla="*/ 1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0" y="1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0" name="Freeform 523"/>
                  <p:cNvSpPr>
                    <a:spLocks/>
                  </p:cNvSpPr>
                  <p:nvPr/>
                </p:nvSpPr>
                <p:spPr bwMode="auto">
                  <a:xfrm>
                    <a:off x="1335088" y="1697038"/>
                    <a:ext cx="3175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4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1" name="Freeform 524"/>
                  <p:cNvSpPr>
                    <a:spLocks/>
                  </p:cNvSpPr>
                  <p:nvPr/>
                </p:nvSpPr>
                <p:spPr bwMode="auto">
                  <a:xfrm>
                    <a:off x="1338263" y="1568451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2" name="Freeform 525"/>
                  <p:cNvSpPr>
                    <a:spLocks/>
                  </p:cNvSpPr>
                  <p:nvPr/>
                </p:nvSpPr>
                <p:spPr bwMode="auto">
                  <a:xfrm>
                    <a:off x="1344613" y="1597026"/>
                    <a:ext cx="1587" cy="476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3" name="Freeform 526"/>
                  <p:cNvSpPr>
                    <a:spLocks/>
                  </p:cNvSpPr>
                  <p:nvPr/>
                </p:nvSpPr>
                <p:spPr bwMode="auto">
                  <a:xfrm>
                    <a:off x="1441450" y="1577976"/>
                    <a:ext cx="4762" cy="9525"/>
                  </a:xfrm>
                  <a:custGeom>
                    <a:avLst/>
                    <a:gdLst>
                      <a:gd name="T0" fmla="*/ 0 w 2"/>
                      <a:gd name="T1" fmla="*/ 0 h 4"/>
                      <a:gd name="T2" fmla="*/ 2 w 2"/>
                      <a:gd name="T3" fmla="*/ 0 h 4"/>
                      <a:gd name="T4" fmla="*/ 2 w 2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4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1"/>
                          <a:pt x="2" y="2"/>
                          <a:pt x="2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4" name="Freeform 527"/>
                  <p:cNvSpPr>
                    <a:spLocks/>
                  </p:cNvSpPr>
                  <p:nvPr/>
                </p:nvSpPr>
                <p:spPr bwMode="auto">
                  <a:xfrm>
                    <a:off x="1420813" y="1641476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5" name="Freeform 528"/>
                  <p:cNvSpPr>
                    <a:spLocks/>
                  </p:cNvSpPr>
                  <p:nvPr/>
                </p:nvSpPr>
                <p:spPr bwMode="auto">
                  <a:xfrm>
                    <a:off x="1420813" y="1603376"/>
                    <a:ext cx="0" cy="12700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6" name="Freeform 529"/>
                  <p:cNvSpPr>
                    <a:spLocks/>
                  </p:cNvSpPr>
                  <p:nvPr/>
                </p:nvSpPr>
                <p:spPr bwMode="auto">
                  <a:xfrm>
                    <a:off x="1439863" y="1563688"/>
                    <a:ext cx="6350" cy="9525"/>
                  </a:xfrm>
                  <a:custGeom>
                    <a:avLst/>
                    <a:gdLst>
                      <a:gd name="T0" fmla="*/ 0 w 3"/>
                      <a:gd name="T1" fmla="*/ 4 h 4"/>
                      <a:gd name="T2" fmla="*/ 3 w 3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">
                        <a:moveTo>
                          <a:pt x="0" y="4"/>
                        </a:moveTo>
                        <a:cubicBezTo>
                          <a:pt x="1" y="3"/>
                          <a:pt x="3" y="2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7" name="Freeform 530"/>
                  <p:cNvSpPr>
                    <a:spLocks/>
                  </p:cNvSpPr>
                  <p:nvPr/>
                </p:nvSpPr>
                <p:spPr bwMode="auto">
                  <a:xfrm>
                    <a:off x="1444625" y="1593851"/>
                    <a:ext cx="4762" cy="17463"/>
                  </a:xfrm>
                  <a:custGeom>
                    <a:avLst/>
                    <a:gdLst>
                      <a:gd name="T0" fmla="*/ 1 w 2"/>
                      <a:gd name="T1" fmla="*/ 7 h 7"/>
                      <a:gd name="T2" fmla="*/ 0 w 2"/>
                      <a:gd name="T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1" y="7"/>
                        </a:moveTo>
                        <a:cubicBezTo>
                          <a:pt x="1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8" name="Freeform 531"/>
                  <p:cNvSpPr>
                    <a:spLocks/>
                  </p:cNvSpPr>
                  <p:nvPr/>
                </p:nvSpPr>
                <p:spPr bwMode="auto">
                  <a:xfrm>
                    <a:off x="1435100" y="1597026"/>
                    <a:ext cx="4762" cy="1588"/>
                  </a:xfrm>
                  <a:custGeom>
                    <a:avLst/>
                    <a:gdLst>
                      <a:gd name="T0" fmla="*/ 2 w 2"/>
                      <a:gd name="T1" fmla="*/ 0 h 1"/>
                      <a:gd name="T2" fmla="*/ 0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9" name="Freeform 532"/>
                  <p:cNvSpPr>
                    <a:spLocks/>
                  </p:cNvSpPr>
                  <p:nvPr/>
                </p:nvSpPr>
                <p:spPr bwMode="auto">
                  <a:xfrm>
                    <a:off x="1446213" y="1657351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6" name="文本框 15"/>
                <p:cNvSpPr txBox="1"/>
                <p:nvPr/>
              </p:nvSpPr>
              <p:spPr>
                <a:xfrm rot="19741095">
                  <a:off x="4929312" y="3561225"/>
                  <a:ext cx="87208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>
                      <a:solidFill>
                        <a:srgbClr val="7D18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简七认证</a:t>
                  </a:r>
                </a:p>
              </p:txBody>
            </p:sp>
          </p:grpSp>
          <p:sp>
            <p:nvSpPr>
              <p:cNvPr id="14" name="矩形 13"/>
              <p:cNvSpPr/>
              <p:nvPr/>
            </p:nvSpPr>
            <p:spPr>
              <a:xfrm>
                <a:off x="3135025" y="2211710"/>
                <a:ext cx="200985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:r>
                  <a:rPr lang="en-US" altLang="zh-CN" sz="2000" b="1" dirty="0">
                    <a:solidFill>
                      <a:srgbClr val="E94E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“</a:t>
                </a:r>
                <a:r>
                  <a:rPr lang="zh-CN" altLang="en-US" sz="2000" b="1" dirty="0">
                    <a:solidFill>
                      <a:srgbClr val="E94E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梦想建造</a:t>
                </a:r>
                <a:r>
                  <a:rPr lang="en-US" altLang="zh-CN" sz="2000" b="1" dirty="0">
                    <a:solidFill>
                      <a:srgbClr val="E94E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”</a:t>
                </a:r>
                <a:endParaRPr lang="zh-CN" altLang="en-US" sz="2800" b="1" dirty="0">
                  <a:solidFill>
                    <a:srgbClr val="E94E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9414" y="2283718"/>
              <a:ext cx="2321074" cy="1342403"/>
            </a:xfrm>
            <a:prstGeom prst="rect">
              <a:avLst/>
            </a:prstGeom>
          </p:spPr>
        </p:pic>
      </p:grpSp>
      <p:sp>
        <p:nvSpPr>
          <p:cNvPr id="516" name="文本占位符 513"/>
          <p:cNvSpPr>
            <a:spLocks noGrp="1"/>
          </p:cNvSpPr>
          <p:nvPr>
            <p:ph type="body" sz="quarter" idx="10" hasCustomPrompt="1"/>
          </p:nvPr>
        </p:nvSpPr>
        <p:spPr>
          <a:xfrm>
            <a:off x="809734" y="1616005"/>
            <a:ext cx="1543050" cy="9144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你的名字</a:t>
            </a:r>
          </a:p>
        </p:txBody>
      </p:sp>
    </p:spTree>
    <p:extLst>
      <p:ext uri="{BB962C8B-B14F-4D97-AF65-F5344CB8AC3E}">
        <p14:creationId xmlns:p14="http://schemas.microsoft.com/office/powerpoint/2010/main" val="234881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268351"/>
            <a:ext cx="3105388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341750"/>
            <a:ext cx="3105388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70192-024B-4BBD-9C90-9128BC8A9121}" type="datetimeFigureOut">
              <a:rPr lang="zh-CN" altLang="en-US" smtClean="0"/>
              <a:t>16/12/9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4671625"/>
            <a:ext cx="121515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8622-30E2-4882-AD5F-4D3ED8C628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45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-2446020" y="937260"/>
            <a:ext cx="2339102" cy="2065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如何制作自己的技能卡？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、点击“你的名字”虚线框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、输入你的名字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播放幻灯片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、截图发给自己的手机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、发布朋友圈，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简小七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、向好友求赞吧，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猜猜自己一共可以得到多少个赞呢？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90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2446020" y="937260"/>
            <a:ext cx="2659702" cy="2065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如何制作自己的技能卡？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、点击“你的名字”虚线框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、输入你的名字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播放幻灯片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、截图发给自己的手机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、发布朋友圈，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简小七（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jane7tang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、向好友求赞吧，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猜猜自己一共可以得到多少个赞呢？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10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125</Words>
  <Application>Microsoft Office PowerPoint</Application>
  <PresentationFormat>自定义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周耀华</dc:creator>
  <cp:lastModifiedBy>周耀华</cp:lastModifiedBy>
  <cp:revision>7</cp:revision>
  <dcterms:created xsi:type="dcterms:W3CDTF">2016-11-28T11:35:15Z</dcterms:created>
  <dcterms:modified xsi:type="dcterms:W3CDTF">2016-12-09T04:48:59Z</dcterms:modified>
</cp:coreProperties>
</file>